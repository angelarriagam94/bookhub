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27"/>
  </p:notesMasterIdLst>
  <p:sldIdLst>
    <p:sldId id="256" r:id="rId2"/>
    <p:sldId id="260" r:id="rId3"/>
    <p:sldId id="274" r:id="rId4"/>
    <p:sldId id="261" r:id="rId5"/>
    <p:sldId id="259" r:id="rId6"/>
    <p:sldId id="258" r:id="rId7"/>
    <p:sldId id="263" r:id="rId8"/>
    <p:sldId id="341" r:id="rId9"/>
    <p:sldId id="262" r:id="rId10"/>
    <p:sldId id="265" r:id="rId11"/>
    <p:sldId id="269" r:id="rId12"/>
    <p:sldId id="343" r:id="rId13"/>
    <p:sldId id="283" r:id="rId14"/>
    <p:sldId id="344" r:id="rId15"/>
    <p:sldId id="345" r:id="rId16"/>
    <p:sldId id="346" r:id="rId17"/>
    <p:sldId id="292" r:id="rId18"/>
    <p:sldId id="348" r:id="rId19"/>
    <p:sldId id="299" r:id="rId20"/>
    <p:sldId id="349" r:id="rId21"/>
    <p:sldId id="342" r:id="rId22"/>
    <p:sldId id="350" r:id="rId23"/>
    <p:sldId id="351" r:id="rId24"/>
    <p:sldId id="352" r:id="rId25"/>
    <p:sldId id="320" r:id="rId26"/>
  </p:sldIdLst>
  <p:sldSz cx="9144000" cy="5143500" type="screen16x9"/>
  <p:notesSz cx="6858000" cy="9144000"/>
  <p:embeddedFontLst>
    <p:embeddedFont>
      <p:font typeface="Abril Fatface" panose="02000503000000020003" pitchFamily="2" charset="0"/>
      <p:regular r:id="rId28"/>
    </p:embeddedFont>
    <p:embeddedFont>
      <p:font typeface="Anaheim" panose="020B0604020202020204" charset="0"/>
      <p:regular r:id="rId29"/>
    </p:embeddedFont>
    <p:embeddedFont>
      <p:font typeface="Inter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434616-9113-434F-81FA-EAB155FDCE2C}">
  <a:tblStyle styleId="{F5434616-9113-434F-81FA-EAB155FDCE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DDA60C9-4BE3-47A1-A3C0-7ED5FA823B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6" name="Google Shape;187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1" name="Google Shape;249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3" name="Google Shape;4903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4" name="Google Shape;4904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g1530717f9dd_2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9" name="Google Shape;2699;g1530717f9dd_2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g152abb1741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2" name="Google Shape;2332;g152abb1741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Note: you can add between 3 and 6 sections, the structure can vary. The numbers have to be kept </a:t>
            </a: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9" name="Google Shape;225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Note: you can add between 3 and 6 sections, the structure can vary. The numbers have to be kept </a:t>
            </a: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Google Shape;3192;g1535f8946a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3" name="Google Shape;3193;g1535f8946a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g152abb1741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2" name="Google Shape;2332;g152abb1741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i="1">
                <a:solidFill>
                  <a:srgbClr val="595959"/>
                </a:solidFill>
                <a:latin typeface="Anaheim"/>
                <a:ea typeface="Anaheim"/>
                <a:cs typeface="Anaheim"/>
                <a:sym typeface="Anaheim"/>
              </a:rPr>
              <a:t>Note: you can add between 3 and 6 sections, the structure can vary. The numbers have to be kept </a:t>
            </a: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6285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1" name="Google Shape;279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6" name="Google Shape;4046;g11366085d99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7" name="Google Shape;4047;g11366085d99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8420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6" name="Google Shape;5966;g11366085d9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7" name="Google Shape;5967;g11366085d9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59147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27513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7313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8" name="Google Shape;7358;g11366085d99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9" name="Google Shape;7359;g11366085d99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6587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2" name="Google Shape;8282;g11366085d99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3" name="Google Shape;8283;g11366085d99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04647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1" name="Google Shape;279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15313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0149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6" name="Google Shape;5966;g11366085d99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7" name="Google Shape;5967;g11366085d99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4763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5" name="Google Shape;340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6" name="Google Shape;340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058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7" name="Google Shape;12107;g1551a8bd38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8" name="Google Shape;12108;g1551a8bd38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540125" y="-9525"/>
            <a:ext cx="10224238" cy="5148650"/>
            <a:chOff x="-540125" y="-9525"/>
            <a:chExt cx="10224238" cy="5148650"/>
          </a:xfrm>
        </p:grpSpPr>
        <p:sp>
          <p:nvSpPr>
            <p:cNvPr id="10" name="Google Shape;10;p2"/>
            <p:cNvSpPr/>
            <p:nvPr/>
          </p:nvSpPr>
          <p:spPr>
            <a:xfrm>
              <a:off x="5025" y="1299850"/>
              <a:ext cx="9140707" cy="3522165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8972950" y="257125"/>
              <a:ext cx="169775" cy="4609241"/>
            </a:xfrm>
            <a:custGeom>
              <a:avLst/>
              <a:gdLst/>
              <a:ahLst/>
              <a:cxnLst/>
              <a:rect l="l" t="t" r="r" b="b"/>
              <a:pathLst>
                <a:path w="86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60" y="38737"/>
                  </a:lnTo>
                  <a:lnTo>
                    <a:pt x="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00" y="247650"/>
              <a:ext cx="169775" cy="4618635"/>
            </a:xfrm>
            <a:custGeom>
              <a:avLst/>
              <a:gdLst/>
              <a:ahLst/>
              <a:cxnLst/>
              <a:rect l="l" t="t" r="r" b="b"/>
              <a:pathLst>
                <a:path w="85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50" y="38737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169884" y="4505102"/>
              <a:ext cx="8807563" cy="318713"/>
              <a:chOff x="188112" y="4401147"/>
              <a:chExt cx="8663745" cy="305867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188112" y="4401147"/>
                <a:ext cx="8663745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201135" y="4401147"/>
                <a:ext cx="6647593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0848" h="3178" extrusionOk="0">
                    <a:moveTo>
                      <a:pt x="1" y="0"/>
                    </a:moveTo>
                    <a:lnTo>
                      <a:pt x="378" y="3177"/>
                    </a:lnTo>
                    <a:lnTo>
                      <a:pt x="20470" y="3177"/>
                    </a:lnTo>
                    <a:lnTo>
                      <a:pt x="20848" y="0"/>
                    </a:ln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43887" y="4570540"/>
                <a:ext cx="220332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" name="Google Shape;17;p2"/>
            <p:cNvSpPr/>
            <p:nvPr/>
          </p:nvSpPr>
          <p:spPr>
            <a:xfrm>
              <a:off x="169868" y="454400"/>
              <a:ext cx="8807154" cy="855436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9525" y="438375"/>
              <a:ext cx="9153523" cy="302799"/>
            </a:xfrm>
            <a:custGeom>
              <a:avLst/>
              <a:gdLst/>
              <a:ahLst/>
              <a:cxnLst/>
              <a:rect l="l" t="t" r="r" b="b"/>
              <a:pathLst>
                <a:path w="27423" h="1375" extrusionOk="0">
                  <a:moveTo>
                    <a:pt x="1" y="1"/>
                  </a:moveTo>
                  <a:lnTo>
                    <a:pt x="1" y="1374"/>
                  </a:lnTo>
                  <a:lnTo>
                    <a:pt x="27422" y="1374"/>
                  </a:lnTo>
                  <a:lnTo>
                    <a:pt x="274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4452" y="504162"/>
              <a:ext cx="9120845" cy="130625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-134261" y="215612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540125" y="-9525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540125" y="-9525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10332" y="375906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340627" y="121200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57810" y="4820400"/>
              <a:ext cx="9437035" cy="206502"/>
            </a:xfrm>
            <a:custGeom>
              <a:avLst/>
              <a:gdLst/>
              <a:ahLst/>
              <a:cxnLst/>
              <a:rect l="l" t="t" r="r" b="b"/>
              <a:pathLst>
                <a:path w="30842" h="1312" extrusionOk="0">
                  <a:moveTo>
                    <a:pt x="882" y="0"/>
                  </a:moveTo>
                  <a:cubicBezTo>
                    <a:pt x="1" y="0"/>
                    <a:pt x="1" y="1311"/>
                    <a:pt x="882" y="1311"/>
                  </a:cubicBezTo>
                  <a:lnTo>
                    <a:pt x="30191" y="1311"/>
                  </a:lnTo>
                  <a:cubicBezTo>
                    <a:pt x="30548" y="1311"/>
                    <a:pt x="30841" y="1018"/>
                    <a:pt x="30841" y="651"/>
                  </a:cubicBezTo>
                  <a:cubicBezTo>
                    <a:pt x="30841" y="294"/>
                    <a:pt x="30548" y="0"/>
                    <a:pt x="30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369550" y="4991961"/>
              <a:ext cx="9889274" cy="147164"/>
            </a:xfrm>
            <a:custGeom>
              <a:avLst/>
              <a:gdLst/>
              <a:ahLst/>
              <a:cxnLst/>
              <a:rect l="l" t="t" r="r" b="b"/>
              <a:pathLst>
                <a:path w="32320" h="935" extrusionOk="0">
                  <a:moveTo>
                    <a:pt x="945" y="1"/>
                  </a:moveTo>
                  <a:cubicBezTo>
                    <a:pt x="420" y="1"/>
                    <a:pt x="1" y="420"/>
                    <a:pt x="1" y="934"/>
                  </a:cubicBezTo>
                  <a:lnTo>
                    <a:pt x="32320" y="934"/>
                  </a:lnTo>
                  <a:cubicBezTo>
                    <a:pt x="32320" y="420"/>
                    <a:pt x="31900" y="1"/>
                    <a:pt x="31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70769" y="4991961"/>
              <a:ext cx="3603526" cy="147164"/>
            </a:xfrm>
            <a:custGeom>
              <a:avLst/>
              <a:gdLst/>
              <a:ahLst/>
              <a:cxnLst/>
              <a:rect l="l" t="t" r="r" b="b"/>
              <a:pathLst>
                <a:path w="11777" h="935" extrusionOk="0">
                  <a:moveTo>
                    <a:pt x="11758" y="1"/>
                  </a:moveTo>
                  <a:cubicBezTo>
                    <a:pt x="11752" y="1"/>
                    <a:pt x="11746" y="1"/>
                    <a:pt x="11739" y="1"/>
                  </a:cubicBezTo>
                  <a:lnTo>
                    <a:pt x="11776" y="1"/>
                  </a:lnTo>
                  <a:cubicBezTo>
                    <a:pt x="11770" y="1"/>
                    <a:pt x="11764" y="1"/>
                    <a:pt x="11758" y="1"/>
                  </a:cubicBezTo>
                  <a:close/>
                  <a:moveTo>
                    <a:pt x="758" y="1"/>
                  </a:moveTo>
                  <a:cubicBezTo>
                    <a:pt x="336" y="1"/>
                    <a:pt x="0" y="353"/>
                    <a:pt x="0" y="777"/>
                  </a:cubicBezTo>
                  <a:lnTo>
                    <a:pt x="0" y="934"/>
                  </a:lnTo>
                  <a:lnTo>
                    <a:pt x="11000" y="934"/>
                  </a:lnTo>
                  <a:lnTo>
                    <a:pt x="11000" y="777"/>
                  </a:lnTo>
                  <a:cubicBezTo>
                    <a:pt x="11000" y="359"/>
                    <a:pt x="11327" y="11"/>
                    <a:pt x="11739" y="1"/>
                  </a:cubicBezTo>
                  <a:lnTo>
                    <a:pt x="776" y="1"/>
                  </a:lnTo>
                  <a:cubicBezTo>
                    <a:pt x="770" y="1"/>
                    <a:pt x="764" y="1"/>
                    <a:pt x="758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524907" y="4991961"/>
              <a:ext cx="1854851" cy="147164"/>
            </a:xfrm>
            <a:custGeom>
              <a:avLst/>
              <a:gdLst/>
              <a:ahLst/>
              <a:cxnLst/>
              <a:rect l="l" t="t" r="r" b="b"/>
              <a:pathLst>
                <a:path w="6062" h="935" extrusionOk="0">
                  <a:moveTo>
                    <a:pt x="776" y="1"/>
                  </a:moveTo>
                  <a:cubicBezTo>
                    <a:pt x="346" y="1"/>
                    <a:pt x="0" y="347"/>
                    <a:pt x="0" y="777"/>
                  </a:cubicBezTo>
                  <a:lnTo>
                    <a:pt x="0" y="934"/>
                  </a:lnTo>
                  <a:lnTo>
                    <a:pt x="5296" y="934"/>
                  </a:lnTo>
                  <a:lnTo>
                    <a:pt x="5296" y="777"/>
                  </a:lnTo>
                  <a:cubicBezTo>
                    <a:pt x="5296" y="347"/>
                    <a:pt x="5631" y="1"/>
                    <a:pt x="6061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" name="Google Shape;29;p2"/>
            <p:cNvGrpSpPr/>
            <p:nvPr/>
          </p:nvGrpSpPr>
          <p:grpSpPr>
            <a:xfrm>
              <a:off x="-10709" y="444378"/>
              <a:ext cx="448838" cy="860613"/>
              <a:chOff x="561117" y="628348"/>
              <a:chExt cx="448838" cy="855480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33;p2"/>
            <p:cNvGrpSpPr/>
            <p:nvPr/>
          </p:nvGrpSpPr>
          <p:grpSpPr>
            <a:xfrm>
              <a:off x="8694552" y="444361"/>
              <a:ext cx="448838" cy="855480"/>
              <a:chOff x="4189590" y="628348"/>
              <a:chExt cx="448838" cy="855480"/>
            </a:xfrm>
          </p:grpSpPr>
          <p:sp>
            <p:nvSpPr>
              <p:cNvPr id="34" name="Google Shape;34;p2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" name="Google Shape;37;p2"/>
            <p:cNvSpPr/>
            <p:nvPr/>
          </p:nvSpPr>
          <p:spPr>
            <a:xfrm>
              <a:off x="384093" y="4634587"/>
              <a:ext cx="219363" cy="57966"/>
            </a:xfrm>
            <a:custGeom>
              <a:avLst/>
              <a:gdLst/>
              <a:ahLst/>
              <a:cxnLst/>
              <a:rect l="l" t="t" r="r" b="b"/>
              <a:pathLst>
                <a:path w="691" h="578" extrusionOk="0">
                  <a:moveTo>
                    <a:pt x="366" y="0"/>
                  </a:moveTo>
                  <a:cubicBezTo>
                    <a:pt x="269" y="0"/>
                    <a:pt x="171" y="48"/>
                    <a:pt x="114" y="149"/>
                  </a:cubicBezTo>
                  <a:cubicBezTo>
                    <a:pt x="1" y="346"/>
                    <a:pt x="150" y="578"/>
                    <a:pt x="356" y="578"/>
                  </a:cubicBezTo>
                  <a:cubicBezTo>
                    <a:pt x="379" y="578"/>
                    <a:pt x="403" y="575"/>
                    <a:pt x="428" y="568"/>
                  </a:cubicBezTo>
                  <a:cubicBezTo>
                    <a:pt x="596" y="526"/>
                    <a:pt x="690" y="358"/>
                    <a:pt x="638" y="201"/>
                  </a:cubicBezTo>
                  <a:cubicBezTo>
                    <a:pt x="598" y="70"/>
                    <a:pt x="483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540543" y="4634587"/>
              <a:ext cx="219363" cy="57966"/>
            </a:xfrm>
            <a:custGeom>
              <a:avLst/>
              <a:gdLst/>
              <a:ahLst/>
              <a:cxnLst/>
              <a:rect l="l" t="t" r="r" b="b"/>
              <a:pathLst>
                <a:path w="691" h="578" extrusionOk="0">
                  <a:moveTo>
                    <a:pt x="366" y="0"/>
                  </a:moveTo>
                  <a:cubicBezTo>
                    <a:pt x="269" y="0"/>
                    <a:pt x="171" y="48"/>
                    <a:pt x="114" y="149"/>
                  </a:cubicBezTo>
                  <a:cubicBezTo>
                    <a:pt x="1" y="346"/>
                    <a:pt x="150" y="578"/>
                    <a:pt x="356" y="578"/>
                  </a:cubicBezTo>
                  <a:cubicBezTo>
                    <a:pt x="379" y="578"/>
                    <a:pt x="403" y="575"/>
                    <a:pt x="428" y="568"/>
                  </a:cubicBezTo>
                  <a:cubicBezTo>
                    <a:pt x="596" y="526"/>
                    <a:pt x="690" y="358"/>
                    <a:pt x="638" y="201"/>
                  </a:cubicBezTo>
                  <a:cubicBezTo>
                    <a:pt x="598" y="70"/>
                    <a:pt x="483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2"/>
          <p:cNvSpPr txBox="1">
            <a:spLocks noGrp="1"/>
          </p:cNvSpPr>
          <p:nvPr>
            <p:ph type="ctrTitle"/>
          </p:nvPr>
        </p:nvSpPr>
        <p:spPr>
          <a:xfrm>
            <a:off x="1181700" y="1784775"/>
            <a:ext cx="6780600" cy="17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4800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"/>
          <p:cNvSpPr txBox="1">
            <a:spLocks noGrp="1"/>
          </p:cNvSpPr>
          <p:nvPr>
            <p:ph type="subTitle" idx="1"/>
          </p:nvPr>
        </p:nvSpPr>
        <p:spPr>
          <a:xfrm>
            <a:off x="2307600" y="3618619"/>
            <a:ext cx="4528800" cy="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"/>
          <p:cNvSpPr/>
          <p:nvPr/>
        </p:nvSpPr>
        <p:spPr>
          <a:xfrm>
            <a:off x="-9525" y="438375"/>
            <a:ext cx="9153523" cy="302799"/>
          </a:xfrm>
          <a:custGeom>
            <a:avLst/>
            <a:gdLst/>
            <a:ahLst/>
            <a:cxnLst/>
            <a:rect l="l" t="t" r="r" b="b"/>
            <a:pathLst>
              <a:path w="27423" h="1375" extrusionOk="0">
                <a:moveTo>
                  <a:pt x="1" y="1"/>
                </a:moveTo>
                <a:lnTo>
                  <a:pt x="1" y="1374"/>
                </a:lnTo>
                <a:lnTo>
                  <a:pt x="27422" y="1374"/>
                </a:lnTo>
                <a:lnTo>
                  <a:pt x="2742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4452" y="504162"/>
            <a:ext cx="9120845" cy="130625"/>
          </a:xfrm>
          <a:custGeom>
            <a:avLst/>
            <a:gdLst/>
            <a:ahLst/>
            <a:cxnLst/>
            <a:rect l="l" t="t" r="r" b="b"/>
            <a:pathLst>
              <a:path w="28723" h="798" extrusionOk="0">
                <a:moveTo>
                  <a:pt x="0" y="0"/>
                </a:moveTo>
                <a:lnTo>
                  <a:pt x="0" y="797"/>
                </a:lnTo>
                <a:lnTo>
                  <a:pt x="28722" y="797"/>
                </a:lnTo>
                <a:lnTo>
                  <a:pt x="287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-134261" y="215612"/>
            <a:ext cx="9409084" cy="261761"/>
          </a:xfrm>
          <a:custGeom>
            <a:avLst/>
            <a:gdLst/>
            <a:ahLst/>
            <a:cxnLst/>
            <a:rect l="l" t="t" r="r" b="b"/>
            <a:pathLst>
              <a:path w="30138" h="1658" extrusionOk="0">
                <a:moveTo>
                  <a:pt x="902" y="0"/>
                </a:moveTo>
                <a:cubicBezTo>
                  <a:pt x="0" y="0"/>
                  <a:pt x="0" y="1657"/>
                  <a:pt x="902" y="1657"/>
                </a:cubicBezTo>
                <a:lnTo>
                  <a:pt x="29247" y="1657"/>
                </a:lnTo>
                <a:cubicBezTo>
                  <a:pt x="30138" y="1657"/>
                  <a:pt x="30138" y="0"/>
                  <a:pt x="2924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-540125" y="-9525"/>
            <a:ext cx="10224238" cy="266655"/>
          </a:xfrm>
          <a:custGeom>
            <a:avLst/>
            <a:gdLst/>
            <a:ahLst/>
            <a:cxnLst/>
            <a:rect l="l" t="t" r="r" b="b"/>
            <a:pathLst>
              <a:path w="32749" h="1689" extrusionOk="0">
                <a:moveTo>
                  <a:pt x="0" y="0"/>
                </a:moveTo>
                <a:lnTo>
                  <a:pt x="0" y="315"/>
                </a:lnTo>
                <a:lnTo>
                  <a:pt x="902" y="1028"/>
                </a:lnTo>
                <a:cubicBezTo>
                  <a:pt x="902" y="1395"/>
                  <a:pt x="1195" y="1688"/>
                  <a:pt x="1562" y="1688"/>
                </a:cubicBezTo>
                <a:lnTo>
                  <a:pt x="31186" y="1688"/>
                </a:lnTo>
                <a:cubicBezTo>
                  <a:pt x="31553" y="1688"/>
                  <a:pt x="31847" y="1395"/>
                  <a:pt x="31847" y="1028"/>
                </a:cubicBezTo>
                <a:lnTo>
                  <a:pt x="32749" y="315"/>
                </a:lnTo>
                <a:lnTo>
                  <a:pt x="3274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-540125" y="-9525"/>
            <a:ext cx="10221116" cy="49731"/>
          </a:xfrm>
          <a:custGeom>
            <a:avLst/>
            <a:gdLst/>
            <a:ahLst/>
            <a:cxnLst/>
            <a:rect l="l" t="t" r="r" b="b"/>
            <a:pathLst>
              <a:path w="32739" h="315" extrusionOk="0">
                <a:moveTo>
                  <a:pt x="0" y="0"/>
                </a:moveTo>
                <a:lnTo>
                  <a:pt x="0" y="315"/>
                </a:lnTo>
                <a:lnTo>
                  <a:pt x="32738" y="315"/>
                </a:lnTo>
                <a:lnTo>
                  <a:pt x="32738" y="0"/>
                </a:lnTo>
                <a:close/>
              </a:path>
            </a:pathLst>
          </a:custGeom>
          <a:solidFill>
            <a:schemeClr val="hlink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710332" y="375906"/>
            <a:ext cx="3444951" cy="99841"/>
          </a:xfrm>
          <a:custGeom>
            <a:avLst/>
            <a:gdLst/>
            <a:ahLst/>
            <a:cxnLst/>
            <a:rect l="l" t="t" r="r" b="b"/>
            <a:pathLst>
              <a:path w="23187" h="672" extrusionOk="0">
                <a:moveTo>
                  <a:pt x="441" y="0"/>
                </a:moveTo>
                <a:cubicBezTo>
                  <a:pt x="231" y="11"/>
                  <a:pt x="64" y="147"/>
                  <a:pt x="1" y="336"/>
                </a:cubicBezTo>
                <a:cubicBezTo>
                  <a:pt x="64" y="535"/>
                  <a:pt x="231" y="672"/>
                  <a:pt x="441" y="672"/>
                </a:cubicBezTo>
                <a:lnTo>
                  <a:pt x="22746" y="672"/>
                </a:lnTo>
                <a:cubicBezTo>
                  <a:pt x="22945" y="672"/>
                  <a:pt x="23123" y="535"/>
                  <a:pt x="23186" y="336"/>
                </a:cubicBezTo>
                <a:cubicBezTo>
                  <a:pt x="23123" y="147"/>
                  <a:pt x="22945" y="11"/>
                  <a:pt x="22746" y="0"/>
                </a:cubicBezTo>
                <a:close/>
              </a:path>
            </a:pathLst>
          </a:custGeom>
          <a:solidFill>
            <a:srgbClr val="FFFCF7">
              <a:alpha val="19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-340627" y="121200"/>
            <a:ext cx="9821812" cy="34891"/>
          </a:xfrm>
          <a:custGeom>
            <a:avLst/>
            <a:gdLst/>
            <a:ahLst/>
            <a:cxnLst/>
            <a:rect l="l" t="t" r="r" b="b"/>
            <a:pathLst>
              <a:path w="31460" h="221" extrusionOk="0">
                <a:moveTo>
                  <a:pt x="1" y="0"/>
                </a:moveTo>
                <a:lnTo>
                  <a:pt x="263" y="200"/>
                </a:lnTo>
                <a:lnTo>
                  <a:pt x="263" y="221"/>
                </a:lnTo>
                <a:lnTo>
                  <a:pt x="31208" y="221"/>
                </a:lnTo>
                <a:lnTo>
                  <a:pt x="31208" y="200"/>
                </a:lnTo>
                <a:lnTo>
                  <a:pt x="314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025" y="1299850"/>
            <a:ext cx="9140707" cy="3522165"/>
          </a:xfrm>
          <a:custGeom>
            <a:avLst/>
            <a:gdLst/>
            <a:ahLst/>
            <a:cxnLst/>
            <a:rect l="l" t="t" r="r" b="b"/>
            <a:pathLst>
              <a:path w="27675" h="40289" extrusionOk="0">
                <a:moveTo>
                  <a:pt x="1" y="0"/>
                </a:moveTo>
                <a:lnTo>
                  <a:pt x="1" y="40289"/>
                </a:lnTo>
                <a:lnTo>
                  <a:pt x="27674" y="40289"/>
                </a:lnTo>
                <a:lnTo>
                  <a:pt x="2767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8868500" y="257125"/>
            <a:ext cx="274226" cy="4609241"/>
          </a:xfrm>
          <a:custGeom>
            <a:avLst/>
            <a:gdLst/>
            <a:ahLst/>
            <a:cxnLst/>
            <a:rect l="l" t="t" r="r" b="b"/>
            <a:pathLst>
              <a:path w="860" h="38738" extrusionOk="0">
                <a:moveTo>
                  <a:pt x="0" y="0"/>
                </a:moveTo>
                <a:lnTo>
                  <a:pt x="0" y="38737"/>
                </a:lnTo>
                <a:lnTo>
                  <a:pt x="860" y="38737"/>
                </a:lnTo>
                <a:lnTo>
                  <a:pt x="86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00" y="247648"/>
            <a:ext cx="274225" cy="4618635"/>
          </a:xfrm>
          <a:custGeom>
            <a:avLst/>
            <a:gdLst/>
            <a:ahLst/>
            <a:cxnLst/>
            <a:rect l="l" t="t" r="r" b="b"/>
            <a:pathLst>
              <a:path w="850" h="38738" extrusionOk="0">
                <a:moveTo>
                  <a:pt x="0" y="0"/>
                </a:moveTo>
                <a:lnTo>
                  <a:pt x="0" y="38737"/>
                </a:lnTo>
                <a:lnTo>
                  <a:pt x="850" y="38737"/>
                </a:lnTo>
                <a:lnTo>
                  <a:pt x="8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-10709" y="444378"/>
            <a:ext cx="448838" cy="860613"/>
          </a:xfrm>
          <a:custGeom>
            <a:avLst/>
            <a:gdLst/>
            <a:ahLst/>
            <a:cxnLst/>
            <a:rect l="l" t="t" r="r" b="b"/>
            <a:pathLst>
              <a:path w="3021" h="5758" extrusionOk="0">
                <a:moveTo>
                  <a:pt x="3020" y="1"/>
                </a:moveTo>
                <a:lnTo>
                  <a:pt x="0" y="11"/>
                </a:lnTo>
                <a:lnTo>
                  <a:pt x="73" y="5758"/>
                </a:lnTo>
                <a:lnTo>
                  <a:pt x="1321" y="5758"/>
                </a:lnTo>
                <a:lnTo>
                  <a:pt x="1321" y="5422"/>
                </a:lnTo>
                <a:cubicBezTo>
                  <a:pt x="944" y="5422"/>
                  <a:pt x="828" y="4174"/>
                  <a:pt x="1573" y="4174"/>
                </a:cubicBezTo>
                <a:lnTo>
                  <a:pt x="1573" y="3723"/>
                </a:lnTo>
                <a:cubicBezTo>
                  <a:pt x="1825" y="3723"/>
                  <a:pt x="2380" y="3335"/>
                  <a:pt x="2380" y="2528"/>
                </a:cubicBezTo>
                <a:cubicBezTo>
                  <a:pt x="2380" y="2213"/>
                  <a:pt x="2318" y="2056"/>
                  <a:pt x="2244" y="1972"/>
                </a:cubicBezTo>
                <a:cubicBezTo>
                  <a:pt x="2108" y="1826"/>
                  <a:pt x="2189" y="1526"/>
                  <a:pt x="2344" y="1526"/>
                </a:cubicBezTo>
                <a:cubicBezTo>
                  <a:pt x="2355" y="1526"/>
                  <a:pt x="2368" y="1528"/>
                  <a:pt x="2380" y="1532"/>
                </a:cubicBezTo>
                <a:lnTo>
                  <a:pt x="2391" y="1532"/>
                </a:lnTo>
                <a:cubicBezTo>
                  <a:pt x="2437" y="1552"/>
                  <a:pt x="2485" y="1562"/>
                  <a:pt x="2532" y="1562"/>
                </a:cubicBezTo>
                <a:cubicBezTo>
                  <a:pt x="2701" y="1562"/>
                  <a:pt x="2861" y="1439"/>
                  <a:pt x="2894" y="1259"/>
                </a:cubicBezTo>
                <a:cubicBezTo>
                  <a:pt x="2914" y="1122"/>
                  <a:pt x="2888" y="867"/>
                  <a:pt x="2714" y="867"/>
                </a:cubicBezTo>
                <a:cubicBezTo>
                  <a:pt x="2702" y="867"/>
                  <a:pt x="2688" y="868"/>
                  <a:pt x="2674" y="871"/>
                </a:cubicBezTo>
                <a:lnTo>
                  <a:pt x="2674" y="703"/>
                </a:lnTo>
                <a:cubicBezTo>
                  <a:pt x="2863" y="703"/>
                  <a:pt x="3020" y="546"/>
                  <a:pt x="3020" y="357"/>
                </a:cubicBezTo>
                <a:lnTo>
                  <a:pt x="30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314816" y="590555"/>
            <a:ext cx="70572" cy="56946"/>
          </a:xfrm>
          <a:custGeom>
            <a:avLst/>
            <a:gdLst/>
            <a:ahLst/>
            <a:cxnLst/>
            <a:rect l="l" t="t" r="r" b="b"/>
            <a:pathLst>
              <a:path w="475" h="381" extrusionOk="0">
                <a:moveTo>
                  <a:pt x="229" y="0"/>
                </a:moveTo>
                <a:cubicBezTo>
                  <a:pt x="151" y="0"/>
                  <a:pt x="70" y="39"/>
                  <a:pt x="22" y="124"/>
                </a:cubicBezTo>
                <a:cubicBezTo>
                  <a:pt x="1" y="239"/>
                  <a:pt x="85" y="344"/>
                  <a:pt x="189" y="365"/>
                </a:cubicBezTo>
                <a:cubicBezTo>
                  <a:pt x="219" y="376"/>
                  <a:pt x="248" y="381"/>
                  <a:pt x="276" y="381"/>
                </a:cubicBezTo>
                <a:cubicBezTo>
                  <a:pt x="359" y="381"/>
                  <a:pt x="431" y="336"/>
                  <a:pt x="462" y="250"/>
                </a:cubicBezTo>
                <a:cubicBezTo>
                  <a:pt x="475" y="96"/>
                  <a:pt x="354" y="0"/>
                  <a:pt x="2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8694552" y="444361"/>
            <a:ext cx="448838" cy="855480"/>
          </a:xfrm>
          <a:custGeom>
            <a:avLst/>
            <a:gdLst/>
            <a:ahLst/>
            <a:cxnLst/>
            <a:rect l="l" t="t" r="r" b="b"/>
            <a:pathLst>
              <a:path w="3021" h="5758" extrusionOk="0">
                <a:moveTo>
                  <a:pt x="1" y="1"/>
                </a:moveTo>
                <a:lnTo>
                  <a:pt x="1" y="357"/>
                </a:lnTo>
                <a:cubicBezTo>
                  <a:pt x="1" y="546"/>
                  <a:pt x="148" y="703"/>
                  <a:pt x="336" y="703"/>
                </a:cubicBezTo>
                <a:lnTo>
                  <a:pt x="336" y="871"/>
                </a:lnTo>
                <a:cubicBezTo>
                  <a:pt x="323" y="868"/>
                  <a:pt x="310" y="867"/>
                  <a:pt x="298" y="867"/>
                </a:cubicBezTo>
                <a:cubicBezTo>
                  <a:pt x="132" y="867"/>
                  <a:pt x="97" y="1122"/>
                  <a:pt x="127" y="1259"/>
                </a:cubicBezTo>
                <a:cubicBezTo>
                  <a:pt x="151" y="1439"/>
                  <a:pt x="310" y="1562"/>
                  <a:pt x="484" y="1562"/>
                </a:cubicBezTo>
                <a:cubicBezTo>
                  <a:pt x="532" y="1562"/>
                  <a:pt x="582" y="1552"/>
                  <a:pt x="630" y="1532"/>
                </a:cubicBezTo>
                <a:lnTo>
                  <a:pt x="640" y="1532"/>
                </a:lnTo>
                <a:cubicBezTo>
                  <a:pt x="652" y="1528"/>
                  <a:pt x="664" y="1526"/>
                  <a:pt x="675" y="1526"/>
                </a:cubicBezTo>
                <a:cubicBezTo>
                  <a:pt x="822" y="1526"/>
                  <a:pt x="903" y="1826"/>
                  <a:pt x="777" y="1972"/>
                </a:cubicBezTo>
                <a:cubicBezTo>
                  <a:pt x="703" y="2056"/>
                  <a:pt x="640" y="2213"/>
                  <a:pt x="640" y="2528"/>
                </a:cubicBezTo>
                <a:cubicBezTo>
                  <a:pt x="640" y="3335"/>
                  <a:pt x="1196" y="3723"/>
                  <a:pt x="1448" y="3723"/>
                </a:cubicBezTo>
                <a:lnTo>
                  <a:pt x="1448" y="4174"/>
                </a:lnTo>
                <a:cubicBezTo>
                  <a:pt x="2192" y="4174"/>
                  <a:pt x="2077" y="5422"/>
                  <a:pt x="1699" y="5422"/>
                </a:cubicBezTo>
                <a:lnTo>
                  <a:pt x="1699" y="5758"/>
                </a:lnTo>
                <a:lnTo>
                  <a:pt x="2947" y="5758"/>
                </a:lnTo>
                <a:lnTo>
                  <a:pt x="3021" y="11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8736599" y="587586"/>
            <a:ext cx="73395" cy="60172"/>
          </a:xfrm>
          <a:custGeom>
            <a:avLst/>
            <a:gdLst/>
            <a:ahLst/>
            <a:cxnLst/>
            <a:rect l="l" t="t" r="r" b="b"/>
            <a:pathLst>
              <a:path w="494" h="405" extrusionOk="0">
                <a:moveTo>
                  <a:pt x="269" y="0"/>
                </a:moveTo>
                <a:cubicBezTo>
                  <a:pt x="230" y="0"/>
                  <a:pt x="192" y="11"/>
                  <a:pt x="158" y="33"/>
                </a:cubicBezTo>
                <a:cubicBezTo>
                  <a:pt x="53" y="85"/>
                  <a:pt x="1" y="201"/>
                  <a:pt x="53" y="316"/>
                </a:cubicBezTo>
                <a:cubicBezTo>
                  <a:pt x="92" y="374"/>
                  <a:pt x="155" y="405"/>
                  <a:pt x="219" y="405"/>
                </a:cubicBezTo>
                <a:cubicBezTo>
                  <a:pt x="259" y="405"/>
                  <a:pt x="300" y="393"/>
                  <a:pt x="336" y="369"/>
                </a:cubicBezTo>
                <a:cubicBezTo>
                  <a:pt x="441" y="316"/>
                  <a:pt x="494" y="201"/>
                  <a:pt x="452" y="96"/>
                </a:cubicBezTo>
                <a:cubicBezTo>
                  <a:pt x="411" y="35"/>
                  <a:pt x="340" y="0"/>
                  <a:pt x="26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title"/>
          </p:nvPr>
        </p:nvSpPr>
        <p:spPr>
          <a:xfrm>
            <a:off x="2038200" y="3191825"/>
            <a:ext cx="50676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" name="Google Shape;57;p3"/>
          <p:cNvSpPr txBox="1">
            <a:spLocks noGrp="1"/>
          </p:cNvSpPr>
          <p:nvPr>
            <p:ph type="title" idx="2" hasCustomPrompt="1"/>
          </p:nvPr>
        </p:nvSpPr>
        <p:spPr>
          <a:xfrm>
            <a:off x="3950850" y="1909866"/>
            <a:ext cx="124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8" name="Google Shape;58;p3"/>
          <p:cNvSpPr txBox="1">
            <a:spLocks noGrp="1"/>
          </p:cNvSpPr>
          <p:nvPr>
            <p:ph type="subTitle" idx="1"/>
          </p:nvPr>
        </p:nvSpPr>
        <p:spPr>
          <a:xfrm>
            <a:off x="2038200" y="3816150"/>
            <a:ext cx="50676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13218" y="4662143"/>
            <a:ext cx="219363" cy="57966"/>
          </a:xfrm>
          <a:custGeom>
            <a:avLst/>
            <a:gdLst/>
            <a:ahLst/>
            <a:cxnLst/>
            <a:rect l="l" t="t" r="r" b="b"/>
            <a:pathLst>
              <a:path w="691" h="578" extrusionOk="0">
                <a:moveTo>
                  <a:pt x="366" y="0"/>
                </a:moveTo>
                <a:cubicBezTo>
                  <a:pt x="269" y="0"/>
                  <a:pt x="171" y="48"/>
                  <a:pt x="114" y="149"/>
                </a:cubicBezTo>
                <a:cubicBezTo>
                  <a:pt x="1" y="346"/>
                  <a:pt x="150" y="578"/>
                  <a:pt x="356" y="578"/>
                </a:cubicBezTo>
                <a:cubicBezTo>
                  <a:pt x="379" y="578"/>
                  <a:pt x="403" y="575"/>
                  <a:pt x="428" y="568"/>
                </a:cubicBezTo>
                <a:cubicBezTo>
                  <a:pt x="596" y="526"/>
                  <a:pt x="690" y="358"/>
                  <a:pt x="638" y="201"/>
                </a:cubicBezTo>
                <a:cubicBezTo>
                  <a:pt x="598" y="70"/>
                  <a:pt x="483" y="0"/>
                  <a:pt x="36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238118" y="4662143"/>
            <a:ext cx="219363" cy="57966"/>
          </a:xfrm>
          <a:custGeom>
            <a:avLst/>
            <a:gdLst/>
            <a:ahLst/>
            <a:cxnLst/>
            <a:rect l="l" t="t" r="r" b="b"/>
            <a:pathLst>
              <a:path w="691" h="578" extrusionOk="0">
                <a:moveTo>
                  <a:pt x="366" y="0"/>
                </a:moveTo>
                <a:cubicBezTo>
                  <a:pt x="269" y="0"/>
                  <a:pt x="171" y="48"/>
                  <a:pt x="114" y="149"/>
                </a:cubicBezTo>
                <a:cubicBezTo>
                  <a:pt x="1" y="346"/>
                  <a:pt x="150" y="578"/>
                  <a:pt x="356" y="578"/>
                </a:cubicBezTo>
                <a:cubicBezTo>
                  <a:pt x="379" y="578"/>
                  <a:pt x="403" y="575"/>
                  <a:pt x="428" y="568"/>
                </a:cubicBezTo>
                <a:cubicBezTo>
                  <a:pt x="596" y="526"/>
                  <a:pt x="690" y="358"/>
                  <a:pt x="638" y="201"/>
                </a:cubicBezTo>
                <a:cubicBezTo>
                  <a:pt x="598" y="70"/>
                  <a:pt x="483" y="0"/>
                  <a:pt x="36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243846" y="4505452"/>
            <a:ext cx="8625638" cy="318714"/>
          </a:xfrm>
          <a:custGeom>
            <a:avLst/>
            <a:gdLst/>
            <a:ahLst/>
            <a:cxnLst/>
            <a:rect l="l" t="t" r="r" b="b"/>
            <a:pathLst>
              <a:path w="27171" h="3178" extrusionOk="0">
                <a:moveTo>
                  <a:pt x="1" y="0"/>
                </a:moveTo>
                <a:lnTo>
                  <a:pt x="1" y="3177"/>
                </a:lnTo>
                <a:lnTo>
                  <a:pt x="27171" y="3177"/>
                </a:lnTo>
                <a:lnTo>
                  <a:pt x="271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3"/>
          <p:cNvGrpSpPr/>
          <p:nvPr/>
        </p:nvGrpSpPr>
        <p:grpSpPr>
          <a:xfrm>
            <a:off x="700362" y="4505452"/>
            <a:ext cx="7743276" cy="318714"/>
            <a:chOff x="700362" y="4505452"/>
            <a:chExt cx="7743276" cy="318714"/>
          </a:xfrm>
        </p:grpSpPr>
        <p:sp>
          <p:nvSpPr>
            <p:cNvPr id="63" name="Google Shape;63;p3"/>
            <p:cNvSpPr/>
            <p:nvPr/>
          </p:nvSpPr>
          <p:spPr>
            <a:xfrm>
              <a:off x="1252412" y="4505452"/>
              <a:ext cx="6618354" cy="318714"/>
            </a:xfrm>
            <a:custGeom>
              <a:avLst/>
              <a:gdLst/>
              <a:ahLst/>
              <a:cxnLst/>
              <a:rect l="l" t="t" r="r" b="b"/>
              <a:pathLst>
                <a:path w="20848" h="3178" extrusionOk="0">
                  <a:moveTo>
                    <a:pt x="1" y="0"/>
                  </a:moveTo>
                  <a:lnTo>
                    <a:pt x="378" y="3177"/>
                  </a:lnTo>
                  <a:lnTo>
                    <a:pt x="20470" y="3177"/>
                  </a:lnTo>
                  <a:lnTo>
                    <a:pt x="208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700362" y="4658898"/>
              <a:ext cx="219363" cy="57966"/>
            </a:xfrm>
            <a:custGeom>
              <a:avLst/>
              <a:gdLst/>
              <a:ahLst/>
              <a:cxnLst/>
              <a:rect l="l" t="t" r="r" b="b"/>
              <a:pathLst>
                <a:path w="691" h="578" extrusionOk="0">
                  <a:moveTo>
                    <a:pt x="366" y="0"/>
                  </a:moveTo>
                  <a:cubicBezTo>
                    <a:pt x="269" y="0"/>
                    <a:pt x="171" y="48"/>
                    <a:pt x="114" y="149"/>
                  </a:cubicBezTo>
                  <a:cubicBezTo>
                    <a:pt x="1" y="346"/>
                    <a:pt x="150" y="578"/>
                    <a:pt x="356" y="578"/>
                  </a:cubicBezTo>
                  <a:cubicBezTo>
                    <a:pt x="379" y="578"/>
                    <a:pt x="403" y="575"/>
                    <a:pt x="428" y="568"/>
                  </a:cubicBezTo>
                  <a:cubicBezTo>
                    <a:pt x="596" y="526"/>
                    <a:pt x="690" y="358"/>
                    <a:pt x="638" y="201"/>
                  </a:cubicBezTo>
                  <a:cubicBezTo>
                    <a:pt x="598" y="70"/>
                    <a:pt x="483" y="0"/>
                    <a:pt x="3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8224275" y="4658898"/>
              <a:ext cx="219363" cy="57966"/>
            </a:xfrm>
            <a:custGeom>
              <a:avLst/>
              <a:gdLst/>
              <a:ahLst/>
              <a:cxnLst/>
              <a:rect l="l" t="t" r="r" b="b"/>
              <a:pathLst>
                <a:path w="691" h="578" extrusionOk="0">
                  <a:moveTo>
                    <a:pt x="366" y="0"/>
                  </a:moveTo>
                  <a:cubicBezTo>
                    <a:pt x="269" y="0"/>
                    <a:pt x="171" y="48"/>
                    <a:pt x="114" y="149"/>
                  </a:cubicBezTo>
                  <a:cubicBezTo>
                    <a:pt x="1" y="346"/>
                    <a:pt x="150" y="578"/>
                    <a:pt x="356" y="578"/>
                  </a:cubicBezTo>
                  <a:cubicBezTo>
                    <a:pt x="379" y="578"/>
                    <a:pt x="403" y="575"/>
                    <a:pt x="428" y="568"/>
                  </a:cubicBezTo>
                  <a:cubicBezTo>
                    <a:pt x="596" y="526"/>
                    <a:pt x="690" y="358"/>
                    <a:pt x="638" y="201"/>
                  </a:cubicBezTo>
                  <a:cubicBezTo>
                    <a:pt x="598" y="70"/>
                    <a:pt x="483" y="0"/>
                    <a:pt x="3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3"/>
          <p:cNvSpPr/>
          <p:nvPr/>
        </p:nvSpPr>
        <p:spPr>
          <a:xfrm>
            <a:off x="-157810" y="4820400"/>
            <a:ext cx="9437035" cy="206502"/>
          </a:xfrm>
          <a:custGeom>
            <a:avLst/>
            <a:gdLst/>
            <a:ahLst/>
            <a:cxnLst/>
            <a:rect l="l" t="t" r="r" b="b"/>
            <a:pathLst>
              <a:path w="30842" h="1312" extrusionOk="0">
                <a:moveTo>
                  <a:pt x="882" y="0"/>
                </a:moveTo>
                <a:cubicBezTo>
                  <a:pt x="1" y="0"/>
                  <a:pt x="1" y="1311"/>
                  <a:pt x="882" y="1311"/>
                </a:cubicBezTo>
                <a:lnTo>
                  <a:pt x="30191" y="1311"/>
                </a:lnTo>
                <a:cubicBezTo>
                  <a:pt x="30548" y="1311"/>
                  <a:pt x="30841" y="1018"/>
                  <a:pt x="30841" y="651"/>
                </a:cubicBezTo>
                <a:cubicBezTo>
                  <a:pt x="30841" y="294"/>
                  <a:pt x="30548" y="0"/>
                  <a:pt x="301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-369550" y="4991961"/>
            <a:ext cx="9889274" cy="147164"/>
          </a:xfrm>
          <a:custGeom>
            <a:avLst/>
            <a:gdLst/>
            <a:ahLst/>
            <a:cxnLst/>
            <a:rect l="l" t="t" r="r" b="b"/>
            <a:pathLst>
              <a:path w="32320" h="935" extrusionOk="0">
                <a:moveTo>
                  <a:pt x="945" y="1"/>
                </a:moveTo>
                <a:cubicBezTo>
                  <a:pt x="420" y="1"/>
                  <a:pt x="1" y="420"/>
                  <a:pt x="1" y="934"/>
                </a:cubicBezTo>
                <a:lnTo>
                  <a:pt x="32320" y="934"/>
                </a:lnTo>
                <a:cubicBezTo>
                  <a:pt x="32320" y="420"/>
                  <a:pt x="31900" y="1"/>
                  <a:pt x="3138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1170769" y="4991961"/>
            <a:ext cx="3603526" cy="147164"/>
          </a:xfrm>
          <a:custGeom>
            <a:avLst/>
            <a:gdLst/>
            <a:ahLst/>
            <a:cxnLst/>
            <a:rect l="l" t="t" r="r" b="b"/>
            <a:pathLst>
              <a:path w="11777" h="935" extrusionOk="0">
                <a:moveTo>
                  <a:pt x="11758" y="1"/>
                </a:moveTo>
                <a:cubicBezTo>
                  <a:pt x="11752" y="1"/>
                  <a:pt x="11746" y="1"/>
                  <a:pt x="11739" y="1"/>
                </a:cubicBezTo>
                <a:lnTo>
                  <a:pt x="11776" y="1"/>
                </a:lnTo>
                <a:cubicBezTo>
                  <a:pt x="11770" y="1"/>
                  <a:pt x="11764" y="1"/>
                  <a:pt x="11758" y="1"/>
                </a:cubicBezTo>
                <a:close/>
                <a:moveTo>
                  <a:pt x="758" y="1"/>
                </a:moveTo>
                <a:cubicBezTo>
                  <a:pt x="336" y="1"/>
                  <a:pt x="0" y="353"/>
                  <a:pt x="0" y="777"/>
                </a:cubicBezTo>
                <a:lnTo>
                  <a:pt x="0" y="934"/>
                </a:lnTo>
                <a:lnTo>
                  <a:pt x="11000" y="934"/>
                </a:lnTo>
                <a:lnTo>
                  <a:pt x="11000" y="777"/>
                </a:lnTo>
                <a:cubicBezTo>
                  <a:pt x="11000" y="359"/>
                  <a:pt x="11327" y="11"/>
                  <a:pt x="11739" y="1"/>
                </a:cubicBezTo>
                <a:lnTo>
                  <a:pt x="776" y="1"/>
                </a:lnTo>
                <a:cubicBezTo>
                  <a:pt x="770" y="1"/>
                  <a:pt x="764" y="1"/>
                  <a:pt x="758" y="1"/>
                </a:cubicBezTo>
                <a:close/>
              </a:path>
            </a:pathLst>
          </a:custGeom>
          <a:solidFill>
            <a:srgbClr val="FFFCF7">
              <a:alpha val="19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524907" y="4991961"/>
            <a:ext cx="1854851" cy="147164"/>
          </a:xfrm>
          <a:custGeom>
            <a:avLst/>
            <a:gdLst/>
            <a:ahLst/>
            <a:cxnLst/>
            <a:rect l="l" t="t" r="r" b="b"/>
            <a:pathLst>
              <a:path w="6062" h="935" extrusionOk="0">
                <a:moveTo>
                  <a:pt x="776" y="1"/>
                </a:moveTo>
                <a:cubicBezTo>
                  <a:pt x="346" y="1"/>
                  <a:pt x="0" y="347"/>
                  <a:pt x="0" y="777"/>
                </a:cubicBezTo>
                <a:lnTo>
                  <a:pt x="0" y="934"/>
                </a:lnTo>
                <a:lnTo>
                  <a:pt x="5296" y="934"/>
                </a:lnTo>
                <a:lnTo>
                  <a:pt x="5296" y="777"/>
                </a:lnTo>
                <a:cubicBezTo>
                  <a:pt x="5296" y="347"/>
                  <a:pt x="5631" y="1"/>
                  <a:pt x="6061" y="1"/>
                </a:cubicBezTo>
                <a:close/>
              </a:path>
            </a:pathLst>
          </a:custGeom>
          <a:solidFill>
            <a:srgbClr val="FFFCF7">
              <a:alpha val="195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123156" y="738675"/>
            <a:ext cx="187201" cy="204616"/>
          </a:xfrm>
          <a:custGeom>
            <a:avLst/>
            <a:gdLst/>
            <a:ahLst/>
            <a:cxnLst/>
            <a:rect l="l" t="t" r="r" b="b"/>
            <a:pathLst>
              <a:path w="1260" h="1369" extrusionOk="0">
                <a:moveTo>
                  <a:pt x="673" y="1"/>
                </a:moveTo>
                <a:cubicBezTo>
                  <a:pt x="413" y="1"/>
                  <a:pt x="159" y="235"/>
                  <a:pt x="85" y="559"/>
                </a:cubicBezTo>
                <a:cubicBezTo>
                  <a:pt x="1" y="926"/>
                  <a:pt x="179" y="1283"/>
                  <a:pt x="473" y="1356"/>
                </a:cubicBezTo>
                <a:cubicBezTo>
                  <a:pt x="508" y="1365"/>
                  <a:pt x="544" y="1369"/>
                  <a:pt x="580" y="1369"/>
                </a:cubicBezTo>
                <a:cubicBezTo>
                  <a:pt x="848" y="1369"/>
                  <a:pt x="1101" y="1135"/>
                  <a:pt x="1175" y="811"/>
                </a:cubicBezTo>
                <a:cubicBezTo>
                  <a:pt x="1259" y="433"/>
                  <a:pt x="1081" y="77"/>
                  <a:pt x="777" y="14"/>
                </a:cubicBezTo>
                <a:cubicBezTo>
                  <a:pt x="742" y="5"/>
                  <a:pt x="708" y="1"/>
                  <a:pt x="67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827080" y="737497"/>
            <a:ext cx="183933" cy="203544"/>
          </a:xfrm>
          <a:custGeom>
            <a:avLst/>
            <a:gdLst/>
            <a:ahLst/>
            <a:cxnLst/>
            <a:rect l="l" t="t" r="r" b="b"/>
            <a:pathLst>
              <a:path w="1238" h="1370" extrusionOk="0">
                <a:moveTo>
                  <a:pt x="594" y="0"/>
                </a:moveTo>
                <a:cubicBezTo>
                  <a:pt x="564" y="0"/>
                  <a:pt x="534" y="3"/>
                  <a:pt x="503" y="10"/>
                </a:cubicBezTo>
                <a:cubicBezTo>
                  <a:pt x="199" y="62"/>
                  <a:pt x="0" y="398"/>
                  <a:pt x="63" y="775"/>
                </a:cubicBezTo>
                <a:cubicBezTo>
                  <a:pt x="130" y="1129"/>
                  <a:pt x="380" y="1369"/>
                  <a:pt x="662" y="1369"/>
                </a:cubicBezTo>
                <a:cubicBezTo>
                  <a:pt x="689" y="1369"/>
                  <a:pt x="717" y="1367"/>
                  <a:pt x="745" y="1362"/>
                </a:cubicBezTo>
                <a:cubicBezTo>
                  <a:pt x="1049" y="1310"/>
                  <a:pt x="1237" y="964"/>
                  <a:pt x="1174" y="586"/>
                </a:cubicBezTo>
                <a:cubicBezTo>
                  <a:pt x="1118" y="247"/>
                  <a:pt x="866" y="0"/>
                  <a:pt x="59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title" idx="2"/>
          </p:nvPr>
        </p:nvSpPr>
        <p:spPr>
          <a:xfrm>
            <a:off x="1095263" y="2712821"/>
            <a:ext cx="3324300" cy="40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title" idx="3"/>
          </p:nvPr>
        </p:nvSpPr>
        <p:spPr>
          <a:xfrm>
            <a:off x="4724437" y="2712821"/>
            <a:ext cx="3324300" cy="404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subTitle" idx="1"/>
          </p:nvPr>
        </p:nvSpPr>
        <p:spPr>
          <a:xfrm>
            <a:off x="4724437" y="3023525"/>
            <a:ext cx="3324300" cy="85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subTitle" idx="4"/>
          </p:nvPr>
        </p:nvSpPr>
        <p:spPr>
          <a:xfrm>
            <a:off x="1095263" y="3023525"/>
            <a:ext cx="3324300" cy="85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44" name="Google Shape;144;p5"/>
          <p:cNvGrpSpPr/>
          <p:nvPr/>
        </p:nvGrpSpPr>
        <p:grpSpPr>
          <a:xfrm>
            <a:off x="-540125" y="-190500"/>
            <a:ext cx="10224238" cy="5634425"/>
            <a:chOff x="-540125" y="-190500"/>
            <a:chExt cx="10224238" cy="5634425"/>
          </a:xfrm>
        </p:grpSpPr>
        <p:sp>
          <p:nvSpPr>
            <p:cNvPr id="145" name="Google Shape;145;p5"/>
            <p:cNvSpPr/>
            <p:nvPr/>
          </p:nvSpPr>
          <p:spPr>
            <a:xfrm>
              <a:off x="8868499" y="258010"/>
              <a:ext cx="274226" cy="5038749"/>
            </a:xfrm>
            <a:custGeom>
              <a:avLst/>
              <a:gdLst/>
              <a:ahLst/>
              <a:cxnLst/>
              <a:rect l="l" t="t" r="r" b="b"/>
              <a:pathLst>
                <a:path w="86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60" y="38737"/>
                  </a:lnTo>
                  <a:lnTo>
                    <a:pt x="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100" y="247650"/>
              <a:ext cx="274225" cy="5049014"/>
            </a:xfrm>
            <a:custGeom>
              <a:avLst/>
              <a:gdLst/>
              <a:ahLst/>
              <a:cxnLst/>
              <a:rect l="l" t="t" r="r" b="b"/>
              <a:pathLst>
                <a:path w="850" h="38738" extrusionOk="0">
                  <a:moveTo>
                    <a:pt x="0" y="0"/>
                  </a:moveTo>
                  <a:lnTo>
                    <a:pt x="0" y="38737"/>
                  </a:lnTo>
                  <a:lnTo>
                    <a:pt x="850" y="38737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47" name="Google Shape;147;p5"/>
            <p:cNvGrpSpPr/>
            <p:nvPr/>
          </p:nvGrpSpPr>
          <p:grpSpPr>
            <a:xfrm>
              <a:off x="243846" y="4810252"/>
              <a:ext cx="8625625" cy="318713"/>
              <a:chOff x="188112" y="4401147"/>
              <a:chExt cx="8663745" cy="305867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188112" y="4401147"/>
                <a:ext cx="8663745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1201135" y="4401147"/>
                <a:ext cx="6647593" cy="305867"/>
              </a:xfrm>
              <a:custGeom>
                <a:avLst/>
                <a:gdLst/>
                <a:ahLst/>
                <a:cxnLst/>
                <a:rect l="l" t="t" r="r" b="b"/>
                <a:pathLst>
                  <a:path w="20848" h="3178" extrusionOk="0">
                    <a:moveTo>
                      <a:pt x="1" y="0"/>
                    </a:moveTo>
                    <a:lnTo>
                      <a:pt x="378" y="3177"/>
                    </a:lnTo>
                    <a:lnTo>
                      <a:pt x="20470" y="3177"/>
                    </a:lnTo>
                    <a:lnTo>
                      <a:pt x="208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743887" y="4570540"/>
                <a:ext cx="220332" cy="55630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51" name="Google Shape;151;p5"/>
            <p:cNvSpPr/>
            <p:nvPr/>
          </p:nvSpPr>
          <p:spPr>
            <a:xfrm>
              <a:off x="14450" y="247294"/>
              <a:ext cx="9120845" cy="206500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-134261" y="34637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-540125" y="-190500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-540125" y="-190500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710332" y="194931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-340627" y="-59775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-157810" y="5125200"/>
              <a:ext cx="9437035" cy="206502"/>
            </a:xfrm>
            <a:custGeom>
              <a:avLst/>
              <a:gdLst/>
              <a:ahLst/>
              <a:cxnLst/>
              <a:rect l="l" t="t" r="r" b="b"/>
              <a:pathLst>
                <a:path w="30842" h="1312" extrusionOk="0">
                  <a:moveTo>
                    <a:pt x="882" y="0"/>
                  </a:moveTo>
                  <a:cubicBezTo>
                    <a:pt x="1" y="0"/>
                    <a:pt x="1" y="1311"/>
                    <a:pt x="882" y="1311"/>
                  </a:cubicBezTo>
                  <a:lnTo>
                    <a:pt x="30191" y="1311"/>
                  </a:lnTo>
                  <a:cubicBezTo>
                    <a:pt x="30548" y="1311"/>
                    <a:pt x="30841" y="1018"/>
                    <a:pt x="30841" y="651"/>
                  </a:cubicBezTo>
                  <a:cubicBezTo>
                    <a:pt x="30841" y="294"/>
                    <a:pt x="30548" y="0"/>
                    <a:pt x="301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-369550" y="5296761"/>
              <a:ext cx="9889274" cy="147164"/>
            </a:xfrm>
            <a:custGeom>
              <a:avLst/>
              <a:gdLst/>
              <a:ahLst/>
              <a:cxnLst/>
              <a:rect l="l" t="t" r="r" b="b"/>
              <a:pathLst>
                <a:path w="32320" h="935" extrusionOk="0">
                  <a:moveTo>
                    <a:pt x="945" y="1"/>
                  </a:moveTo>
                  <a:cubicBezTo>
                    <a:pt x="420" y="1"/>
                    <a:pt x="1" y="420"/>
                    <a:pt x="1" y="934"/>
                  </a:cubicBezTo>
                  <a:lnTo>
                    <a:pt x="32320" y="934"/>
                  </a:lnTo>
                  <a:cubicBezTo>
                    <a:pt x="32320" y="420"/>
                    <a:pt x="31900" y="1"/>
                    <a:pt x="31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1170769" y="5296761"/>
              <a:ext cx="3603526" cy="147164"/>
            </a:xfrm>
            <a:custGeom>
              <a:avLst/>
              <a:gdLst/>
              <a:ahLst/>
              <a:cxnLst/>
              <a:rect l="l" t="t" r="r" b="b"/>
              <a:pathLst>
                <a:path w="11777" h="935" extrusionOk="0">
                  <a:moveTo>
                    <a:pt x="11758" y="1"/>
                  </a:moveTo>
                  <a:cubicBezTo>
                    <a:pt x="11752" y="1"/>
                    <a:pt x="11746" y="1"/>
                    <a:pt x="11739" y="1"/>
                  </a:cubicBezTo>
                  <a:lnTo>
                    <a:pt x="11776" y="1"/>
                  </a:lnTo>
                  <a:cubicBezTo>
                    <a:pt x="11770" y="1"/>
                    <a:pt x="11764" y="1"/>
                    <a:pt x="11758" y="1"/>
                  </a:cubicBezTo>
                  <a:close/>
                  <a:moveTo>
                    <a:pt x="758" y="1"/>
                  </a:moveTo>
                  <a:cubicBezTo>
                    <a:pt x="336" y="1"/>
                    <a:pt x="0" y="353"/>
                    <a:pt x="0" y="777"/>
                  </a:cubicBezTo>
                  <a:lnTo>
                    <a:pt x="0" y="934"/>
                  </a:lnTo>
                  <a:lnTo>
                    <a:pt x="11000" y="934"/>
                  </a:lnTo>
                  <a:lnTo>
                    <a:pt x="11000" y="777"/>
                  </a:lnTo>
                  <a:cubicBezTo>
                    <a:pt x="11000" y="359"/>
                    <a:pt x="11327" y="11"/>
                    <a:pt x="11739" y="1"/>
                  </a:cubicBezTo>
                  <a:lnTo>
                    <a:pt x="776" y="1"/>
                  </a:lnTo>
                  <a:cubicBezTo>
                    <a:pt x="770" y="1"/>
                    <a:pt x="764" y="1"/>
                    <a:pt x="758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5524907" y="5296761"/>
              <a:ext cx="1854851" cy="147164"/>
            </a:xfrm>
            <a:custGeom>
              <a:avLst/>
              <a:gdLst/>
              <a:ahLst/>
              <a:cxnLst/>
              <a:rect l="l" t="t" r="r" b="b"/>
              <a:pathLst>
                <a:path w="6062" h="935" extrusionOk="0">
                  <a:moveTo>
                    <a:pt x="776" y="1"/>
                  </a:moveTo>
                  <a:cubicBezTo>
                    <a:pt x="346" y="1"/>
                    <a:pt x="0" y="347"/>
                    <a:pt x="0" y="777"/>
                  </a:cubicBezTo>
                  <a:lnTo>
                    <a:pt x="0" y="934"/>
                  </a:lnTo>
                  <a:lnTo>
                    <a:pt x="5296" y="934"/>
                  </a:lnTo>
                  <a:lnTo>
                    <a:pt x="5296" y="777"/>
                  </a:lnTo>
                  <a:cubicBezTo>
                    <a:pt x="5296" y="347"/>
                    <a:pt x="5631" y="1"/>
                    <a:pt x="6061" y="1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161" name="Google Shape;161;p5"/>
            <p:cNvGrpSpPr/>
            <p:nvPr/>
          </p:nvGrpSpPr>
          <p:grpSpPr>
            <a:xfrm>
              <a:off x="-10709" y="263403"/>
              <a:ext cx="448838" cy="860613"/>
              <a:chOff x="561117" y="628348"/>
              <a:chExt cx="448838" cy="855480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65" name="Google Shape;165;p5"/>
            <p:cNvGrpSpPr/>
            <p:nvPr/>
          </p:nvGrpSpPr>
          <p:grpSpPr>
            <a:xfrm>
              <a:off x="8694552" y="263386"/>
              <a:ext cx="448838" cy="855480"/>
              <a:chOff x="4189590" y="628348"/>
              <a:chExt cx="448838" cy="855480"/>
            </a:xfrm>
          </p:grpSpPr>
          <p:sp>
            <p:nvSpPr>
              <p:cNvPr id="166" name="Google Shape;166;p5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"/>
          <p:cNvSpPr txBox="1">
            <a:spLocks noGrp="1"/>
          </p:cNvSpPr>
          <p:nvPr>
            <p:ph type="title"/>
          </p:nvPr>
        </p:nvSpPr>
        <p:spPr>
          <a:xfrm>
            <a:off x="1289700" y="1652300"/>
            <a:ext cx="6564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42" name="Google Shape;242;p8"/>
          <p:cNvGrpSpPr/>
          <p:nvPr/>
        </p:nvGrpSpPr>
        <p:grpSpPr>
          <a:xfrm>
            <a:off x="-540125" y="-9525"/>
            <a:ext cx="10224238" cy="5148650"/>
            <a:chOff x="-540125" y="-9525"/>
            <a:chExt cx="10224238" cy="5148650"/>
          </a:xfrm>
        </p:grpSpPr>
        <p:sp>
          <p:nvSpPr>
            <p:cNvPr id="243" name="Google Shape;243;p8"/>
            <p:cNvSpPr/>
            <p:nvPr/>
          </p:nvSpPr>
          <p:spPr>
            <a:xfrm>
              <a:off x="169868" y="454400"/>
              <a:ext cx="8807154" cy="855436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-9525" y="438375"/>
              <a:ext cx="9153523" cy="302799"/>
            </a:xfrm>
            <a:custGeom>
              <a:avLst/>
              <a:gdLst/>
              <a:ahLst/>
              <a:cxnLst/>
              <a:rect l="l" t="t" r="r" b="b"/>
              <a:pathLst>
                <a:path w="27423" h="1375" extrusionOk="0">
                  <a:moveTo>
                    <a:pt x="1" y="1"/>
                  </a:moveTo>
                  <a:lnTo>
                    <a:pt x="1" y="1374"/>
                  </a:lnTo>
                  <a:lnTo>
                    <a:pt x="27422" y="1374"/>
                  </a:lnTo>
                  <a:lnTo>
                    <a:pt x="274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14452" y="504162"/>
              <a:ext cx="9120845" cy="130625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-134261" y="215612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-540125" y="-9525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-540125" y="-9525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710332" y="375906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-340627" y="121200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" name="Google Shape;251;p8"/>
            <p:cNvGrpSpPr/>
            <p:nvPr/>
          </p:nvGrpSpPr>
          <p:grpSpPr>
            <a:xfrm>
              <a:off x="-369550" y="247648"/>
              <a:ext cx="9889274" cy="4891477"/>
              <a:chOff x="-369550" y="247648"/>
              <a:chExt cx="9889274" cy="4891477"/>
            </a:xfrm>
          </p:grpSpPr>
          <p:sp>
            <p:nvSpPr>
              <p:cNvPr id="252" name="Google Shape;252;p8"/>
              <p:cNvSpPr/>
              <p:nvPr/>
            </p:nvSpPr>
            <p:spPr>
              <a:xfrm>
                <a:off x="243846" y="4505452"/>
                <a:ext cx="8625638" cy="318714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3" name="Google Shape;253;p8"/>
              <p:cNvGrpSpPr/>
              <p:nvPr/>
            </p:nvGrpSpPr>
            <p:grpSpPr>
              <a:xfrm>
                <a:off x="700362" y="4505452"/>
                <a:ext cx="7743276" cy="318714"/>
                <a:chOff x="700362" y="4505452"/>
                <a:chExt cx="7743276" cy="318714"/>
              </a:xfrm>
            </p:grpSpPr>
            <p:sp>
              <p:nvSpPr>
                <p:cNvPr id="254" name="Google Shape;254;p8"/>
                <p:cNvSpPr/>
                <p:nvPr/>
              </p:nvSpPr>
              <p:spPr>
                <a:xfrm>
                  <a:off x="1252412" y="4505452"/>
                  <a:ext cx="6618354" cy="318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8" h="3178" extrusionOk="0">
                      <a:moveTo>
                        <a:pt x="1" y="0"/>
                      </a:moveTo>
                      <a:lnTo>
                        <a:pt x="378" y="3177"/>
                      </a:lnTo>
                      <a:lnTo>
                        <a:pt x="20470" y="3177"/>
                      </a:lnTo>
                      <a:lnTo>
                        <a:pt x="2084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" name="Google Shape;255;p8"/>
                <p:cNvSpPr/>
                <p:nvPr/>
              </p:nvSpPr>
              <p:spPr>
                <a:xfrm>
                  <a:off x="700362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" name="Google Shape;256;p8"/>
                <p:cNvSpPr/>
                <p:nvPr/>
              </p:nvSpPr>
              <p:spPr>
                <a:xfrm>
                  <a:off x="8224275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7" name="Google Shape;257;p8"/>
              <p:cNvSpPr/>
              <p:nvPr/>
            </p:nvSpPr>
            <p:spPr>
              <a:xfrm>
                <a:off x="8868500" y="257125"/>
                <a:ext cx="274226" cy="4609241"/>
              </a:xfrm>
              <a:custGeom>
                <a:avLst/>
                <a:gdLst/>
                <a:ahLst/>
                <a:cxnLst/>
                <a:rect l="l" t="t" r="r" b="b"/>
                <a:pathLst>
                  <a:path w="86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60" y="38737"/>
                    </a:lnTo>
                    <a:lnTo>
                      <a:pt x="8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8"/>
              <p:cNvSpPr/>
              <p:nvPr/>
            </p:nvSpPr>
            <p:spPr>
              <a:xfrm>
                <a:off x="100" y="247648"/>
                <a:ext cx="274225" cy="4618635"/>
              </a:xfrm>
              <a:custGeom>
                <a:avLst/>
                <a:gdLst/>
                <a:ahLst/>
                <a:cxnLst/>
                <a:rect l="l" t="t" r="r" b="b"/>
                <a:pathLst>
                  <a:path w="85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50" y="38737"/>
                    </a:lnTo>
                    <a:lnTo>
                      <a:pt x="8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-157810" y="4820400"/>
                <a:ext cx="9437035" cy="206502"/>
              </a:xfrm>
              <a:custGeom>
                <a:avLst/>
                <a:gdLst/>
                <a:ahLst/>
                <a:cxnLst/>
                <a:rect l="l" t="t" r="r" b="b"/>
                <a:pathLst>
                  <a:path w="30842" h="1312" extrusionOk="0">
                    <a:moveTo>
                      <a:pt x="882" y="0"/>
                    </a:moveTo>
                    <a:cubicBezTo>
                      <a:pt x="1" y="0"/>
                      <a:pt x="1" y="1311"/>
                      <a:pt x="882" y="1311"/>
                    </a:cubicBezTo>
                    <a:lnTo>
                      <a:pt x="30191" y="1311"/>
                    </a:lnTo>
                    <a:cubicBezTo>
                      <a:pt x="30548" y="1311"/>
                      <a:pt x="30841" y="1018"/>
                      <a:pt x="30841" y="651"/>
                    </a:cubicBezTo>
                    <a:cubicBezTo>
                      <a:pt x="30841" y="294"/>
                      <a:pt x="30548" y="0"/>
                      <a:pt x="30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-369550" y="4991961"/>
                <a:ext cx="9889274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32320" h="935" extrusionOk="0">
                    <a:moveTo>
                      <a:pt x="945" y="1"/>
                    </a:moveTo>
                    <a:cubicBezTo>
                      <a:pt x="420" y="1"/>
                      <a:pt x="1" y="420"/>
                      <a:pt x="1" y="934"/>
                    </a:cubicBezTo>
                    <a:lnTo>
                      <a:pt x="32320" y="934"/>
                    </a:lnTo>
                    <a:cubicBezTo>
                      <a:pt x="32320" y="420"/>
                      <a:pt x="31900" y="1"/>
                      <a:pt x="31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1170769" y="4991961"/>
                <a:ext cx="3603526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935" extrusionOk="0">
                    <a:moveTo>
                      <a:pt x="11758" y="1"/>
                    </a:moveTo>
                    <a:cubicBezTo>
                      <a:pt x="11752" y="1"/>
                      <a:pt x="11746" y="1"/>
                      <a:pt x="11739" y="1"/>
                    </a:cubicBezTo>
                    <a:lnTo>
                      <a:pt x="11776" y="1"/>
                    </a:lnTo>
                    <a:cubicBezTo>
                      <a:pt x="11770" y="1"/>
                      <a:pt x="11764" y="1"/>
                      <a:pt x="11758" y="1"/>
                    </a:cubicBezTo>
                    <a:close/>
                    <a:moveTo>
                      <a:pt x="758" y="1"/>
                    </a:moveTo>
                    <a:cubicBezTo>
                      <a:pt x="336" y="1"/>
                      <a:pt x="0" y="353"/>
                      <a:pt x="0" y="777"/>
                    </a:cubicBezTo>
                    <a:lnTo>
                      <a:pt x="0" y="934"/>
                    </a:lnTo>
                    <a:lnTo>
                      <a:pt x="11000" y="934"/>
                    </a:lnTo>
                    <a:lnTo>
                      <a:pt x="11000" y="777"/>
                    </a:lnTo>
                    <a:cubicBezTo>
                      <a:pt x="11000" y="359"/>
                      <a:pt x="11327" y="11"/>
                      <a:pt x="11739" y="1"/>
                    </a:cubicBezTo>
                    <a:lnTo>
                      <a:pt x="776" y="1"/>
                    </a:lnTo>
                    <a:cubicBezTo>
                      <a:pt x="770" y="1"/>
                      <a:pt x="764" y="1"/>
                      <a:pt x="758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5524907" y="4991961"/>
                <a:ext cx="1854851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935" extrusionOk="0">
                    <a:moveTo>
                      <a:pt x="776" y="1"/>
                    </a:moveTo>
                    <a:cubicBezTo>
                      <a:pt x="346" y="1"/>
                      <a:pt x="0" y="347"/>
                      <a:pt x="0" y="777"/>
                    </a:cubicBezTo>
                    <a:lnTo>
                      <a:pt x="0" y="934"/>
                    </a:lnTo>
                    <a:lnTo>
                      <a:pt x="5296" y="934"/>
                    </a:lnTo>
                    <a:lnTo>
                      <a:pt x="5296" y="777"/>
                    </a:lnTo>
                    <a:cubicBezTo>
                      <a:pt x="5296" y="347"/>
                      <a:pt x="5631" y="1"/>
                      <a:pt x="6061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8"/>
            <p:cNvGrpSpPr/>
            <p:nvPr/>
          </p:nvGrpSpPr>
          <p:grpSpPr>
            <a:xfrm>
              <a:off x="-10709" y="444378"/>
              <a:ext cx="448838" cy="860613"/>
              <a:chOff x="561117" y="628348"/>
              <a:chExt cx="448838" cy="855480"/>
            </a:xfrm>
          </p:grpSpPr>
          <p:sp>
            <p:nvSpPr>
              <p:cNvPr id="264" name="Google Shape;264;p8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7" name="Google Shape;267;p8"/>
            <p:cNvGrpSpPr/>
            <p:nvPr/>
          </p:nvGrpSpPr>
          <p:grpSpPr>
            <a:xfrm>
              <a:off x="8694552" y="444361"/>
              <a:ext cx="448838" cy="855480"/>
              <a:chOff x="4189590" y="628348"/>
              <a:chExt cx="448838" cy="855480"/>
            </a:xfrm>
          </p:grpSpPr>
          <p:sp>
            <p:nvSpPr>
              <p:cNvPr id="268" name="Google Shape;268;p8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8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8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bg>
      <p:bgPr>
        <a:solidFill>
          <a:schemeClr val="dk1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17"/>
          <p:cNvGrpSpPr/>
          <p:nvPr/>
        </p:nvGrpSpPr>
        <p:grpSpPr>
          <a:xfrm>
            <a:off x="-540125" y="-190500"/>
            <a:ext cx="10224238" cy="5634425"/>
            <a:chOff x="-540125" y="-190500"/>
            <a:chExt cx="10224238" cy="5634425"/>
          </a:xfrm>
        </p:grpSpPr>
        <p:grpSp>
          <p:nvGrpSpPr>
            <p:cNvPr id="451" name="Google Shape;451;p17"/>
            <p:cNvGrpSpPr/>
            <p:nvPr/>
          </p:nvGrpSpPr>
          <p:grpSpPr>
            <a:xfrm>
              <a:off x="-540125" y="-190500"/>
              <a:ext cx="10224238" cy="5634425"/>
              <a:chOff x="-540125" y="-190500"/>
              <a:chExt cx="10224238" cy="5634425"/>
            </a:xfrm>
          </p:grpSpPr>
          <p:grpSp>
            <p:nvGrpSpPr>
              <p:cNvPr id="452" name="Google Shape;452;p17"/>
              <p:cNvGrpSpPr/>
              <p:nvPr/>
            </p:nvGrpSpPr>
            <p:grpSpPr>
              <a:xfrm>
                <a:off x="-540125" y="-190500"/>
                <a:ext cx="10224238" cy="5634425"/>
                <a:chOff x="-540125" y="-190500"/>
                <a:chExt cx="10224238" cy="5634425"/>
              </a:xfrm>
            </p:grpSpPr>
            <p:grpSp>
              <p:nvGrpSpPr>
                <p:cNvPr id="453" name="Google Shape;453;p17"/>
                <p:cNvGrpSpPr/>
                <p:nvPr/>
              </p:nvGrpSpPr>
              <p:grpSpPr>
                <a:xfrm>
                  <a:off x="123150" y="4810250"/>
                  <a:ext cx="9020846" cy="318721"/>
                  <a:chOff x="66882" y="4401145"/>
                  <a:chExt cx="9060713" cy="305875"/>
                </a:xfrm>
              </p:grpSpPr>
              <p:sp>
                <p:nvSpPr>
                  <p:cNvPr id="454" name="Google Shape;454;p17"/>
                  <p:cNvSpPr/>
                  <p:nvPr/>
                </p:nvSpPr>
                <p:spPr>
                  <a:xfrm>
                    <a:off x="66882" y="4401145"/>
                    <a:ext cx="9060713" cy="305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71" h="3178" extrusionOk="0">
                        <a:moveTo>
                          <a:pt x="1" y="0"/>
                        </a:moveTo>
                        <a:lnTo>
                          <a:pt x="1" y="3177"/>
                        </a:lnTo>
                        <a:lnTo>
                          <a:pt x="27171" y="3177"/>
                        </a:lnTo>
                        <a:lnTo>
                          <a:pt x="2717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17"/>
                  <p:cNvSpPr/>
                  <p:nvPr/>
                </p:nvSpPr>
                <p:spPr>
                  <a:xfrm>
                    <a:off x="1201135" y="4401147"/>
                    <a:ext cx="6647593" cy="305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8" h="3178" extrusionOk="0">
                        <a:moveTo>
                          <a:pt x="1" y="0"/>
                        </a:moveTo>
                        <a:lnTo>
                          <a:pt x="378" y="3177"/>
                        </a:lnTo>
                        <a:lnTo>
                          <a:pt x="20470" y="3177"/>
                        </a:lnTo>
                        <a:lnTo>
                          <a:pt x="20848" y="0"/>
                        </a:lnTo>
                        <a:close/>
                      </a:path>
                    </a:pathLst>
                  </a:custGeom>
                  <a:solidFill>
                    <a:srgbClr val="FFFCF7">
                      <a:alpha val="195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17"/>
                  <p:cNvSpPr/>
                  <p:nvPr/>
                </p:nvSpPr>
                <p:spPr>
                  <a:xfrm>
                    <a:off x="743887" y="4570540"/>
                    <a:ext cx="220332" cy="556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578" extrusionOk="0">
                        <a:moveTo>
                          <a:pt x="366" y="0"/>
                        </a:moveTo>
                        <a:cubicBezTo>
                          <a:pt x="269" y="0"/>
                          <a:pt x="171" y="48"/>
                          <a:pt x="114" y="149"/>
                        </a:cubicBezTo>
                        <a:cubicBezTo>
                          <a:pt x="1" y="346"/>
                          <a:pt x="150" y="578"/>
                          <a:pt x="356" y="578"/>
                        </a:cubicBezTo>
                        <a:cubicBezTo>
                          <a:pt x="379" y="578"/>
                          <a:pt x="403" y="575"/>
                          <a:pt x="428" y="568"/>
                        </a:cubicBezTo>
                        <a:cubicBezTo>
                          <a:pt x="596" y="526"/>
                          <a:pt x="690" y="358"/>
                          <a:pt x="638" y="201"/>
                        </a:cubicBezTo>
                        <a:cubicBezTo>
                          <a:pt x="598" y="70"/>
                          <a:pt x="483" y="0"/>
                          <a:pt x="36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57" name="Google Shape;457;p17"/>
                <p:cNvSpPr/>
                <p:nvPr/>
              </p:nvSpPr>
              <p:spPr>
                <a:xfrm>
                  <a:off x="-134261" y="34637"/>
                  <a:ext cx="9409084" cy="26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8" h="1658" extrusionOk="0">
                      <a:moveTo>
                        <a:pt x="902" y="0"/>
                      </a:moveTo>
                      <a:cubicBezTo>
                        <a:pt x="0" y="0"/>
                        <a:pt x="0" y="1657"/>
                        <a:pt x="902" y="1657"/>
                      </a:cubicBezTo>
                      <a:lnTo>
                        <a:pt x="29247" y="1657"/>
                      </a:lnTo>
                      <a:cubicBezTo>
                        <a:pt x="30138" y="1657"/>
                        <a:pt x="30138" y="0"/>
                        <a:pt x="2924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" name="Google Shape;458;p17"/>
                <p:cNvSpPr/>
                <p:nvPr/>
              </p:nvSpPr>
              <p:spPr>
                <a:xfrm>
                  <a:off x="-540125" y="-190500"/>
                  <a:ext cx="10224238" cy="266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49" h="1689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902" y="1028"/>
                      </a:lnTo>
                      <a:cubicBezTo>
                        <a:pt x="902" y="1395"/>
                        <a:pt x="1195" y="1688"/>
                        <a:pt x="1562" y="1688"/>
                      </a:cubicBezTo>
                      <a:lnTo>
                        <a:pt x="31186" y="1688"/>
                      </a:lnTo>
                      <a:cubicBezTo>
                        <a:pt x="31553" y="1688"/>
                        <a:pt x="31847" y="1395"/>
                        <a:pt x="31847" y="1028"/>
                      </a:cubicBezTo>
                      <a:lnTo>
                        <a:pt x="32749" y="315"/>
                      </a:lnTo>
                      <a:lnTo>
                        <a:pt x="327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459;p17"/>
                <p:cNvSpPr/>
                <p:nvPr/>
              </p:nvSpPr>
              <p:spPr>
                <a:xfrm>
                  <a:off x="-540125" y="-190500"/>
                  <a:ext cx="10221116" cy="49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39" h="315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32738" y="315"/>
                      </a:lnTo>
                      <a:lnTo>
                        <a:pt x="32738" y="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" name="Google Shape;460;p17"/>
                <p:cNvSpPr/>
                <p:nvPr/>
              </p:nvSpPr>
              <p:spPr>
                <a:xfrm>
                  <a:off x="713232" y="111806"/>
                  <a:ext cx="3444951" cy="99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87" h="672" extrusionOk="0">
                      <a:moveTo>
                        <a:pt x="441" y="0"/>
                      </a:moveTo>
                      <a:cubicBezTo>
                        <a:pt x="231" y="11"/>
                        <a:pt x="64" y="147"/>
                        <a:pt x="1" y="336"/>
                      </a:cubicBezTo>
                      <a:cubicBezTo>
                        <a:pt x="64" y="535"/>
                        <a:pt x="231" y="672"/>
                        <a:pt x="441" y="672"/>
                      </a:cubicBezTo>
                      <a:lnTo>
                        <a:pt x="22746" y="672"/>
                      </a:lnTo>
                      <a:cubicBezTo>
                        <a:pt x="22945" y="672"/>
                        <a:pt x="23123" y="535"/>
                        <a:pt x="23186" y="336"/>
                      </a:cubicBezTo>
                      <a:cubicBezTo>
                        <a:pt x="23123" y="147"/>
                        <a:pt x="22945" y="11"/>
                        <a:pt x="22746" y="0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461;p17"/>
                <p:cNvSpPr/>
                <p:nvPr/>
              </p:nvSpPr>
              <p:spPr>
                <a:xfrm>
                  <a:off x="-340627" y="-59775"/>
                  <a:ext cx="9821812" cy="34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60" h="221" extrusionOk="0">
                      <a:moveTo>
                        <a:pt x="1" y="0"/>
                      </a:moveTo>
                      <a:lnTo>
                        <a:pt x="263" y="200"/>
                      </a:lnTo>
                      <a:lnTo>
                        <a:pt x="263" y="221"/>
                      </a:lnTo>
                      <a:lnTo>
                        <a:pt x="31208" y="221"/>
                      </a:lnTo>
                      <a:lnTo>
                        <a:pt x="31208" y="200"/>
                      </a:lnTo>
                      <a:lnTo>
                        <a:pt x="3146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2" name="Google Shape;462;p17"/>
                <p:cNvSpPr/>
                <p:nvPr/>
              </p:nvSpPr>
              <p:spPr>
                <a:xfrm>
                  <a:off x="-157810" y="5125200"/>
                  <a:ext cx="9437035" cy="206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42" h="1312" extrusionOk="0">
                      <a:moveTo>
                        <a:pt x="882" y="0"/>
                      </a:moveTo>
                      <a:cubicBezTo>
                        <a:pt x="1" y="0"/>
                        <a:pt x="1" y="1311"/>
                        <a:pt x="882" y="1311"/>
                      </a:cubicBezTo>
                      <a:lnTo>
                        <a:pt x="30191" y="1311"/>
                      </a:lnTo>
                      <a:cubicBezTo>
                        <a:pt x="30548" y="1311"/>
                        <a:pt x="30841" y="1018"/>
                        <a:pt x="30841" y="651"/>
                      </a:cubicBezTo>
                      <a:cubicBezTo>
                        <a:pt x="30841" y="294"/>
                        <a:pt x="30548" y="0"/>
                        <a:pt x="30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463;p17"/>
                <p:cNvSpPr/>
                <p:nvPr/>
              </p:nvSpPr>
              <p:spPr>
                <a:xfrm>
                  <a:off x="-369550" y="5296761"/>
                  <a:ext cx="9889274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20" h="935" extrusionOk="0">
                      <a:moveTo>
                        <a:pt x="945" y="1"/>
                      </a:moveTo>
                      <a:cubicBezTo>
                        <a:pt x="420" y="1"/>
                        <a:pt x="1" y="420"/>
                        <a:pt x="1" y="934"/>
                      </a:cubicBezTo>
                      <a:lnTo>
                        <a:pt x="32320" y="934"/>
                      </a:lnTo>
                      <a:cubicBezTo>
                        <a:pt x="32320" y="420"/>
                        <a:pt x="31900" y="1"/>
                        <a:pt x="313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4" name="Google Shape;464;p17"/>
                <p:cNvSpPr/>
                <p:nvPr/>
              </p:nvSpPr>
              <p:spPr>
                <a:xfrm>
                  <a:off x="1170769" y="5296761"/>
                  <a:ext cx="3603526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7" h="935" extrusionOk="0">
                      <a:moveTo>
                        <a:pt x="11758" y="1"/>
                      </a:moveTo>
                      <a:cubicBezTo>
                        <a:pt x="11752" y="1"/>
                        <a:pt x="11746" y="1"/>
                        <a:pt x="11739" y="1"/>
                      </a:cubicBezTo>
                      <a:lnTo>
                        <a:pt x="11776" y="1"/>
                      </a:lnTo>
                      <a:cubicBezTo>
                        <a:pt x="11770" y="1"/>
                        <a:pt x="11764" y="1"/>
                        <a:pt x="11758" y="1"/>
                      </a:cubicBezTo>
                      <a:close/>
                      <a:moveTo>
                        <a:pt x="758" y="1"/>
                      </a:moveTo>
                      <a:cubicBezTo>
                        <a:pt x="336" y="1"/>
                        <a:pt x="0" y="353"/>
                        <a:pt x="0" y="777"/>
                      </a:cubicBezTo>
                      <a:lnTo>
                        <a:pt x="0" y="934"/>
                      </a:lnTo>
                      <a:lnTo>
                        <a:pt x="11000" y="934"/>
                      </a:lnTo>
                      <a:lnTo>
                        <a:pt x="11000" y="777"/>
                      </a:lnTo>
                      <a:cubicBezTo>
                        <a:pt x="11000" y="359"/>
                        <a:pt x="11327" y="11"/>
                        <a:pt x="11739" y="1"/>
                      </a:cubicBezTo>
                      <a:lnTo>
                        <a:pt x="776" y="1"/>
                      </a:lnTo>
                      <a:cubicBezTo>
                        <a:pt x="770" y="1"/>
                        <a:pt x="764" y="1"/>
                        <a:pt x="758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" name="Google Shape;465;p17"/>
                <p:cNvSpPr/>
                <p:nvPr/>
              </p:nvSpPr>
              <p:spPr>
                <a:xfrm>
                  <a:off x="5524907" y="5296761"/>
                  <a:ext cx="1854851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2" h="935" extrusionOk="0">
                      <a:moveTo>
                        <a:pt x="776" y="1"/>
                      </a:moveTo>
                      <a:cubicBezTo>
                        <a:pt x="346" y="1"/>
                        <a:pt x="0" y="347"/>
                        <a:pt x="0" y="777"/>
                      </a:cubicBezTo>
                      <a:lnTo>
                        <a:pt x="0" y="934"/>
                      </a:lnTo>
                      <a:lnTo>
                        <a:pt x="5296" y="934"/>
                      </a:lnTo>
                      <a:lnTo>
                        <a:pt x="5296" y="777"/>
                      </a:lnTo>
                      <a:cubicBezTo>
                        <a:pt x="5296" y="347"/>
                        <a:pt x="5631" y="1"/>
                        <a:pt x="6061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" name="Google Shape;466;p17"/>
                <p:cNvSpPr/>
                <p:nvPr/>
              </p:nvSpPr>
              <p:spPr>
                <a:xfrm>
                  <a:off x="8945550" y="247650"/>
                  <a:ext cx="197174" cy="461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60" y="38737"/>
                      </a:lnTo>
                      <a:lnTo>
                        <a:pt x="8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67" name="Google Shape;467;p17"/>
                <p:cNvGrpSpPr/>
                <p:nvPr/>
              </p:nvGrpSpPr>
              <p:grpSpPr>
                <a:xfrm>
                  <a:off x="8694552" y="444361"/>
                  <a:ext cx="448838" cy="855480"/>
                  <a:chOff x="4189590" y="628348"/>
                  <a:chExt cx="448838" cy="855480"/>
                </a:xfrm>
              </p:grpSpPr>
              <p:sp>
                <p:nvSpPr>
                  <p:cNvPr id="468" name="Google Shape;468;p17"/>
                  <p:cNvSpPr/>
                  <p:nvPr/>
                </p:nvSpPr>
                <p:spPr>
                  <a:xfrm>
                    <a:off x="4189590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1" y="1"/>
                        </a:moveTo>
                        <a:lnTo>
                          <a:pt x="1" y="357"/>
                        </a:lnTo>
                        <a:cubicBezTo>
                          <a:pt x="1" y="546"/>
                          <a:pt x="148" y="703"/>
                          <a:pt x="336" y="703"/>
                        </a:cubicBezTo>
                        <a:lnTo>
                          <a:pt x="336" y="871"/>
                        </a:lnTo>
                        <a:cubicBezTo>
                          <a:pt x="323" y="868"/>
                          <a:pt x="310" y="867"/>
                          <a:pt x="298" y="867"/>
                        </a:cubicBezTo>
                        <a:cubicBezTo>
                          <a:pt x="132" y="867"/>
                          <a:pt x="97" y="1122"/>
                          <a:pt x="127" y="1259"/>
                        </a:cubicBezTo>
                        <a:cubicBezTo>
                          <a:pt x="151" y="1439"/>
                          <a:pt x="310" y="1562"/>
                          <a:pt x="484" y="1562"/>
                        </a:cubicBezTo>
                        <a:cubicBezTo>
                          <a:pt x="532" y="1562"/>
                          <a:pt x="582" y="1552"/>
                          <a:pt x="630" y="1532"/>
                        </a:cubicBezTo>
                        <a:lnTo>
                          <a:pt x="640" y="1532"/>
                        </a:lnTo>
                        <a:cubicBezTo>
                          <a:pt x="652" y="1528"/>
                          <a:pt x="664" y="1526"/>
                          <a:pt x="675" y="1526"/>
                        </a:cubicBezTo>
                        <a:cubicBezTo>
                          <a:pt x="822" y="1526"/>
                          <a:pt x="903" y="1826"/>
                          <a:pt x="777" y="1972"/>
                        </a:cubicBezTo>
                        <a:cubicBezTo>
                          <a:pt x="703" y="2056"/>
                          <a:pt x="640" y="2213"/>
                          <a:pt x="640" y="2528"/>
                        </a:cubicBezTo>
                        <a:cubicBezTo>
                          <a:pt x="640" y="3335"/>
                          <a:pt x="1196" y="3723"/>
                          <a:pt x="1448" y="3723"/>
                        </a:cubicBezTo>
                        <a:lnTo>
                          <a:pt x="1448" y="4174"/>
                        </a:lnTo>
                        <a:cubicBezTo>
                          <a:pt x="2192" y="4174"/>
                          <a:pt x="2077" y="5422"/>
                          <a:pt x="1699" y="5422"/>
                        </a:cubicBezTo>
                        <a:lnTo>
                          <a:pt x="1699" y="5758"/>
                        </a:lnTo>
                        <a:lnTo>
                          <a:pt x="2947" y="5758"/>
                        </a:lnTo>
                        <a:lnTo>
                          <a:pt x="3021" y="1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7"/>
                  <p:cNvSpPr/>
                  <p:nvPr/>
                </p:nvSpPr>
                <p:spPr>
                  <a:xfrm>
                    <a:off x="4231636" y="771574"/>
                    <a:ext cx="73395" cy="60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405" extrusionOk="0">
                        <a:moveTo>
                          <a:pt x="269" y="0"/>
                        </a:moveTo>
                        <a:cubicBezTo>
                          <a:pt x="230" y="0"/>
                          <a:pt x="192" y="11"/>
                          <a:pt x="158" y="33"/>
                        </a:cubicBezTo>
                        <a:cubicBezTo>
                          <a:pt x="53" y="85"/>
                          <a:pt x="1" y="201"/>
                          <a:pt x="53" y="316"/>
                        </a:cubicBezTo>
                        <a:cubicBezTo>
                          <a:pt x="92" y="374"/>
                          <a:pt x="155" y="405"/>
                          <a:pt x="219" y="405"/>
                        </a:cubicBezTo>
                        <a:cubicBezTo>
                          <a:pt x="259" y="405"/>
                          <a:pt x="300" y="393"/>
                          <a:pt x="336" y="369"/>
                        </a:cubicBezTo>
                        <a:cubicBezTo>
                          <a:pt x="441" y="316"/>
                          <a:pt x="494" y="201"/>
                          <a:pt x="452" y="96"/>
                        </a:cubicBezTo>
                        <a:cubicBezTo>
                          <a:pt x="411" y="35"/>
                          <a:pt x="340" y="0"/>
                          <a:pt x="26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7"/>
                  <p:cNvSpPr/>
                  <p:nvPr/>
                </p:nvSpPr>
                <p:spPr>
                  <a:xfrm>
                    <a:off x="4322118" y="921485"/>
                    <a:ext cx="183933" cy="20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" h="1370" extrusionOk="0">
                        <a:moveTo>
                          <a:pt x="594" y="0"/>
                        </a:moveTo>
                        <a:cubicBezTo>
                          <a:pt x="564" y="0"/>
                          <a:pt x="534" y="3"/>
                          <a:pt x="503" y="10"/>
                        </a:cubicBezTo>
                        <a:cubicBezTo>
                          <a:pt x="199" y="62"/>
                          <a:pt x="0" y="398"/>
                          <a:pt x="63" y="775"/>
                        </a:cubicBezTo>
                        <a:cubicBezTo>
                          <a:pt x="130" y="1129"/>
                          <a:pt x="380" y="1369"/>
                          <a:pt x="662" y="1369"/>
                        </a:cubicBezTo>
                        <a:cubicBezTo>
                          <a:pt x="689" y="1369"/>
                          <a:pt x="717" y="1367"/>
                          <a:pt x="745" y="1362"/>
                        </a:cubicBezTo>
                        <a:cubicBezTo>
                          <a:pt x="1049" y="1310"/>
                          <a:pt x="1237" y="964"/>
                          <a:pt x="1174" y="586"/>
                        </a:cubicBezTo>
                        <a:cubicBezTo>
                          <a:pt x="1118" y="247"/>
                          <a:pt x="866" y="0"/>
                          <a:pt x="5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1" name="Google Shape;471;p17"/>
                <p:cNvSpPr/>
                <p:nvPr/>
              </p:nvSpPr>
              <p:spPr>
                <a:xfrm>
                  <a:off x="100" y="247650"/>
                  <a:ext cx="183874" cy="4895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50" y="38737"/>
                      </a:lnTo>
                      <a:lnTo>
                        <a:pt x="85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72" name="Google Shape;472;p17"/>
                <p:cNvGrpSpPr/>
                <p:nvPr/>
              </p:nvGrpSpPr>
              <p:grpSpPr>
                <a:xfrm>
                  <a:off x="-10709" y="444378"/>
                  <a:ext cx="448838" cy="860613"/>
                  <a:chOff x="561117" y="628348"/>
                  <a:chExt cx="448838" cy="855480"/>
                </a:xfrm>
              </p:grpSpPr>
              <p:sp>
                <p:nvSpPr>
                  <p:cNvPr id="473" name="Google Shape;473;p17"/>
                  <p:cNvSpPr/>
                  <p:nvPr/>
                </p:nvSpPr>
                <p:spPr>
                  <a:xfrm>
                    <a:off x="561117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3020" y="1"/>
                        </a:moveTo>
                        <a:lnTo>
                          <a:pt x="0" y="11"/>
                        </a:lnTo>
                        <a:lnTo>
                          <a:pt x="73" y="5758"/>
                        </a:lnTo>
                        <a:lnTo>
                          <a:pt x="1321" y="5758"/>
                        </a:lnTo>
                        <a:lnTo>
                          <a:pt x="1321" y="5422"/>
                        </a:lnTo>
                        <a:cubicBezTo>
                          <a:pt x="944" y="5422"/>
                          <a:pt x="828" y="4174"/>
                          <a:pt x="1573" y="4174"/>
                        </a:cubicBezTo>
                        <a:lnTo>
                          <a:pt x="1573" y="3723"/>
                        </a:lnTo>
                        <a:cubicBezTo>
                          <a:pt x="1825" y="3723"/>
                          <a:pt x="2380" y="3335"/>
                          <a:pt x="2380" y="2528"/>
                        </a:cubicBezTo>
                        <a:cubicBezTo>
                          <a:pt x="2380" y="2213"/>
                          <a:pt x="2318" y="2056"/>
                          <a:pt x="2244" y="1972"/>
                        </a:cubicBezTo>
                        <a:cubicBezTo>
                          <a:pt x="2108" y="1826"/>
                          <a:pt x="2189" y="1526"/>
                          <a:pt x="2344" y="1526"/>
                        </a:cubicBezTo>
                        <a:cubicBezTo>
                          <a:pt x="2355" y="1526"/>
                          <a:pt x="2368" y="1528"/>
                          <a:pt x="2380" y="1532"/>
                        </a:cubicBezTo>
                        <a:lnTo>
                          <a:pt x="2391" y="1532"/>
                        </a:lnTo>
                        <a:cubicBezTo>
                          <a:pt x="2437" y="1552"/>
                          <a:pt x="2485" y="1562"/>
                          <a:pt x="2532" y="1562"/>
                        </a:cubicBezTo>
                        <a:cubicBezTo>
                          <a:pt x="2701" y="1562"/>
                          <a:pt x="2861" y="1439"/>
                          <a:pt x="2894" y="1259"/>
                        </a:cubicBezTo>
                        <a:cubicBezTo>
                          <a:pt x="2914" y="1122"/>
                          <a:pt x="2888" y="867"/>
                          <a:pt x="2714" y="867"/>
                        </a:cubicBezTo>
                        <a:cubicBezTo>
                          <a:pt x="2702" y="867"/>
                          <a:pt x="2688" y="868"/>
                          <a:pt x="2674" y="871"/>
                        </a:cubicBezTo>
                        <a:lnTo>
                          <a:pt x="2674" y="703"/>
                        </a:lnTo>
                        <a:cubicBezTo>
                          <a:pt x="2863" y="703"/>
                          <a:pt x="3020" y="546"/>
                          <a:pt x="3020" y="357"/>
                        </a:cubicBezTo>
                        <a:lnTo>
                          <a:pt x="302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7"/>
                  <p:cNvSpPr/>
                  <p:nvPr/>
                </p:nvSpPr>
                <p:spPr>
                  <a:xfrm>
                    <a:off x="694982" y="920890"/>
                    <a:ext cx="187201" cy="203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0" h="1369" extrusionOk="0">
                        <a:moveTo>
                          <a:pt x="673" y="1"/>
                        </a:moveTo>
                        <a:cubicBezTo>
                          <a:pt x="413" y="1"/>
                          <a:pt x="159" y="235"/>
                          <a:pt x="85" y="559"/>
                        </a:cubicBezTo>
                        <a:cubicBezTo>
                          <a:pt x="1" y="926"/>
                          <a:pt x="179" y="1283"/>
                          <a:pt x="473" y="1356"/>
                        </a:cubicBezTo>
                        <a:cubicBezTo>
                          <a:pt x="508" y="1365"/>
                          <a:pt x="544" y="1369"/>
                          <a:pt x="580" y="1369"/>
                        </a:cubicBezTo>
                        <a:cubicBezTo>
                          <a:pt x="848" y="1369"/>
                          <a:pt x="1101" y="1135"/>
                          <a:pt x="1175" y="811"/>
                        </a:cubicBezTo>
                        <a:cubicBezTo>
                          <a:pt x="1259" y="433"/>
                          <a:pt x="1081" y="77"/>
                          <a:pt x="777" y="14"/>
                        </a:cubicBezTo>
                        <a:cubicBezTo>
                          <a:pt x="742" y="5"/>
                          <a:pt x="708" y="1"/>
                          <a:pt x="673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7"/>
                  <p:cNvSpPr/>
                  <p:nvPr/>
                </p:nvSpPr>
                <p:spPr>
                  <a:xfrm>
                    <a:off x="886642" y="773654"/>
                    <a:ext cx="70572" cy="566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81" extrusionOk="0">
                        <a:moveTo>
                          <a:pt x="229" y="0"/>
                        </a:moveTo>
                        <a:cubicBezTo>
                          <a:pt x="151" y="0"/>
                          <a:pt x="70" y="39"/>
                          <a:pt x="22" y="124"/>
                        </a:cubicBezTo>
                        <a:cubicBezTo>
                          <a:pt x="1" y="239"/>
                          <a:pt x="85" y="344"/>
                          <a:pt x="189" y="365"/>
                        </a:cubicBezTo>
                        <a:cubicBezTo>
                          <a:pt x="219" y="376"/>
                          <a:pt x="248" y="381"/>
                          <a:pt x="276" y="381"/>
                        </a:cubicBezTo>
                        <a:cubicBezTo>
                          <a:pt x="359" y="381"/>
                          <a:pt x="431" y="336"/>
                          <a:pt x="462" y="250"/>
                        </a:cubicBezTo>
                        <a:cubicBezTo>
                          <a:pt x="475" y="96"/>
                          <a:pt x="354" y="0"/>
                          <a:pt x="22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476" name="Google Shape;476;p17"/>
              <p:cNvSpPr/>
              <p:nvPr/>
            </p:nvSpPr>
            <p:spPr>
              <a:xfrm>
                <a:off x="14450" y="247294"/>
                <a:ext cx="9120845" cy="206500"/>
              </a:xfrm>
              <a:custGeom>
                <a:avLst/>
                <a:gdLst/>
                <a:ahLst/>
                <a:cxnLst/>
                <a:rect l="l" t="t" r="r" b="b"/>
                <a:pathLst>
                  <a:path w="28723" h="798" extrusionOk="0">
                    <a:moveTo>
                      <a:pt x="0" y="0"/>
                    </a:moveTo>
                    <a:lnTo>
                      <a:pt x="0" y="797"/>
                    </a:lnTo>
                    <a:lnTo>
                      <a:pt x="28722" y="797"/>
                    </a:lnTo>
                    <a:lnTo>
                      <a:pt x="287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7" name="Google Shape;477;p17"/>
            <p:cNvGrpSpPr/>
            <p:nvPr/>
          </p:nvGrpSpPr>
          <p:grpSpPr>
            <a:xfrm>
              <a:off x="384093" y="4954718"/>
              <a:ext cx="8375813" cy="57966"/>
              <a:chOff x="384093" y="4954718"/>
              <a:chExt cx="8375813" cy="57966"/>
            </a:xfrm>
          </p:grpSpPr>
          <p:sp>
            <p:nvSpPr>
              <p:cNvPr id="478" name="Google Shape;478;p17"/>
              <p:cNvSpPr/>
              <p:nvPr/>
            </p:nvSpPr>
            <p:spPr>
              <a:xfrm>
                <a:off x="38409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7"/>
              <p:cNvSpPr/>
              <p:nvPr/>
            </p:nvSpPr>
            <p:spPr>
              <a:xfrm>
                <a:off x="854054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0" name="Google Shape;480;p17"/>
          <p:cNvSpPr txBox="1">
            <a:spLocks noGrp="1"/>
          </p:cNvSpPr>
          <p:nvPr>
            <p:ph type="title"/>
          </p:nvPr>
        </p:nvSpPr>
        <p:spPr>
          <a:xfrm>
            <a:off x="720000" y="1968400"/>
            <a:ext cx="23055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1" name="Google Shape;481;p17"/>
          <p:cNvSpPr txBox="1">
            <a:spLocks noGrp="1"/>
          </p:cNvSpPr>
          <p:nvPr>
            <p:ph type="subTitle" idx="1"/>
          </p:nvPr>
        </p:nvSpPr>
        <p:spPr>
          <a:xfrm>
            <a:off x="720000" y="228842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17"/>
          <p:cNvSpPr txBox="1">
            <a:spLocks noGrp="1"/>
          </p:cNvSpPr>
          <p:nvPr>
            <p:ph type="title" idx="2"/>
          </p:nvPr>
        </p:nvSpPr>
        <p:spPr>
          <a:xfrm>
            <a:off x="3419275" y="1968400"/>
            <a:ext cx="23055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3" name="Google Shape;483;p17"/>
          <p:cNvSpPr txBox="1">
            <a:spLocks noGrp="1"/>
          </p:cNvSpPr>
          <p:nvPr>
            <p:ph type="subTitle" idx="3"/>
          </p:nvPr>
        </p:nvSpPr>
        <p:spPr>
          <a:xfrm>
            <a:off x="3419269" y="228842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17"/>
          <p:cNvSpPr txBox="1">
            <a:spLocks noGrp="1"/>
          </p:cNvSpPr>
          <p:nvPr>
            <p:ph type="title" idx="4"/>
          </p:nvPr>
        </p:nvSpPr>
        <p:spPr>
          <a:xfrm>
            <a:off x="720000" y="3782850"/>
            <a:ext cx="23055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5" name="Google Shape;485;p17"/>
          <p:cNvSpPr txBox="1">
            <a:spLocks noGrp="1"/>
          </p:cNvSpPr>
          <p:nvPr>
            <p:ph type="subTitle" idx="5"/>
          </p:nvPr>
        </p:nvSpPr>
        <p:spPr>
          <a:xfrm>
            <a:off x="720000" y="410282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17"/>
          <p:cNvSpPr txBox="1">
            <a:spLocks noGrp="1"/>
          </p:cNvSpPr>
          <p:nvPr>
            <p:ph type="title" idx="6"/>
          </p:nvPr>
        </p:nvSpPr>
        <p:spPr>
          <a:xfrm>
            <a:off x="3419271" y="3782850"/>
            <a:ext cx="23055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7" name="Google Shape;487;p17"/>
          <p:cNvSpPr txBox="1">
            <a:spLocks noGrp="1"/>
          </p:cNvSpPr>
          <p:nvPr>
            <p:ph type="subTitle" idx="7"/>
          </p:nvPr>
        </p:nvSpPr>
        <p:spPr>
          <a:xfrm>
            <a:off x="3419269" y="410282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17"/>
          <p:cNvSpPr txBox="1">
            <a:spLocks noGrp="1"/>
          </p:cNvSpPr>
          <p:nvPr>
            <p:ph type="title" idx="8"/>
          </p:nvPr>
        </p:nvSpPr>
        <p:spPr>
          <a:xfrm>
            <a:off x="6118550" y="1968400"/>
            <a:ext cx="23055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9" name="Google Shape;489;p17"/>
          <p:cNvSpPr txBox="1">
            <a:spLocks noGrp="1"/>
          </p:cNvSpPr>
          <p:nvPr>
            <p:ph type="subTitle" idx="9"/>
          </p:nvPr>
        </p:nvSpPr>
        <p:spPr>
          <a:xfrm>
            <a:off x="6118545" y="228842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17"/>
          <p:cNvSpPr txBox="1">
            <a:spLocks noGrp="1"/>
          </p:cNvSpPr>
          <p:nvPr>
            <p:ph type="title" idx="13"/>
          </p:nvPr>
        </p:nvSpPr>
        <p:spPr>
          <a:xfrm>
            <a:off x="6118550" y="3782850"/>
            <a:ext cx="23055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91" name="Google Shape;491;p17"/>
          <p:cNvSpPr txBox="1">
            <a:spLocks noGrp="1"/>
          </p:cNvSpPr>
          <p:nvPr>
            <p:ph type="subTitle" idx="14"/>
          </p:nvPr>
        </p:nvSpPr>
        <p:spPr>
          <a:xfrm>
            <a:off x="6118545" y="4102825"/>
            <a:ext cx="23055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17"/>
          <p:cNvSpPr txBox="1">
            <a:spLocks noGrp="1"/>
          </p:cNvSpPr>
          <p:nvPr>
            <p:ph type="title" idx="15" hasCustomPrompt="1"/>
          </p:nvPr>
        </p:nvSpPr>
        <p:spPr>
          <a:xfrm>
            <a:off x="1580700" y="1307799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3" name="Google Shape;493;p17"/>
          <p:cNvSpPr txBox="1">
            <a:spLocks noGrp="1"/>
          </p:cNvSpPr>
          <p:nvPr>
            <p:ph type="title" idx="16" hasCustomPrompt="1"/>
          </p:nvPr>
        </p:nvSpPr>
        <p:spPr>
          <a:xfrm>
            <a:off x="1580700" y="3117543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4" name="Google Shape;494;p17"/>
          <p:cNvSpPr txBox="1">
            <a:spLocks noGrp="1"/>
          </p:cNvSpPr>
          <p:nvPr>
            <p:ph type="title" idx="17" hasCustomPrompt="1"/>
          </p:nvPr>
        </p:nvSpPr>
        <p:spPr>
          <a:xfrm>
            <a:off x="4279974" y="1307799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5" name="Google Shape;495;p17"/>
          <p:cNvSpPr txBox="1">
            <a:spLocks noGrp="1"/>
          </p:cNvSpPr>
          <p:nvPr>
            <p:ph type="title" idx="18" hasCustomPrompt="1"/>
          </p:nvPr>
        </p:nvSpPr>
        <p:spPr>
          <a:xfrm>
            <a:off x="4279974" y="3117543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6" name="Google Shape;496;p17"/>
          <p:cNvSpPr txBox="1">
            <a:spLocks noGrp="1"/>
          </p:cNvSpPr>
          <p:nvPr>
            <p:ph type="title" idx="19" hasCustomPrompt="1"/>
          </p:nvPr>
        </p:nvSpPr>
        <p:spPr>
          <a:xfrm>
            <a:off x="6979249" y="1307799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7" name="Google Shape;497;p17"/>
          <p:cNvSpPr txBox="1">
            <a:spLocks noGrp="1"/>
          </p:cNvSpPr>
          <p:nvPr>
            <p:ph type="title" idx="20" hasCustomPrompt="1"/>
          </p:nvPr>
        </p:nvSpPr>
        <p:spPr>
          <a:xfrm>
            <a:off x="6979249" y="3117543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8" name="Google Shape;498;p17"/>
          <p:cNvSpPr txBox="1">
            <a:spLocks noGrp="1"/>
          </p:cNvSpPr>
          <p:nvPr>
            <p:ph type="title" idx="21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BLANK_1_1_1_1_1_1_1">
    <p:bg>
      <p:bgPr>
        <a:solidFill>
          <a:schemeClr val="dk1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8"/>
          <p:cNvSpPr txBox="1">
            <a:spLocks noGrp="1"/>
          </p:cNvSpPr>
          <p:nvPr>
            <p:ph type="title"/>
          </p:nvPr>
        </p:nvSpPr>
        <p:spPr>
          <a:xfrm>
            <a:off x="1254725" y="1315925"/>
            <a:ext cx="22476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1" name="Google Shape;501;p18"/>
          <p:cNvSpPr txBox="1">
            <a:spLocks noGrp="1"/>
          </p:cNvSpPr>
          <p:nvPr>
            <p:ph type="subTitle" idx="1"/>
          </p:nvPr>
        </p:nvSpPr>
        <p:spPr>
          <a:xfrm>
            <a:off x="1254725" y="1635950"/>
            <a:ext cx="2247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8"/>
          <p:cNvSpPr txBox="1">
            <a:spLocks noGrp="1"/>
          </p:cNvSpPr>
          <p:nvPr>
            <p:ph type="title" idx="2" hasCustomPrompt="1"/>
          </p:nvPr>
        </p:nvSpPr>
        <p:spPr>
          <a:xfrm>
            <a:off x="710475" y="1245886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8"/>
          <p:cNvSpPr txBox="1">
            <a:spLocks noGrp="1"/>
          </p:cNvSpPr>
          <p:nvPr>
            <p:ph type="title" idx="3"/>
          </p:nvPr>
        </p:nvSpPr>
        <p:spPr>
          <a:xfrm>
            <a:off x="1254725" y="3803750"/>
            <a:ext cx="22476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4" name="Google Shape;504;p18"/>
          <p:cNvSpPr txBox="1">
            <a:spLocks noGrp="1"/>
          </p:cNvSpPr>
          <p:nvPr>
            <p:ph type="subTitle" idx="4"/>
          </p:nvPr>
        </p:nvSpPr>
        <p:spPr>
          <a:xfrm>
            <a:off x="1254725" y="4123775"/>
            <a:ext cx="2247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5" name="Google Shape;505;p18"/>
          <p:cNvSpPr txBox="1">
            <a:spLocks noGrp="1"/>
          </p:cNvSpPr>
          <p:nvPr>
            <p:ph type="title" idx="5" hasCustomPrompt="1"/>
          </p:nvPr>
        </p:nvSpPr>
        <p:spPr>
          <a:xfrm>
            <a:off x="710475" y="3733711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6" name="Google Shape;506;p18"/>
          <p:cNvSpPr txBox="1">
            <a:spLocks noGrp="1"/>
          </p:cNvSpPr>
          <p:nvPr>
            <p:ph type="title" idx="6"/>
          </p:nvPr>
        </p:nvSpPr>
        <p:spPr>
          <a:xfrm>
            <a:off x="1254725" y="2559838"/>
            <a:ext cx="22476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7" name="Google Shape;507;p18"/>
          <p:cNvSpPr txBox="1">
            <a:spLocks noGrp="1"/>
          </p:cNvSpPr>
          <p:nvPr>
            <p:ph type="subTitle" idx="7"/>
          </p:nvPr>
        </p:nvSpPr>
        <p:spPr>
          <a:xfrm>
            <a:off x="1254725" y="2879863"/>
            <a:ext cx="2247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18"/>
          <p:cNvSpPr txBox="1">
            <a:spLocks noGrp="1"/>
          </p:cNvSpPr>
          <p:nvPr>
            <p:ph type="title" idx="8" hasCustomPrompt="1"/>
          </p:nvPr>
        </p:nvSpPr>
        <p:spPr>
          <a:xfrm>
            <a:off x="710475" y="2489799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9" name="Google Shape;509;p18"/>
          <p:cNvSpPr txBox="1">
            <a:spLocks noGrp="1"/>
          </p:cNvSpPr>
          <p:nvPr>
            <p:ph type="title" idx="9"/>
          </p:nvPr>
        </p:nvSpPr>
        <p:spPr>
          <a:xfrm>
            <a:off x="4326525" y="1315925"/>
            <a:ext cx="22476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10" name="Google Shape;510;p18"/>
          <p:cNvSpPr txBox="1">
            <a:spLocks noGrp="1"/>
          </p:cNvSpPr>
          <p:nvPr>
            <p:ph type="subTitle" idx="13"/>
          </p:nvPr>
        </p:nvSpPr>
        <p:spPr>
          <a:xfrm>
            <a:off x="4326525" y="1635950"/>
            <a:ext cx="2247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18"/>
          <p:cNvSpPr txBox="1">
            <a:spLocks noGrp="1"/>
          </p:cNvSpPr>
          <p:nvPr>
            <p:ph type="title" idx="14" hasCustomPrompt="1"/>
          </p:nvPr>
        </p:nvSpPr>
        <p:spPr>
          <a:xfrm>
            <a:off x="3782275" y="1245886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2" name="Google Shape;512;p18"/>
          <p:cNvSpPr txBox="1">
            <a:spLocks noGrp="1"/>
          </p:cNvSpPr>
          <p:nvPr>
            <p:ph type="title" idx="15"/>
          </p:nvPr>
        </p:nvSpPr>
        <p:spPr>
          <a:xfrm>
            <a:off x="4326525" y="3803750"/>
            <a:ext cx="22476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13" name="Google Shape;513;p18"/>
          <p:cNvSpPr txBox="1">
            <a:spLocks noGrp="1"/>
          </p:cNvSpPr>
          <p:nvPr>
            <p:ph type="subTitle" idx="16"/>
          </p:nvPr>
        </p:nvSpPr>
        <p:spPr>
          <a:xfrm>
            <a:off x="4326525" y="4123775"/>
            <a:ext cx="2247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4" name="Google Shape;514;p18"/>
          <p:cNvSpPr txBox="1">
            <a:spLocks noGrp="1"/>
          </p:cNvSpPr>
          <p:nvPr>
            <p:ph type="title" idx="17" hasCustomPrompt="1"/>
          </p:nvPr>
        </p:nvSpPr>
        <p:spPr>
          <a:xfrm>
            <a:off x="3782275" y="3733711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5" name="Google Shape;515;p18"/>
          <p:cNvSpPr txBox="1">
            <a:spLocks noGrp="1"/>
          </p:cNvSpPr>
          <p:nvPr>
            <p:ph type="title" idx="18"/>
          </p:nvPr>
        </p:nvSpPr>
        <p:spPr>
          <a:xfrm>
            <a:off x="4326525" y="2559838"/>
            <a:ext cx="2247600" cy="318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16" name="Google Shape;516;p18"/>
          <p:cNvSpPr txBox="1">
            <a:spLocks noGrp="1"/>
          </p:cNvSpPr>
          <p:nvPr>
            <p:ph type="subTitle" idx="19"/>
          </p:nvPr>
        </p:nvSpPr>
        <p:spPr>
          <a:xfrm>
            <a:off x="4326525" y="2879863"/>
            <a:ext cx="2247600" cy="48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7" name="Google Shape;517;p18"/>
          <p:cNvSpPr txBox="1">
            <a:spLocks noGrp="1"/>
          </p:cNvSpPr>
          <p:nvPr>
            <p:ph type="title" idx="20" hasCustomPrompt="1"/>
          </p:nvPr>
        </p:nvSpPr>
        <p:spPr>
          <a:xfrm>
            <a:off x="3782275" y="2489799"/>
            <a:ext cx="584100" cy="44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518" name="Google Shape;518;p18"/>
          <p:cNvGrpSpPr/>
          <p:nvPr/>
        </p:nvGrpSpPr>
        <p:grpSpPr>
          <a:xfrm>
            <a:off x="-540125" y="-190500"/>
            <a:ext cx="10224238" cy="5634425"/>
            <a:chOff x="-540125" y="-190500"/>
            <a:chExt cx="10224238" cy="5634425"/>
          </a:xfrm>
        </p:grpSpPr>
        <p:grpSp>
          <p:nvGrpSpPr>
            <p:cNvPr id="519" name="Google Shape;519;p18"/>
            <p:cNvGrpSpPr/>
            <p:nvPr/>
          </p:nvGrpSpPr>
          <p:grpSpPr>
            <a:xfrm>
              <a:off x="-540125" y="-190500"/>
              <a:ext cx="10224238" cy="5634425"/>
              <a:chOff x="-540125" y="-190500"/>
              <a:chExt cx="10224238" cy="5634425"/>
            </a:xfrm>
          </p:grpSpPr>
          <p:grpSp>
            <p:nvGrpSpPr>
              <p:cNvPr id="520" name="Google Shape;520;p18"/>
              <p:cNvGrpSpPr/>
              <p:nvPr/>
            </p:nvGrpSpPr>
            <p:grpSpPr>
              <a:xfrm>
                <a:off x="-540125" y="-190500"/>
                <a:ext cx="10224238" cy="5634425"/>
                <a:chOff x="-540125" y="-190500"/>
                <a:chExt cx="10224238" cy="5634425"/>
              </a:xfrm>
            </p:grpSpPr>
            <p:grpSp>
              <p:nvGrpSpPr>
                <p:cNvPr id="521" name="Google Shape;521;p18"/>
                <p:cNvGrpSpPr/>
                <p:nvPr/>
              </p:nvGrpSpPr>
              <p:grpSpPr>
                <a:xfrm>
                  <a:off x="123150" y="4810250"/>
                  <a:ext cx="9020846" cy="318721"/>
                  <a:chOff x="66882" y="4401145"/>
                  <a:chExt cx="9060713" cy="305875"/>
                </a:xfrm>
              </p:grpSpPr>
              <p:sp>
                <p:nvSpPr>
                  <p:cNvPr id="522" name="Google Shape;522;p18"/>
                  <p:cNvSpPr/>
                  <p:nvPr/>
                </p:nvSpPr>
                <p:spPr>
                  <a:xfrm>
                    <a:off x="66882" y="4401145"/>
                    <a:ext cx="9060713" cy="305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71" h="3178" extrusionOk="0">
                        <a:moveTo>
                          <a:pt x="1" y="0"/>
                        </a:moveTo>
                        <a:lnTo>
                          <a:pt x="1" y="3177"/>
                        </a:lnTo>
                        <a:lnTo>
                          <a:pt x="27171" y="3177"/>
                        </a:lnTo>
                        <a:lnTo>
                          <a:pt x="2717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18"/>
                  <p:cNvSpPr/>
                  <p:nvPr/>
                </p:nvSpPr>
                <p:spPr>
                  <a:xfrm>
                    <a:off x="1201135" y="4401147"/>
                    <a:ext cx="6647593" cy="305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8" h="3178" extrusionOk="0">
                        <a:moveTo>
                          <a:pt x="1" y="0"/>
                        </a:moveTo>
                        <a:lnTo>
                          <a:pt x="378" y="3177"/>
                        </a:lnTo>
                        <a:lnTo>
                          <a:pt x="20470" y="3177"/>
                        </a:lnTo>
                        <a:lnTo>
                          <a:pt x="20848" y="0"/>
                        </a:lnTo>
                        <a:close/>
                      </a:path>
                    </a:pathLst>
                  </a:custGeom>
                  <a:solidFill>
                    <a:srgbClr val="FFFCF7">
                      <a:alpha val="195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4" name="Google Shape;524;p18"/>
                  <p:cNvSpPr/>
                  <p:nvPr/>
                </p:nvSpPr>
                <p:spPr>
                  <a:xfrm>
                    <a:off x="743887" y="4570540"/>
                    <a:ext cx="220332" cy="556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578" extrusionOk="0">
                        <a:moveTo>
                          <a:pt x="366" y="0"/>
                        </a:moveTo>
                        <a:cubicBezTo>
                          <a:pt x="269" y="0"/>
                          <a:pt x="171" y="48"/>
                          <a:pt x="114" y="149"/>
                        </a:cubicBezTo>
                        <a:cubicBezTo>
                          <a:pt x="1" y="346"/>
                          <a:pt x="150" y="578"/>
                          <a:pt x="356" y="578"/>
                        </a:cubicBezTo>
                        <a:cubicBezTo>
                          <a:pt x="379" y="578"/>
                          <a:pt x="403" y="575"/>
                          <a:pt x="428" y="568"/>
                        </a:cubicBezTo>
                        <a:cubicBezTo>
                          <a:pt x="596" y="526"/>
                          <a:pt x="690" y="358"/>
                          <a:pt x="638" y="201"/>
                        </a:cubicBezTo>
                        <a:cubicBezTo>
                          <a:pt x="598" y="70"/>
                          <a:pt x="483" y="0"/>
                          <a:pt x="36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25" name="Google Shape;525;p18"/>
                <p:cNvSpPr/>
                <p:nvPr/>
              </p:nvSpPr>
              <p:spPr>
                <a:xfrm>
                  <a:off x="-134261" y="34637"/>
                  <a:ext cx="9409084" cy="26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8" h="1658" extrusionOk="0">
                      <a:moveTo>
                        <a:pt x="902" y="0"/>
                      </a:moveTo>
                      <a:cubicBezTo>
                        <a:pt x="0" y="0"/>
                        <a:pt x="0" y="1657"/>
                        <a:pt x="902" y="1657"/>
                      </a:cubicBezTo>
                      <a:lnTo>
                        <a:pt x="29247" y="1657"/>
                      </a:lnTo>
                      <a:cubicBezTo>
                        <a:pt x="30138" y="1657"/>
                        <a:pt x="30138" y="0"/>
                        <a:pt x="2924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6" name="Google Shape;526;p18"/>
                <p:cNvSpPr/>
                <p:nvPr/>
              </p:nvSpPr>
              <p:spPr>
                <a:xfrm>
                  <a:off x="-540125" y="-190500"/>
                  <a:ext cx="10224238" cy="266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49" h="1689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902" y="1028"/>
                      </a:lnTo>
                      <a:cubicBezTo>
                        <a:pt x="902" y="1395"/>
                        <a:pt x="1195" y="1688"/>
                        <a:pt x="1562" y="1688"/>
                      </a:cubicBezTo>
                      <a:lnTo>
                        <a:pt x="31186" y="1688"/>
                      </a:lnTo>
                      <a:cubicBezTo>
                        <a:pt x="31553" y="1688"/>
                        <a:pt x="31847" y="1395"/>
                        <a:pt x="31847" y="1028"/>
                      </a:cubicBezTo>
                      <a:lnTo>
                        <a:pt x="32749" y="315"/>
                      </a:lnTo>
                      <a:lnTo>
                        <a:pt x="327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8"/>
                <p:cNvSpPr/>
                <p:nvPr/>
              </p:nvSpPr>
              <p:spPr>
                <a:xfrm>
                  <a:off x="-540125" y="-190500"/>
                  <a:ext cx="10221116" cy="49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39" h="315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32738" y="315"/>
                      </a:lnTo>
                      <a:lnTo>
                        <a:pt x="32738" y="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8"/>
                <p:cNvSpPr/>
                <p:nvPr/>
              </p:nvSpPr>
              <p:spPr>
                <a:xfrm>
                  <a:off x="713232" y="111806"/>
                  <a:ext cx="3444951" cy="99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87" h="672" extrusionOk="0">
                      <a:moveTo>
                        <a:pt x="441" y="0"/>
                      </a:moveTo>
                      <a:cubicBezTo>
                        <a:pt x="231" y="11"/>
                        <a:pt x="64" y="147"/>
                        <a:pt x="1" y="336"/>
                      </a:cubicBezTo>
                      <a:cubicBezTo>
                        <a:pt x="64" y="535"/>
                        <a:pt x="231" y="672"/>
                        <a:pt x="441" y="672"/>
                      </a:cubicBezTo>
                      <a:lnTo>
                        <a:pt x="22746" y="672"/>
                      </a:lnTo>
                      <a:cubicBezTo>
                        <a:pt x="22945" y="672"/>
                        <a:pt x="23123" y="535"/>
                        <a:pt x="23186" y="336"/>
                      </a:cubicBezTo>
                      <a:cubicBezTo>
                        <a:pt x="23123" y="147"/>
                        <a:pt x="22945" y="11"/>
                        <a:pt x="22746" y="0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8"/>
                <p:cNvSpPr/>
                <p:nvPr/>
              </p:nvSpPr>
              <p:spPr>
                <a:xfrm>
                  <a:off x="-340627" y="-59775"/>
                  <a:ext cx="9821812" cy="34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60" h="221" extrusionOk="0">
                      <a:moveTo>
                        <a:pt x="1" y="0"/>
                      </a:moveTo>
                      <a:lnTo>
                        <a:pt x="263" y="200"/>
                      </a:lnTo>
                      <a:lnTo>
                        <a:pt x="263" y="221"/>
                      </a:lnTo>
                      <a:lnTo>
                        <a:pt x="31208" y="221"/>
                      </a:lnTo>
                      <a:lnTo>
                        <a:pt x="31208" y="200"/>
                      </a:lnTo>
                      <a:lnTo>
                        <a:pt x="3146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18"/>
                <p:cNvSpPr/>
                <p:nvPr/>
              </p:nvSpPr>
              <p:spPr>
                <a:xfrm>
                  <a:off x="-157810" y="5125200"/>
                  <a:ext cx="9437035" cy="206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42" h="1312" extrusionOk="0">
                      <a:moveTo>
                        <a:pt x="882" y="0"/>
                      </a:moveTo>
                      <a:cubicBezTo>
                        <a:pt x="1" y="0"/>
                        <a:pt x="1" y="1311"/>
                        <a:pt x="882" y="1311"/>
                      </a:cubicBezTo>
                      <a:lnTo>
                        <a:pt x="30191" y="1311"/>
                      </a:lnTo>
                      <a:cubicBezTo>
                        <a:pt x="30548" y="1311"/>
                        <a:pt x="30841" y="1018"/>
                        <a:pt x="30841" y="651"/>
                      </a:cubicBezTo>
                      <a:cubicBezTo>
                        <a:pt x="30841" y="294"/>
                        <a:pt x="30548" y="0"/>
                        <a:pt x="30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18"/>
                <p:cNvSpPr/>
                <p:nvPr/>
              </p:nvSpPr>
              <p:spPr>
                <a:xfrm>
                  <a:off x="-369550" y="5296761"/>
                  <a:ext cx="9889274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20" h="935" extrusionOk="0">
                      <a:moveTo>
                        <a:pt x="945" y="1"/>
                      </a:moveTo>
                      <a:cubicBezTo>
                        <a:pt x="420" y="1"/>
                        <a:pt x="1" y="420"/>
                        <a:pt x="1" y="934"/>
                      </a:cubicBezTo>
                      <a:lnTo>
                        <a:pt x="32320" y="934"/>
                      </a:lnTo>
                      <a:cubicBezTo>
                        <a:pt x="32320" y="420"/>
                        <a:pt x="31900" y="1"/>
                        <a:pt x="313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8"/>
                <p:cNvSpPr/>
                <p:nvPr/>
              </p:nvSpPr>
              <p:spPr>
                <a:xfrm>
                  <a:off x="1170769" y="5296761"/>
                  <a:ext cx="3603526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7" h="935" extrusionOk="0">
                      <a:moveTo>
                        <a:pt x="11758" y="1"/>
                      </a:moveTo>
                      <a:cubicBezTo>
                        <a:pt x="11752" y="1"/>
                        <a:pt x="11746" y="1"/>
                        <a:pt x="11739" y="1"/>
                      </a:cubicBezTo>
                      <a:lnTo>
                        <a:pt x="11776" y="1"/>
                      </a:lnTo>
                      <a:cubicBezTo>
                        <a:pt x="11770" y="1"/>
                        <a:pt x="11764" y="1"/>
                        <a:pt x="11758" y="1"/>
                      </a:cubicBezTo>
                      <a:close/>
                      <a:moveTo>
                        <a:pt x="758" y="1"/>
                      </a:moveTo>
                      <a:cubicBezTo>
                        <a:pt x="336" y="1"/>
                        <a:pt x="0" y="353"/>
                        <a:pt x="0" y="777"/>
                      </a:cubicBezTo>
                      <a:lnTo>
                        <a:pt x="0" y="934"/>
                      </a:lnTo>
                      <a:lnTo>
                        <a:pt x="11000" y="934"/>
                      </a:lnTo>
                      <a:lnTo>
                        <a:pt x="11000" y="777"/>
                      </a:lnTo>
                      <a:cubicBezTo>
                        <a:pt x="11000" y="359"/>
                        <a:pt x="11327" y="11"/>
                        <a:pt x="11739" y="1"/>
                      </a:cubicBezTo>
                      <a:lnTo>
                        <a:pt x="776" y="1"/>
                      </a:lnTo>
                      <a:cubicBezTo>
                        <a:pt x="770" y="1"/>
                        <a:pt x="764" y="1"/>
                        <a:pt x="758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18"/>
                <p:cNvSpPr/>
                <p:nvPr/>
              </p:nvSpPr>
              <p:spPr>
                <a:xfrm>
                  <a:off x="5524907" y="5296761"/>
                  <a:ext cx="1854851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2" h="935" extrusionOk="0">
                      <a:moveTo>
                        <a:pt x="776" y="1"/>
                      </a:moveTo>
                      <a:cubicBezTo>
                        <a:pt x="346" y="1"/>
                        <a:pt x="0" y="347"/>
                        <a:pt x="0" y="777"/>
                      </a:cubicBezTo>
                      <a:lnTo>
                        <a:pt x="0" y="934"/>
                      </a:lnTo>
                      <a:lnTo>
                        <a:pt x="5296" y="934"/>
                      </a:lnTo>
                      <a:lnTo>
                        <a:pt x="5296" y="777"/>
                      </a:lnTo>
                      <a:cubicBezTo>
                        <a:pt x="5296" y="347"/>
                        <a:pt x="5631" y="1"/>
                        <a:pt x="6061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" name="Google Shape;534;p18"/>
                <p:cNvSpPr/>
                <p:nvPr/>
              </p:nvSpPr>
              <p:spPr>
                <a:xfrm>
                  <a:off x="8945550" y="247650"/>
                  <a:ext cx="197174" cy="461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60" y="38737"/>
                      </a:lnTo>
                      <a:lnTo>
                        <a:pt x="8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35" name="Google Shape;535;p18"/>
                <p:cNvGrpSpPr/>
                <p:nvPr/>
              </p:nvGrpSpPr>
              <p:grpSpPr>
                <a:xfrm>
                  <a:off x="8694552" y="444361"/>
                  <a:ext cx="448838" cy="855480"/>
                  <a:chOff x="4189590" y="628348"/>
                  <a:chExt cx="448838" cy="855480"/>
                </a:xfrm>
              </p:grpSpPr>
              <p:sp>
                <p:nvSpPr>
                  <p:cNvPr id="536" name="Google Shape;536;p18"/>
                  <p:cNvSpPr/>
                  <p:nvPr/>
                </p:nvSpPr>
                <p:spPr>
                  <a:xfrm>
                    <a:off x="4189590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1" y="1"/>
                        </a:moveTo>
                        <a:lnTo>
                          <a:pt x="1" y="357"/>
                        </a:lnTo>
                        <a:cubicBezTo>
                          <a:pt x="1" y="546"/>
                          <a:pt x="148" y="703"/>
                          <a:pt x="336" y="703"/>
                        </a:cubicBezTo>
                        <a:lnTo>
                          <a:pt x="336" y="871"/>
                        </a:lnTo>
                        <a:cubicBezTo>
                          <a:pt x="323" y="868"/>
                          <a:pt x="310" y="867"/>
                          <a:pt x="298" y="867"/>
                        </a:cubicBezTo>
                        <a:cubicBezTo>
                          <a:pt x="132" y="867"/>
                          <a:pt x="97" y="1122"/>
                          <a:pt x="127" y="1259"/>
                        </a:cubicBezTo>
                        <a:cubicBezTo>
                          <a:pt x="151" y="1439"/>
                          <a:pt x="310" y="1562"/>
                          <a:pt x="484" y="1562"/>
                        </a:cubicBezTo>
                        <a:cubicBezTo>
                          <a:pt x="532" y="1562"/>
                          <a:pt x="582" y="1552"/>
                          <a:pt x="630" y="1532"/>
                        </a:cubicBezTo>
                        <a:lnTo>
                          <a:pt x="640" y="1532"/>
                        </a:lnTo>
                        <a:cubicBezTo>
                          <a:pt x="652" y="1528"/>
                          <a:pt x="664" y="1526"/>
                          <a:pt x="675" y="1526"/>
                        </a:cubicBezTo>
                        <a:cubicBezTo>
                          <a:pt x="822" y="1526"/>
                          <a:pt x="903" y="1826"/>
                          <a:pt x="777" y="1972"/>
                        </a:cubicBezTo>
                        <a:cubicBezTo>
                          <a:pt x="703" y="2056"/>
                          <a:pt x="640" y="2213"/>
                          <a:pt x="640" y="2528"/>
                        </a:cubicBezTo>
                        <a:cubicBezTo>
                          <a:pt x="640" y="3335"/>
                          <a:pt x="1196" y="3723"/>
                          <a:pt x="1448" y="3723"/>
                        </a:cubicBezTo>
                        <a:lnTo>
                          <a:pt x="1448" y="4174"/>
                        </a:lnTo>
                        <a:cubicBezTo>
                          <a:pt x="2192" y="4174"/>
                          <a:pt x="2077" y="5422"/>
                          <a:pt x="1699" y="5422"/>
                        </a:cubicBezTo>
                        <a:lnTo>
                          <a:pt x="1699" y="5758"/>
                        </a:lnTo>
                        <a:lnTo>
                          <a:pt x="2947" y="5758"/>
                        </a:lnTo>
                        <a:lnTo>
                          <a:pt x="3021" y="1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7" name="Google Shape;537;p18"/>
                  <p:cNvSpPr/>
                  <p:nvPr/>
                </p:nvSpPr>
                <p:spPr>
                  <a:xfrm>
                    <a:off x="4231636" y="771574"/>
                    <a:ext cx="73395" cy="60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405" extrusionOk="0">
                        <a:moveTo>
                          <a:pt x="269" y="0"/>
                        </a:moveTo>
                        <a:cubicBezTo>
                          <a:pt x="230" y="0"/>
                          <a:pt x="192" y="11"/>
                          <a:pt x="158" y="33"/>
                        </a:cubicBezTo>
                        <a:cubicBezTo>
                          <a:pt x="53" y="85"/>
                          <a:pt x="1" y="201"/>
                          <a:pt x="53" y="316"/>
                        </a:cubicBezTo>
                        <a:cubicBezTo>
                          <a:pt x="92" y="374"/>
                          <a:pt x="155" y="405"/>
                          <a:pt x="219" y="405"/>
                        </a:cubicBezTo>
                        <a:cubicBezTo>
                          <a:pt x="259" y="405"/>
                          <a:pt x="300" y="393"/>
                          <a:pt x="336" y="369"/>
                        </a:cubicBezTo>
                        <a:cubicBezTo>
                          <a:pt x="441" y="316"/>
                          <a:pt x="494" y="201"/>
                          <a:pt x="452" y="96"/>
                        </a:cubicBezTo>
                        <a:cubicBezTo>
                          <a:pt x="411" y="35"/>
                          <a:pt x="340" y="0"/>
                          <a:pt x="26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" name="Google Shape;538;p18"/>
                  <p:cNvSpPr/>
                  <p:nvPr/>
                </p:nvSpPr>
                <p:spPr>
                  <a:xfrm>
                    <a:off x="4322118" y="921485"/>
                    <a:ext cx="183933" cy="20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" h="1370" extrusionOk="0">
                        <a:moveTo>
                          <a:pt x="594" y="0"/>
                        </a:moveTo>
                        <a:cubicBezTo>
                          <a:pt x="564" y="0"/>
                          <a:pt x="534" y="3"/>
                          <a:pt x="503" y="10"/>
                        </a:cubicBezTo>
                        <a:cubicBezTo>
                          <a:pt x="199" y="62"/>
                          <a:pt x="0" y="398"/>
                          <a:pt x="63" y="775"/>
                        </a:cubicBezTo>
                        <a:cubicBezTo>
                          <a:pt x="130" y="1129"/>
                          <a:pt x="380" y="1369"/>
                          <a:pt x="662" y="1369"/>
                        </a:cubicBezTo>
                        <a:cubicBezTo>
                          <a:pt x="689" y="1369"/>
                          <a:pt x="717" y="1367"/>
                          <a:pt x="745" y="1362"/>
                        </a:cubicBezTo>
                        <a:cubicBezTo>
                          <a:pt x="1049" y="1310"/>
                          <a:pt x="1237" y="964"/>
                          <a:pt x="1174" y="586"/>
                        </a:cubicBezTo>
                        <a:cubicBezTo>
                          <a:pt x="1118" y="247"/>
                          <a:pt x="866" y="0"/>
                          <a:pt x="5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39" name="Google Shape;539;p18"/>
                <p:cNvSpPr/>
                <p:nvPr/>
              </p:nvSpPr>
              <p:spPr>
                <a:xfrm>
                  <a:off x="100" y="247650"/>
                  <a:ext cx="183874" cy="4895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50" y="38737"/>
                      </a:lnTo>
                      <a:lnTo>
                        <a:pt x="85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40" name="Google Shape;540;p18"/>
                <p:cNvGrpSpPr/>
                <p:nvPr/>
              </p:nvGrpSpPr>
              <p:grpSpPr>
                <a:xfrm>
                  <a:off x="-10709" y="444378"/>
                  <a:ext cx="448838" cy="860613"/>
                  <a:chOff x="561117" y="628348"/>
                  <a:chExt cx="448838" cy="855480"/>
                </a:xfrm>
              </p:grpSpPr>
              <p:sp>
                <p:nvSpPr>
                  <p:cNvPr id="541" name="Google Shape;541;p18"/>
                  <p:cNvSpPr/>
                  <p:nvPr/>
                </p:nvSpPr>
                <p:spPr>
                  <a:xfrm>
                    <a:off x="561117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3020" y="1"/>
                        </a:moveTo>
                        <a:lnTo>
                          <a:pt x="0" y="11"/>
                        </a:lnTo>
                        <a:lnTo>
                          <a:pt x="73" y="5758"/>
                        </a:lnTo>
                        <a:lnTo>
                          <a:pt x="1321" y="5758"/>
                        </a:lnTo>
                        <a:lnTo>
                          <a:pt x="1321" y="5422"/>
                        </a:lnTo>
                        <a:cubicBezTo>
                          <a:pt x="944" y="5422"/>
                          <a:pt x="828" y="4174"/>
                          <a:pt x="1573" y="4174"/>
                        </a:cubicBezTo>
                        <a:lnTo>
                          <a:pt x="1573" y="3723"/>
                        </a:lnTo>
                        <a:cubicBezTo>
                          <a:pt x="1825" y="3723"/>
                          <a:pt x="2380" y="3335"/>
                          <a:pt x="2380" y="2528"/>
                        </a:cubicBezTo>
                        <a:cubicBezTo>
                          <a:pt x="2380" y="2213"/>
                          <a:pt x="2318" y="2056"/>
                          <a:pt x="2244" y="1972"/>
                        </a:cubicBezTo>
                        <a:cubicBezTo>
                          <a:pt x="2108" y="1826"/>
                          <a:pt x="2189" y="1526"/>
                          <a:pt x="2344" y="1526"/>
                        </a:cubicBezTo>
                        <a:cubicBezTo>
                          <a:pt x="2355" y="1526"/>
                          <a:pt x="2368" y="1528"/>
                          <a:pt x="2380" y="1532"/>
                        </a:cubicBezTo>
                        <a:lnTo>
                          <a:pt x="2391" y="1532"/>
                        </a:lnTo>
                        <a:cubicBezTo>
                          <a:pt x="2437" y="1552"/>
                          <a:pt x="2485" y="1562"/>
                          <a:pt x="2532" y="1562"/>
                        </a:cubicBezTo>
                        <a:cubicBezTo>
                          <a:pt x="2701" y="1562"/>
                          <a:pt x="2861" y="1439"/>
                          <a:pt x="2894" y="1259"/>
                        </a:cubicBezTo>
                        <a:cubicBezTo>
                          <a:pt x="2914" y="1122"/>
                          <a:pt x="2888" y="867"/>
                          <a:pt x="2714" y="867"/>
                        </a:cubicBezTo>
                        <a:cubicBezTo>
                          <a:pt x="2702" y="867"/>
                          <a:pt x="2688" y="868"/>
                          <a:pt x="2674" y="871"/>
                        </a:cubicBezTo>
                        <a:lnTo>
                          <a:pt x="2674" y="703"/>
                        </a:lnTo>
                        <a:cubicBezTo>
                          <a:pt x="2863" y="703"/>
                          <a:pt x="3020" y="546"/>
                          <a:pt x="3020" y="357"/>
                        </a:cubicBezTo>
                        <a:lnTo>
                          <a:pt x="302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2" name="Google Shape;542;p18"/>
                  <p:cNvSpPr/>
                  <p:nvPr/>
                </p:nvSpPr>
                <p:spPr>
                  <a:xfrm>
                    <a:off x="694982" y="920890"/>
                    <a:ext cx="187201" cy="203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0" h="1369" extrusionOk="0">
                        <a:moveTo>
                          <a:pt x="673" y="1"/>
                        </a:moveTo>
                        <a:cubicBezTo>
                          <a:pt x="413" y="1"/>
                          <a:pt x="159" y="235"/>
                          <a:pt x="85" y="559"/>
                        </a:cubicBezTo>
                        <a:cubicBezTo>
                          <a:pt x="1" y="926"/>
                          <a:pt x="179" y="1283"/>
                          <a:pt x="473" y="1356"/>
                        </a:cubicBezTo>
                        <a:cubicBezTo>
                          <a:pt x="508" y="1365"/>
                          <a:pt x="544" y="1369"/>
                          <a:pt x="580" y="1369"/>
                        </a:cubicBezTo>
                        <a:cubicBezTo>
                          <a:pt x="848" y="1369"/>
                          <a:pt x="1101" y="1135"/>
                          <a:pt x="1175" y="811"/>
                        </a:cubicBezTo>
                        <a:cubicBezTo>
                          <a:pt x="1259" y="433"/>
                          <a:pt x="1081" y="77"/>
                          <a:pt x="777" y="14"/>
                        </a:cubicBezTo>
                        <a:cubicBezTo>
                          <a:pt x="742" y="5"/>
                          <a:pt x="708" y="1"/>
                          <a:pt x="673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3" name="Google Shape;543;p18"/>
                  <p:cNvSpPr/>
                  <p:nvPr/>
                </p:nvSpPr>
                <p:spPr>
                  <a:xfrm>
                    <a:off x="886642" y="773654"/>
                    <a:ext cx="70572" cy="566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81" extrusionOk="0">
                        <a:moveTo>
                          <a:pt x="229" y="0"/>
                        </a:moveTo>
                        <a:cubicBezTo>
                          <a:pt x="151" y="0"/>
                          <a:pt x="70" y="39"/>
                          <a:pt x="22" y="124"/>
                        </a:cubicBezTo>
                        <a:cubicBezTo>
                          <a:pt x="1" y="239"/>
                          <a:pt x="85" y="344"/>
                          <a:pt x="189" y="365"/>
                        </a:cubicBezTo>
                        <a:cubicBezTo>
                          <a:pt x="219" y="376"/>
                          <a:pt x="248" y="381"/>
                          <a:pt x="276" y="381"/>
                        </a:cubicBezTo>
                        <a:cubicBezTo>
                          <a:pt x="359" y="381"/>
                          <a:pt x="431" y="336"/>
                          <a:pt x="462" y="250"/>
                        </a:cubicBezTo>
                        <a:cubicBezTo>
                          <a:pt x="475" y="96"/>
                          <a:pt x="354" y="0"/>
                          <a:pt x="22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544" name="Google Shape;544;p18"/>
              <p:cNvSpPr/>
              <p:nvPr/>
            </p:nvSpPr>
            <p:spPr>
              <a:xfrm>
                <a:off x="14450" y="247294"/>
                <a:ext cx="9120845" cy="206500"/>
              </a:xfrm>
              <a:custGeom>
                <a:avLst/>
                <a:gdLst/>
                <a:ahLst/>
                <a:cxnLst/>
                <a:rect l="l" t="t" r="r" b="b"/>
                <a:pathLst>
                  <a:path w="28723" h="798" extrusionOk="0">
                    <a:moveTo>
                      <a:pt x="0" y="0"/>
                    </a:moveTo>
                    <a:lnTo>
                      <a:pt x="0" y="797"/>
                    </a:lnTo>
                    <a:lnTo>
                      <a:pt x="28722" y="797"/>
                    </a:lnTo>
                    <a:lnTo>
                      <a:pt x="287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18"/>
            <p:cNvGrpSpPr/>
            <p:nvPr/>
          </p:nvGrpSpPr>
          <p:grpSpPr>
            <a:xfrm>
              <a:off x="384093" y="4954718"/>
              <a:ext cx="8375813" cy="57966"/>
              <a:chOff x="384093" y="4954718"/>
              <a:chExt cx="8375813" cy="57966"/>
            </a:xfrm>
          </p:grpSpPr>
          <p:sp>
            <p:nvSpPr>
              <p:cNvPr id="546" name="Google Shape;546;p18"/>
              <p:cNvSpPr/>
              <p:nvPr/>
            </p:nvSpPr>
            <p:spPr>
              <a:xfrm>
                <a:off x="38409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8"/>
              <p:cNvSpPr/>
              <p:nvPr/>
            </p:nvSpPr>
            <p:spPr>
              <a:xfrm>
                <a:off x="854054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8" name="Google Shape;548;p18"/>
          <p:cNvSpPr txBox="1">
            <a:spLocks noGrp="1"/>
          </p:cNvSpPr>
          <p:nvPr>
            <p:ph type="title" idx="21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Google Shape;615;p21"/>
          <p:cNvGrpSpPr/>
          <p:nvPr/>
        </p:nvGrpSpPr>
        <p:grpSpPr>
          <a:xfrm>
            <a:off x="-540125" y="-9525"/>
            <a:ext cx="10224238" cy="5148650"/>
            <a:chOff x="-540125" y="-9525"/>
            <a:chExt cx="10224238" cy="5148650"/>
          </a:xfrm>
        </p:grpSpPr>
        <p:sp>
          <p:nvSpPr>
            <p:cNvPr id="616" name="Google Shape;616;p21"/>
            <p:cNvSpPr/>
            <p:nvPr/>
          </p:nvSpPr>
          <p:spPr>
            <a:xfrm>
              <a:off x="169868" y="454400"/>
              <a:ext cx="8807154" cy="855436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7" name="Google Shape;617;p21"/>
            <p:cNvGrpSpPr/>
            <p:nvPr/>
          </p:nvGrpSpPr>
          <p:grpSpPr>
            <a:xfrm>
              <a:off x="-540125" y="-9525"/>
              <a:ext cx="10224238" cy="5148650"/>
              <a:chOff x="-540125" y="-9525"/>
              <a:chExt cx="10224238" cy="5148650"/>
            </a:xfrm>
          </p:grpSpPr>
          <p:sp>
            <p:nvSpPr>
              <p:cNvPr id="618" name="Google Shape;618;p21"/>
              <p:cNvSpPr/>
              <p:nvPr/>
            </p:nvSpPr>
            <p:spPr>
              <a:xfrm>
                <a:off x="-9525" y="438375"/>
                <a:ext cx="9153523" cy="302799"/>
              </a:xfrm>
              <a:custGeom>
                <a:avLst/>
                <a:gdLst/>
                <a:ahLst/>
                <a:cxnLst/>
                <a:rect l="l" t="t" r="r" b="b"/>
                <a:pathLst>
                  <a:path w="27423" h="1375" extrusionOk="0">
                    <a:moveTo>
                      <a:pt x="1" y="1"/>
                    </a:moveTo>
                    <a:lnTo>
                      <a:pt x="1" y="1374"/>
                    </a:lnTo>
                    <a:lnTo>
                      <a:pt x="27422" y="1374"/>
                    </a:lnTo>
                    <a:lnTo>
                      <a:pt x="274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21"/>
              <p:cNvSpPr/>
              <p:nvPr/>
            </p:nvSpPr>
            <p:spPr>
              <a:xfrm>
                <a:off x="-134261" y="215612"/>
                <a:ext cx="9409084" cy="261761"/>
              </a:xfrm>
              <a:custGeom>
                <a:avLst/>
                <a:gdLst/>
                <a:ahLst/>
                <a:cxnLst/>
                <a:rect l="l" t="t" r="r" b="b"/>
                <a:pathLst>
                  <a:path w="30138" h="1658" extrusionOk="0">
                    <a:moveTo>
                      <a:pt x="902" y="0"/>
                    </a:moveTo>
                    <a:cubicBezTo>
                      <a:pt x="0" y="0"/>
                      <a:pt x="0" y="1657"/>
                      <a:pt x="902" y="1657"/>
                    </a:cubicBezTo>
                    <a:lnTo>
                      <a:pt x="29247" y="1657"/>
                    </a:lnTo>
                    <a:cubicBezTo>
                      <a:pt x="30138" y="1657"/>
                      <a:pt x="30138" y="0"/>
                      <a:pt x="292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21"/>
              <p:cNvSpPr/>
              <p:nvPr/>
            </p:nvSpPr>
            <p:spPr>
              <a:xfrm>
                <a:off x="-540125" y="-9525"/>
                <a:ext cx="10224238" cy="266655"/>
              </a:xfrm>
              <a:custGeom>
                <a:avLst/>
                <a:gdLst/>
                <a:ahLst/>
                <a:cxnLst/>
                <a:rect l="l" t="t" r="r" b="b"/>
                <a:pathLst>
                  <a:path w="32749" h="1689" extrusionOk="0">
                    <a:moveTo>
                      <a:pt x="0" y="0"/>
                    </a:moveTo>
                    <a:lnTo>
                      <a:pt x="0" y="315"/>
                    </a:lnTo>
                    <a:lnTo>
                      <a:pt x="902" y="1028"/>
                    </a:lnTo>
                    <a:cubicBezTo>
                      <a:pt x="902" y="1395"/>
                      <a:pt x="1195" y="1688"/>
                      <a:pt x="1562" y="1688"/>
                    </a:cubicBezTo>
                    <a:lnTo>
                      <a:pt x="31186" y="1688"/>
                    </a:lnTo>
                    <a:cubicBezTo>
                      <a:pt x="31553" y="1688"/>
                      <a:pt x="31847" y="1395"/>
                      <a:pt x="31847" y="1028"/>
                    </a:cubicBezTo>
                    <a:lnTo>
                      <a:pt x="32749" y="315"/>
                    </a:lnTo>
                    <a:lnTo>
                      <a:pt x="327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21"/>
              <p:cNvSpPr/>
              <p:nvPr/>
            </p:nvSpPr>
            <p:spPr>
              <a:xfrm>
                <a:off x="-540125" y="-9525"/>
                <a:ext cx="10221116" cy="49731"/>
              </a:xfrm>
              <a:custGeom>
                <a:avLst/>
                <a:gdLst/>
                <a:ahLst/>
                <a:cxnLst/>
                <a:rect l="l" t="t" r="r" b="b"/>
                <a:pathLst>
                  <a:path w="32739" h="315" extrusionOk="0">
                    <a:moveTo>
                      <a:pt x="0" y="0"/>
                    </a:moveTo>
                    <a:lnTo>
                      <a:pt x="0" y="315"/>
                    </a:lnTo>
                    <a:lnTo>
                      <a:pt x="32738" y="315"/>
                    </a:lnTo>
                    <a:lnTo>
                      <a:pt x="32738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21"/>
              <p:cNvSpPr/>
              <p:nvPr/>
            </p:nvSpPr>
            <p:spPr>
              <a:xfrm>
                <a:off x="710332" y="375906"/>
                <a:ext cx="3444951" cy="99841"/>
              </a:xfrm>
              <a:custGeom>
                <a:avLst/>
                <a:gdLst/>
                <a:ahLst/>
                <a:cxnLst/>
                <a:rect l="l" t="t" r="r" b="b"/>
                <a:pathLst>
                  <a:path w="23187" h="672" extrusionOk="0">
                    <a:moveTo>
                      <a:pt x="441" y="0"/>
                    </a:moveTo>
                    <a:cubicBezTo>
                      <a:pt x="231" y="11"/>
                      <a:pt x="64" y="147"/>
                      <a:pt x="1" y="336"/>
                    </a:cubicBezTo>
                    <a:cubicBezTo>
                      <a:pt x="64" y="535"/>
                      <a:pt x="231" y="672"/>
                      <a:pt x="441" y="672"/>
                    </a:cubicBezTo>
                    <a:lnTo>
                      <a:pt x="22746" y="672"/>
                    </a:lnTo>
                    <a:cubicBezTo>
                      <a:pt x="22945" y="672"/>
                      <a:pt x="23123" y="535"/>
                      <a:pt x="23186" y="336"/>
                    </a:cubicBezTo>
                    <a:cubicBezTo>
                      <a:pt x="23123" y="147"/>
                      <a:pt x="22945" y="11"/>
                      <a:pt x="22746" y="0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21"/>
              <p:cNvSpPr/>
              <p:nvPr/>
            </p:nvSpPr>
            <p:spPr>
              <a:xfrm>
                <a:off x="-340627" y="121200"/>
                <a:ext cx="9821812" cy="34891"/>
              </a:xfrm>
              <a:custGeom>
                <a:avLst/>
                <a:gdLst/>
                <a:ahLst/>
                <a:cxnLst/>
                <a:rect l="l" t="t" r="r" b="b"/>
                <a:pathLst>
                  <a:path w="31460" h="221" extrusionOk="0">
                    <a:moveTo>
                      <a:pt x="1" y="0"/>
                    </a:moveTo>
                    <a:lnTo>
                      <a:pt x="263" y="200"/>
                    </a:lnTo>
                    <a:lnTo>
                      <a:pt x="263" y="221"/>
                    </a:lnTo>
                    <a:lnTo>
                      <a:pt x="31208" y="221"/>
                    </a:lnTo>
                    <a:lnTo>
                      <a:pt x="31208" y="200"/>
                    </a:lnTo>
                    <a:lnTo>
                      <a:pt x="31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4" name="Google Shape;624;p21"/>
              <p:cNvGrpSpPr/>
              <p:nvPr/>
            </p:nvGrpSpPr>
            <p:grpSpPr>
              <a:xfrm>
                <a:off x="-369550" y="247648"/>
                <a:ext cx="9889274" cy="4891477"/>
                <a:chOff x="-369550" y="247648"/>
                <a:chExt cx="9889274" cy="4891477"/>
              </a:xfrm>
            </p:grpSpPr>
            <p:sp>
              <p:nvSpPr>
                <p:cNvPr id="625" name="Google Shape;625;p21"/>
                <p:cNvSpPr/>
                <p:nvPr/>
              </p:nvSpPr>
              <p:spPr>
                <a:xfrm>
                  <a:off x="5025" y="1299850"/>
                  <a:ext cx="9140707" cy="35221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75" h="40289" extrusionOk="0">
                      <a:moveTo>
                        <a:pt x="1" y="0"/>
                      </a:moveTo>
                      <a:lnTo>
                        <a:pt x="1" y="40289"/>
                      </a:lnTo>
                      <a:lnTo>
                        <a:pt x="27674" y="40289"/>
                      </a:lnTo>
                      <a:lnTo>
                        <a:pt x="276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21"/>
                <p:cNvSpPr/>
                <p:nvPr/>
              </p:nvSpPr>
              <p:spPr>
                <a:xfrm>
                  <a:off x="243846" y="4505452"/>
                  <a:ext cx="8625638" cy="318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71" h="3178" extrusionOk="0">
                      <a:moveTo>
                        <a:pt x="1" y="0"/>
                      </a:moveTo>
                      <a:lnTo>
                        <a:pt x="1" y="3177"/>
                      </a:lnTo>
                      <a:lnTo>
                        <a:pt x="27171" y="3177"/>
                      </a:lnTo>
                      <a:lnTo>
                        <a:pt x="2717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27" name="Google Shape;627;p21"/>
                <p:cNvGrpSpPr/>
                <p:nvPr/>
              </p:nvGrpSpPr>
              <p:grpSpPr>
                <a:xfrm>
                  <a:off x="700362" y="4505452"/>
                  <a:ext cx="7743276" cy="318714"/>
                  <a:chOff x="700362" y="4505452"/>
                  <a:chExt cx="7743276" cy="318714"/>
                </a:xfrm>
              </p:grpSpPr>
              <p:sp>
                <p:nvSpPr>
                  <p:cNvPr id="628" name="Google Shape;628;p21"/>
                  <p:cNvSpPr/>
                  <p:nvPr/>
                </p:nvSpPr>
                <p:spPr>
                  <a:xfrm>
                    <a:off x="1252412" y="4505452"/>
                    <a:ext cx="6618354" cy="3187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8" h="3178" extrusionOk="0">
                        <a:moveTo>
                          <a:pt x="1" y="0"/>
                        </a:moveTo>
                        <a:lnTo>
                          <a:pt x="378" y="3177"/>
                        </a:lnTo>
                        <a:lnTo>
                          <a:pt x="20470" y="3177"/>
                        </a:lnTo>
                        <a:lnTo>
                          <a:pt x="20848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29" name="Google Shape;629;p21"/>
                  <p:cNvSpPr/>
                  <p:nvPr/>
                </p:nvSpPr>
                <p:spPr>
                  <a:xfrm>
                    <a:off x="700362" y="4658898"/>
                    <a:ext cx="219363" cy="579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578" extrusionOk="0">
                        <a:moveTo>
                          <a:pt x="366" y="0"/>
                        </a:moveTo>
                        <a:cubicBezTo>
                          <a:pt x="269" y="0"/>
                          <a:pt x="171" y="48"/>
                          <a:pt x="114" y="149"/>
                        </a:cubicBezTo>
                        <a:cubicBezTo>
                          <a:pt x="1" y="346"/>
                          <a:pt x="150" y="578"/>
                          <a:pt x="356" y="578"/>
                        </a:cubicBezTo>
                        <a:cubicBezTo>
                          <a:pt x="379" y="578"/>
                          <a:pt x="403" y="575"/>
                          <a:pt x="428" y="568"/>
                        </a:cubicBezTo>
                        <a:cubicBezTo>
                          <a:pt x="596" y="526"/>
                          <a:pt x="690" y="358"/>
                          <a:pt x="638" y="201"/>
                        </a:cubicBezTo>
                        <a:cubicBezTo>
                          <a:pt x="598" y="70"/>
                          <a:pt x="483" y="0"/>
                          <a:pt x="366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30" name="Google Shape;630;p21"/>
                  <p:cNvSpPr/>
                  <p:nvPr/>
                </p:nvSpPr>
                <p:spPr>
                  <a:xfrm>
                    <a:off x="8224275" y="4658898"/>
                    <a:ext cx="219363" cy="579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578" extrusionOk="0">
                        <a:moveTo>
                          <a:pt x="366" y="0"/>
                        </a:moveTo>
                        <a:cubicBezTo>
                          <a:pt x="269" y="0"/>
                          <a:pt x="171" y="48"/>
                          <a:pt x="114" y="149"/>
                        </a:cubicBezTo>
                        <a:cubicBezTo>
                          <a:pt x="1" y="346"/>
                          <a:pt x="150" y="578"/>
                          <a:pt x="356" y="578"/>
                        </a:cubicBezTo>
                        <a:cubicBezTo>
                          <a:pt x="379" y="578"/>
                          <a:pt x="403" y="575"/>
                          <a:pt x="428" y="568"/>
                        </a:cubicBezTo>
                        <a:cubicBezTo>
                          <a:pt x="596" y="526"/>
                          <a:pt x="690" y="358"/>
                          <a:pt x="638" y="201"/>
                        </a:cubicBezTo>
                        <a:cubicBezTo>
                          <a:pt x="598" y="70"/>
                          <a:pt x="483" y="0"/>
                          <a:pt x="366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31" name="Google Shape;631;p21"/>
                <p:cNvSpPr/>
                <p:nvPr/>
              </p:nvSpPr>
              <p:spPr>
                <a:xfrm>
                  <a:off x="8868500" y="257125"/>
                  <a:ext cx="274226" cy="4609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60" y="38737"/>
                      </a:lnTo>
                      <a:lnTo>
                        <a:pt x="8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21"/>
                <p:cNvSpPr/>
                <p:nvPr/>
              </p:nvSpPr>
              <p:spPr>
                <a:xfrm>
                  <a:off x="100" y="247648"/>
                  <a:ext cx="274225" cy="4618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50" y="38737"/>
                      </a:lnTo>
                      <a:lnTo>
                        <a:pt x="85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21"/>
                <p:cNvSpPr/>
                <p:nvPr/>
              </p:nvSpPr>
              <p:spPr>
                <a:xfrm>
                  <a:off x="-157810" y="4820400"/>
                  <a:ext cx="9437035" cy="206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42" h="1312" extrusionOk="0">
                      <a:moveTo>
                        <a:pt x="882" y="0"/>
                      </a:moveTo>
                      <a:cubicBezTo>
                        <a:pt x="1" y="0"/>
                        <a:pt x="1" y="1311"/>
                        <a:pt x="882" y="1311"/>
                      </a:cubicBezTo>
                      <a:lnTo>
                        <a:pt x="30191" y="1311"/>
                      </a:lnTo>
                      <a:cubicBezTo>
                        <a:pt x="30548" y="1311"/>
                        <a:pt x="30841" y="1018"/>
                        <a:pt x="30841" y="651"/>
                      </a:cubicBezTo>
                      <a:cubicBezTo>
                        <a:pt x="30841" y="294"/>
                        <a:pt x="30548" y="0"/>
                        <a:pt x="30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21"/>
                <p:cNvSpPr/>
                <p:nvPr/>
              </p:nvSpPr>
              <p:spPr>
                <a:xfrm>
                  <a:off x="-369550" y="4991961"/>
                  <a:ext cx="9889274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20" h="935" extrusionOk="0">
                      <a:moveTo>
                        <a:pt x="945" y="1"/>
                      </a:moveTo>
                      <a:cubicBezTo>
                        <a:pt x="420" y="1"/>
                        <a:pt x="1" y="420"/>
                        <a:pt x="1" y="934"/>
                      </a:cubicBezTo>
                      <a:lnTo>
                        <a:pt x="32320" y="934"/>
                      </a:lnTo>
                      <a:cubicBezTo>
                        <a:pt x="32320" y="420"/>
                        <a:pt x="31900" y="1"/>
                        <a:pt x="313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21"/>
                <p:cNvSpPr/>
                <p:nvPr/>
              </p:nvSpPr>
              <p:spPr>
                <a:xfrm>
                  <a:off x="1170769" y="4991961"/>
                  <a:ext cx="3603526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7" h="935" extrusionOk="0">
                      <a:moveTo>
                        <a:pt x="11758" y="1"/>
                      </a:moveTo>
                      <a:cubicBezTo>
                        <a:pt x="11752" y="1"/>
                        <a:pt x="11746" y="1"/>
                        <a:pt x="11739" y="1"/>
                      </a:cubicBezTo>
                      <a:lnTo>
                        <a:pt x="11776" y="1"/>
                      </a:lnTo>
                      <a:cubicBezTo>
                        <a:pt x="11770" y="1"/>
                        <a:pt x="11764" y="1"/>
                        <a:pt x="11758" y="1"/>
                      </a:cubicBezTo>
                      <a:close/>
                      <a:moveTo>
                        <a:pt x="758" y="1"/>
                      </a:moveTo>
                      <a:cubicBezTo>
                        <a:pt x="336" y="1"/>
                        <a:pt x="0" y="353"/>
                        <a:pt x="0" y="777"/>
                      </a:cubicBezTo>
                      <a:lnTo>
                        <a:pt x="0" y="934"/>
                      </a:lnTo>
                      <a:lnTo>
                        <a:pt x="11000" y="934"/>
                      </a:lnTo>
                      <a:lnTo>
                        <a:pt x="11000" y="777"/>
                      </a:lnTo>
                      <a:cubicBezTo>
                        <a:pt x="11000" y="359"/>
                        <a:pt x="11327" y="11"/>
                        <a:pt x="11739" y="1"/>
                      </a:cubicBezTo>
                      <a:lnTo>
                        <a:pt x="776" y="1"/>
                      </a:lnTo>
                      <a:cubicBezTo>
                        <a:pt x="770" y="1"/>
                        <a:pt x="764" y="1"/>
                        <a:pt x="758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21"/>
                <p:cNvSpPr/>
                <p:nvPr/>
              </p:nvSpPr>
              <p:spPr>
                <a:xfrm>
                  <a:off x="5524907" y="4991961"/>
                  <a:ext cx="1854851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2" h="935" extrusionOk="0">
                      <a:moveTo>
                        <a:pt x="776" y="1"/>
                      </a:moveTo>
                      <a:cubicBezTo>
                        <a:pt x="346" y="1"/>
                        <a:pt x="0" y="347"/>
                        <a:pt x="0" y="777"/>
                      </a:cubicBezTo>
                      <a:lnTo>
                        <a:pt x="0" y="934"/>
                      </a:lnTo>
                      <a:lnTo>
                        <a:pt x="5296" y="934"/>
                      </a:lnTo>
                      <a:lnTo>
                        <a:pt x="5296" y="777"/>
                      </a:lnTo>
                      <a:cubicBezTo>
                        <a:pt x="5296" y="347"/>
                        <a:pt x="5631" y="1"/>
                        <a:pt x="6061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7" name="Google Shape;637;p21"/>
              <p:cNvGrpSpPr/>
              <p:nvPr/>
            </p:nvGrpSpPr>
            <p:grpSpPr>
              <a:xfrm>
                <a:off x="-10709" y="444378"/>
                <a:ext cx="448838" cy="860613"/>
                <a:chOff x="561117" y="628348"/>
                <a:chExt cx="448838" cy="855480"/>
              </a:xfrm>
            </p:grpSpPr>
            <p:sp>
              <p:nvSpPr>
                <p:cNvPr id="638" name="Google Shape;638;p21"/>
                <p:cNvSpPr/>
                <p:nvPr/>
              </p:nvSpPr>
              <p:spPr>
                <a:xfrm>
                  <a:off x="561117" y="628348"/>
                  <a:ext cx="448838" cy="85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1" h="5758" extrusionOk="0">
                      <a:moveTo>
                        <a:pt x="3020" y="1"/>
                      </a:moveTo>
                      <a:lnTo>
                        <a:pt x="0" y="11"/>
                      </a:lnTo>
                      <a:lnTo>
                        <a:pt x="73" y="5758"/>
                      </a:lnTo>
                      <a:lnTo>
                        <a:pt x="1321" y="5758"/>
                      </a:lnTo>
                      <a:lnTo>
                        <a:pt x="1321" y="5422"/>
                      </a:lnTo>
                      <a:cubicBezTo>
                        <a:pt x="944" y="5422"/>
                        <a:pt x="828" y="4174"/>
                        <a:pt x="1573" y="4174"/>
                      </a:cubicBezTo>
                      <a:lnTo>
                        <a:pt x="1573" y="3723"/>
                      </a:lnTo>
                      <a:cubicBezTo>
                        <a:pt x="1825" y="3723"/>
                        <a:pt x="2380" y="3335"/>
                        <a:pt x="2380" y="2528"/>
                      </a:cubicBezTo>
                      <a:cubicBezTo>
                        <a:pt x="2380" y="2213"/>
                        <a:pt x="2318" y="2056"/>
                        <a:pt x="2244" y="1972"/>
                      </a:cubicBezTo>
                      <a:cubicBezTo>
                        <a:pt x="2108" y="1826"/>
                        <a:pt x="2189" y="1526"/>
                        <a:pt x="2344" y="1526"/>
                      </a:cubicBezTo>
                      <a:cubicBezTo>
                        <a:pt x="2355" y="1526"/>
                        <a:pt x="2368" y="1528"/>
                        <a:pt x="2380" y="1532"/>
                      </a:cubicBezTo>
                      <a:lnTo>
                        <a:pt x="2391" y="1532"/>
                      </a:lnTo>
                      <a:cubicBezTo>
                        <a:pt x="2437" y="1552"/>
                        <a:pt x="2485" y="1562"/>
                        <a:pt x="2532" y="1562"/>
                      </a:cubicBezTo>
                      <a:cubicBezTo>
                        <a:pt x="2701" y="1562"/>
                        <a:pt x="2861" y="1439"/>
                        <a:pt x="2894" y="1259"/>
                      </a:cubicBezTo>
                      <a:cubicBezTo>
                        <a:pt x="2914" y="1122"/>
                        <a:pt x="2888" y="867"/>
                        <a:pt x="2714" y="867"/>
                      </a:cubicBezTo>
                      <a:cubicBezTo>
                        <a:pt x="2702" y="867"/>
                        <a:pt x="2688" y="868"/>
                        <a:pt x="2674" y="871"/>
                      </a:cubicBezTo>
                      <a:lnTo>
                        <a:pt x="2674" y="703"/>
                      </a:lnTo>
                      <a:cubicBezTo>
                        <a:pt x="2863" y="703"/>
                        <a:pt x="3020" y="546"/>
                        <a:pt x="3020" y="357"/>
                      </a:cubicBezTo>
                      <a:lnTo>
                        <a:pt x="302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21"/>
                <p:cNvSpPr/>
                <p:nvPr/>
              </p:nvSpPr>
              <p:spPr>
                <a:xfrm>
                  <a:off x="694982" y="920890"/>
                  <a:ext cx="187201" cy="20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" h="1369" extrusionOk="0">
                      <a:moveTo>
                        <a:pt x="673" y="1"/>
                      </a:moveTo>
                      <a:cubicBezTo>
                        <a:pt x="413" y="1"/>
                        <a:pt x="159" y="235"/>
                        <a:pt x="85" y="559"/>
                      </a:cubicBezTo>
                      <a:cubicBezTo>
                        <a:pt x="1" y="926"/>
                        <a:pt x="179" y="1283"/>
                        <a:pt x="473" y="1356"/>
                      </a:cubicBezTo>
                      <a:cubicBezTo>
                        <a:pt x="508" y="1365"/>
                        <a:pt x="544" y="1369"/>
                        <a:pt x="580" y="1369"/>
                      </a:cubicBezTo>
                      <a:cubicBezTo>
                        <a:pt x="848" y="1369"/>
                        <a:pt x="1101" y="1135"/>
                        <a:pt x="1175" y="811"/>
                      </a:cubicBezTo>
                      <a:cubicBezTo>
                        <a:pt x="1259" y="433"/>
                        <a:pt x="1081" y="77"/>
                        <a:pt x="777" y="14"/>
                      </a:cubicBezTo>
                      <a:cubicBezTo>
                        <a:pt x="742" y="5"/>
                        <a:pt x="708" y="1"/>
                        <a:pt x="6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21"/>
                <p:cNvSpPr/>
                <p:nvPr/>
              </p:nvSpPr>
              <p:spPr>
                <a:xfrm>
                  <a:off x="886642" y="773654"/>
                  <a:ext cx="70572" cy="5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381" extrusionOk="0">
                      <a:moveTo>
                        <a:pt x="229" y="0"/>
                      </a:moveTo>
                      <a:cubicBezTo>
                        <a:pt x="151" y="0"/>
                        <a:pt x="70" y="39"/>
                        <a:pt x="22" y="124"/>
                      </a:cubicBezTo>
                      <a:cubicBezTo>
                        <a:pt x="1" y="239"/>
                        <a:pt x="85" y="344"/>
                        <a:pt x="189" y="365"/>
                      </a:cubicBezTo>
                      <a:cubicBezTo>
                        <a:pt x="219" y="376"/>
                        <a:pt x="248" y="381"/>
                        <a:pt x="276" y="381"/>
                      </a:cubicBezTo>
                      <a:cubicBezTo>
                        <a:pt x="359" y="381"/>
                        <a:pt x="431" y="336"/>
                        <a:pt x="462" y="250"/>
                      </a:cubicBezTo>
                      <a:cubicBezTo>
                        <a:pt x="475" y="96"/>
                        <a:pt x="354" y="0"/>
                        <a:pt x="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1" name="Google Shape;641;p21"/>
              <p:cNvGrpSpPr/>
              <p:nvPr/>
            </p:nvGrpSpPr>
            <p:grpSpPr>
              <a:xfrm>
                <a:off x="8694552" y="444361"/>
                <a:ext cx="448838" cy="855480"/>
                <a:chOff x="4189590" y="628348"/>
                <a:chExt cx="448838" cy="855480"/>
              </a:xfrm>
            </p:grpSpPr>
            <p:sp>
              <p:nvSpPr>
                <p:cNvPr id="642" name="Google Shape;642;p21"/>
                <p:cNvSpPr/>
                <p:nvPr/>
              </p:nvSpPr>
              <p:spPr>
                <a:xfrm>
                  <a:off x="4189590" y="628348"/>
                  <a:ext cx="448838" cy="85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1" h="5758" extrusionOk="0">
                      <a:moveTo>
                        <a:pt x="1" y="1"/>
                      </a:moveTo>
                      <a:lnTo>
                        <a:pt x="1" y="357"/>
                      </a:lnTo>
                      <a:cubicBezTo>
                        <a:pt x="1" y="546"/>
                        <a:pt x="148" y="703"/>
                        <a:pt x="336" y="703"/>
                      </a:cubicBezTo>
                      <a:lnTo>
                        <a:pt x="336" y="871"/>
                      </a:lnTo>
                      <a:cubicBezTo>
                        <a:pt x="323" y="868"/>
                        <a:pt x="310" y="867"/>
                        <a:pt x="298" y="867"/>
                      </a:cubicBezTo>
                      <a:cubicBezTo>
                        <a:pt x="132" y="867"/>
                        <a:pt x="97" y="1122"/>
                        <a:pt x="127" y="1259"/>
                      </a:cubicBezTo>
                      <a:cubicBezTo>
                        <a:pt x="151" y="1439"/>
                        <a:pt x="310" y="1562"/>
                        <a:pt x="484" y="1562"/>
                      </a:cubicBezTo>
                      <a:cubicBezTo>
                        <a:pt x="532" y="1562"/>
                        <a:pt x="582" y="1552"/>
                        <a:pt x="630" y="1532"/>
                      </a:cubicBezTo>
                      <a:lnTo>
                        <a:pt x="640" y="1532"/>
                      </a:lnTo>
                      <a:cubicBezTo>
                        <a:pt x="652" y="1528"/>
                        <a:pt x="664" y="1526"/>
                        <a:pt x="675" y="1526"/>
                      </a:cubicBezTo>
                      <a:cubicBezTo>
                        <a:pt x="822" y="1526"/>
                        <a:pt x="903" y="1826"/>
                        <a:pt x="777" y="1972"/>
                      </a:cubicBezTo>
                      <a:cubicBezTo>
                        <a:pt x="703" y="2056"/>
                        <a:pt x="640" y="2213"/>
                        <a:pt x="640" y="2528"/>
                      </a:cubicBezTo>
                      <a:cubicBezTo>
                        <a:pt x="640" y="3335"/>
                        <a:pt x="1196" y="3723"/>
                        <a:pt x="1448" y="3723"/>
                      </a:cubicBezTo>
                      <a:lnTo>
                        <a:pt x="1448" y="4174"/>
                      </a:lnTo>
                      <a:cubicBezTo>
                        <a:pt x="2192" y="4174"/>
                        <a:pt x="2077" y="5422"/>
                        <a:pt x="1699" y="5422"/>
                      </a:cubicBezTo>
                      <a:lnTo>
                        <a:pt x="1699" y="5758"/>
                      </a:lnTo>
                      <a:lnTo>
                        <a:pt x="2947" y="5758"/>
                      </a:lnTo>
                      <a:lnTo>
                        <a:pt x="3021" y="1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21"/>
                <p:cNvSpPr/>
                <p:nvPr/>
              </p:nvSpPr>
              <p:spPr>
                <a:xfrm>
                  <a:off x="4231636" y="771574"/>
                  <a:ext cx="73395" cy="60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" h="405" extrusionOk="0">
                      <a:moveTo>
                        <a:pt x="269" y="0"/>
                      </a:moveTo>
                      <a:cubicBezTo>
                        <a:pt x="230" y="0"/>
                        <a:pt x="192" y="11"/>
                        <a:pt x="158" y="33"/>
                      </a:cubicBezTo>
                      <a:cubicBezTo>
                        <a:pt x="53" y="85"/>
                        <a:pt x="1" y="201"/>
                        <a:pt x="53" y="316"/>
                      </a:cubicBezTo>
                      <a:cubicBezTo>
                        <a:pt x="92" y="374"/>
                        <a:pt x="155" y="405"/>
                        <a:pt x="219" y="405"/>
                      </a:cubicBezTo>
                      <a:cubicBezTo>
                        <a:pt x="259" y="405"/>
                        <a:pt x="300" y="393"/>
                        <a:pt x="336" y="369"/>
                      </a:cubicBezTo>
                      <a:cubicBezTo>
                        <a:pt x="441" y="316"/>
                        <a:pt x="494" y="201"/>
                        <a:pt x="452" y="96"/>
                      </a:cubicBezTo>
                      <a:cubicBezTo>
                        <a:pt x="411" y="35"/>
                        <a:pt x="340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21"/>
                <p:cNvSpPr/>
                <p:nvPr/>
              </p:nvSpPr>
              <p:spPr>
                <a:xfrm>
                  <a:off x="4322118" y="921485"/>
                  <a:ext cx="183933" cy="203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" h="1370" extrusionOk="0">
                      <a:moveTo>
                        <a:pt x="594" y="0"/>
                      </a:moveTo>
                      <a:cubicBezTo>
                        <a:pt x="564" y="0"/>
                        <a:pt x="534" y="3"/>
                        <a:pt x="503" y="10"/>
                      </a:cubicBezTo>
                      <a:cubicBezTo>
                        <a:pt x="199" y="62"/>
                        <a:pt x="0" y="398"/>
                        <a:pt x="63" y="775"/>
                      </a:cubicBezTo>
                      <a:cubicBezTo>
                        <a:pt x="130" y="1129"/>
                        <a:pt x="380" y="1369"/>
                        <a:pt x="662" y="1369"/>
                      </a:cubicBezTo>
                      <a:cubicBezTo>
                        <a:pt x="689" y="1369"/>
                        <a:pt x="717" y="1367"/>
                        <a:pt x="745" y="1362"/>
                      </a:cubicBezTo>
                      <a:cubicBezTo>
                        <a:pt x="1049" y="1310"/>
                        <a:pt x="1237" y="964"/>
                        <a:pt x="1174" y="586"/>
                      </a:cubicBezTo>
                      <a:cubicBezTo>
                        <a:pt x="1118" y="247"/>
                        <a:pt x="866" y="0"/>
                        <a:pt x="5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45" name="Google Shape;645;p21"/>
            <p:cNvSpPr/>
            <p:nvPr/>
          </p:nvSpPr>
          <p:spPr>
            <a:xfrm>
              <a:off x="14452" y="504162"/>
              <a:ext cx="9120845" cy="130625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6" name="Google Shape;646;p21"/>
          <p:cNvSpPr txBox="1">
            <a:spLocks noGrp="1"/>
          </p:cNvSpPr>
          <p:nvPr>
            <p:ph type="title"/>
          </p:nvPr>
        </p:nvSpPr>
        <p:spPr>
          <a:xfrm>
            <a:off x="713225" y="3037772"/>
            <a:ext cx="4361400" cy="84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7" name="Google Shape;647;p21"/>
          <p:cNvSpPr txBox="1">
            <a:spLocks noGrp="1"/>
          </p:cNvSpPr>
          <p:nvPr>
            <p:ph type="title" idx="2" hasCustomPrompt="1"/>
          </p:nvPr>
        </p:nvSpPr>
        <p:spPr>
          <a:xfrm>
            <a:off x="748132" y="1829068"/>
            <a:ext cx="1306500" cy="79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48" name="Google Shape;648;p21"/>
          <p:cNvSpPr txBox="1">
            <a:spLocks noGrp="1"/>
          </p:cNvSpPr>
          <p:nvPr>
            <p:ph type="subTitle" idx="1"/>
          </p:nvPr>
        </p:nvSpPr>
        <p:spPr>
          <a:xfrm>
            <a:off x="713225" y="3879575"/>
            <a:ext cx="4361400" cy="349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2">
    <p:bg>
      <p:bgPr>
        <a:solidFill>
          <a:schemeClr val="dk1"/>
        </a:solidFill>
        <a:effectLst/>
      </p:bgPr>
    </p:bg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0" name="Google Shape;650;p22"/>
          <p:cNvGrpSpPr/>
          <p:nvPr/>
        </p:nvGrpSpPr>
        <p:grpSpPr>
          <a:xfrm>
            <a:off x="-540125" y="-9525"/>
            <a:ext cx="10224238" cy="5148650"/>
            <a:chOff x="-540125" y="-9525"/>
            <a:chExt cx="10224238" cy="5148650"/>
          </a:xfrm>
        </p:grpSpPr>
        <p:sp>
          <p:nvSpPr>
            <p:cNvPr id="651" name="Google Shape;651;p22"/>
            <p:cNvSpPr/>
            <p:nvPr/>
          </p:nvSpPr>
          <p:spPr>
            <a:xfrm>
              <a:off x="169868" y="454400"/>
              <a:ext cx="8807154" cy="855436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2"/>
            <p:cNvSpPr/>
            <p:nvPr/>
          </p:nvSpPr>
          <p:spPr>
            <a:xfrm>
              <a:off x="-9525" y="438375"/>
              <a:ext cx="9153523" cy="302799"/>
            </a:xfrm>
            <a:custGeom>
              <a:avLst/>
              <a:gdLst/>
              <a:ahLst/>
              <a:cxnLst/>
              <a:rect l="l" t="t" r="r" b="b"/>
              <a:pathLst>
                <a:path w="27423" h="1375" extrusionOk="0">
                  <a:moveTo>
                    <a:pt x="1" y="1"/>
                  </a:moveTo>
                  <a:lnTo>
                    <a:pt x="1" y="1374"/>
                  </a:lnTo>
                  <a:lnTo>
                    <a:pt x="27422" y="1374"/>
                  </a:lnTo>
                  <a:lnTo>
                    <a:pt x="274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14452" y="504162"/>
              <a:ext cx="9120845" cy="130625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-134261" y="215612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-540125" y="-9525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-540125" y="-9525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710332" y="375906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-340627" y="121200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9" name="Google Shape;659;p22"/>
            <p:cNvGrpSpPr/>
            <p:nvPr/>
          </p:nvGrpSpPr>
          <p:grpSpPr>
            <a:xfrm>
              <a:off x="-369550" y="247648"/>
              <a:ext cx="9889274" cy="4891477"/>
              <a:chOff x="-369550" y="247648"/>
              <a:chExt cx="9889274" cy="4891477"/>
            </a:xfrm>
          </p:grpSpPr>
          <p:sp>
            <p:nvSpPr>
              <p:cNvPr id="660" name="Google Shape;660;p22"/>
              <p:cNvSpPr/>
              <p:nvPr/>
            </p:nvSpPr>
            <p:spPr>
              <a:xfrm>
                <a:off x="5025" y="1299850"/>
                <a:ext cx="9140707" cy="3522165"/>
              </a:xfrm>
              <a:custGeom>
                <a:avLst/>
                <a:gdLst/>
                <a:ahLst/>
                <a:cxnLst/>
                <a:rect l="l" t="t" r="r" b="b"/>
                <a:pathLst>
                  <a:path w="27675" h="40289" extrusionOk="0">
                    <a:moveTo>
                      <a:pt x="1" y="0"/>
                    </a:moveTo>
                    <a:lnTo>
                      <a:pt x="1" y="40289"/>
                    </a:lnTo>
                    <a:lnTo>
                      <a:pt x="27674" y="40289"/>
                    </a:lnTo>
                    <a:lnTo>
                      <a:pt x="276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22"/>
              <p:cNvSpPr/>
              <p:nvPr/>
            </p:nvSpPr>
            <p:spPr>
              <a:xfrm>
                <a:off x="243846" y="4505452"/>
                <a:ext cx="8625638" cy="318714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62" name="Google Shape;662;p22"/>
              <p:cNvGrpSpPr/>
              <p:nvPr/>
            </p:nvGrpSpPr>
            <p:grpSpPr>
              <a:xfrm>
                <a:off x="700362" y="4505452"/>
                <a:ext cx="7743276" cy="318714"/>
                <a:chOff x="700362" y="4505452"/>
                <a:chExt cx="7743276" cy="318714"/>
              </a:xfrm>
            </p:grpSpPr>
            <p:sp>
              <p:nvSpPr>
                <p:cNvPr id="663" name="Google Shape;663;p22"/>
                <p:cNvSpPr/>
                <p:nvPr/>
              </p:nvSpPr>
              <p:spPr>
                <a:xfrm>
                  <a:off x="1252412" y="4505452"/>
                  <a:ext cx="6618354" cy="318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8" h="3178" extrusionOk="0">
                      <a:moveTo>
                        <a:pt x="1" y="0"/>
                      </a:moveTo>
                      <a:lnTo>
                        <a:pt x="378" y="3177"/>
                      </a:lnTo>
                      <a:lnTo>
                        <a:pt x="20470" y="3177"/>
                      </a:lnTo>
                      <a:lnTo>
                        <a:pt x="2084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22"/>
                <p:cNvSpPr/>
                <p:nvPr/>
              </p:nvSpPr>
              <p:spPr>
                <a:xfrm>
                  <a:off x="700362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22"/>
                <p:cNvSpPr/>
                <p:nvPr/>
              </p:nvSpPr>
              <p:spPr>
                <a:xfrm>
                  <a:off x="8224275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66" name="Google Shape;666;p22"/>
              <p:cNvSpPr/>
              <p:nvPr/>
            </p:nvSpPr>
            <p:spPr>
              <a:xfrm>
                <a:off x="8868500" y="257125"/>
                <a:ext cx="274226" cy="4609241"/>
              </a:xfrm>
              <a:custGeom>
                <a:avLst/>
                <a:gdLst/>
                <a:ahLst/>
                <a:cxnLst/>
                <a:rect l="l" t="t" r="r" b="b"/>
                <a:pathLst>
                  <a:path w="86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60" y="38737"/>
                    </a:lnTo>
                    <a:lnTo>
                      <a:pt x="8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22"/>
              <p:cNvSpPr/>
              <p:nvPr/>
            </p:nvSpPr>
            <p:spPr>
              <a:xfrm>
                <a:off x="100" y="247648"/>
                <a:ext cx="274225" cy="4618635"/>
              </a:xfrm>
              <a:custGeom>
                <a:avLst/>
                <a:gdLst/>
                <a:ahLst/>
                <a:cxnLst/>
                <a:rect l="l" t="t" r="r" b="b"/>
                <a:pathLst>
                  <a:path w="85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50" y="38737"/>
                    </a:lnTo>
                    <a:lnTo>
                      <a:pt x="8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22"/>
              <p:cNvSpPr/>
              <p:nvPr/>
            </p:nvSpPr>
            <p:spPr>
              <a:xfrm>
                <a:off x="-157810" y="4820400"/>
                <a:ext cx="9437035" cy="206502"/>
              </a:xfrm>
              <a:custGeom>
                <a:avLst/>
                <a:gdLst/>
                <a:ahLst/>
                <a:cxnLst/>
                <a:rect l="l" t="t" r="r" b="b"/>
                <a:pathLst>
                  <a:path w="30842" h="1312" extrusionOk="0">
                    <a:moveTo>
                      <a:pt x="882" y="0"/>
                    </a:moveTo>
                    <a:cubicBezTo>
                      <a:pt x="1" y="0"/>
                      <a:pt x="1" y="1311"/>
                      <a:pt x="882" y="1311"/>
                    </a:cubicBezTo>
                    <a:lnTo>
                      <a:pt x="30191" y="1311"/>
                    </a:lnTo>
                    <a:cubicBezTo>
                      <a:pt x="30548" y="1311"/>
                      <a:pt x="30841" y="1018"/>
                      <a:pt x="30841" y="651"/>
                    </a:cubicBezTo>
                    <a:cubicBezTo>
                      <a:pt x="30841" y="294"/>
                      <a:pt x="30548" y="0"/>
                      <a:pt x="30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22"/>
              <p:cNvSpPr/>
              <p:nvPr/>
            </p:nvSpPr>
            <p:spPr>
              <a:xfrm>
                <a:off x="-369550" y="4991961"/>
                <a:ext cx="9889274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32320" h="935" extrusionOk="0">
                    <a:moveTo>
                      <a:pt x="945" y="1"/>
                    </a:moveTo>
                    <a:cubicBezTo>
                      <a:pt x="420" y="1"/>
                      <a:pt x="1" y="420"/>
                      <a:pt x="1" y="934"/>
                    </a:cubicBezTo>
                    <a:lnTo>
                      <a:pt x="32320" y="934"/>
                    </a:lnTo>
                    <a:cubicBezTo>
                      <a:pt x="32320" y="420"/>
                      <a:pt x="31900" y="1"/>
                      <a:pt x="31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22"/>
              <p:cNvSpPr/>
              <p:nvPr/>
            </p:nvSpPr>
            <p:spPr>
              <a:xfrm>
                <a:off x="1170769" y="4991961"/>
                <a:ext cx="3603526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935" extrusionOk="0">
                    <a:moveTo>
                      <a:pt x="11758" y="1"/>
                    </a:moveTo>
                    <a:cubicBezTo>
                      <a:pt x="11752" y="1"/>
                      <a:pt x="11746" y="1"/>
                      <a:pt x="11739" y="1"/>
                    </a:cubicBezTo>
                    <a:lnTo>
                      <a:pt x="11776" y="1"/>
                    </a:lnTo>
                    <a:cubicBezTo>
                      <a:pt x="11770" y="1"/>
                      <a:pt x="11764" y="1"/>
                      <a:pt x="11758" y="1"/>
                    </a:cubicBezTo>
                    <a:close/>
                    <a:moveTo>
                      <a:pt x="758" y="1"/>
                    </a:moveTo>
                    <a:cubicBezTo>
                      <a:pt x="336" y="1"/>
                      <a:pt x="0" y="353"/>
                      <a:pt x="0" y="777"/>
                    </a:cubicBezTo>
                    <a:lnTo>
                      <a:pt x="0" y="934"/>
                    </a:lnTo>
                    <a:lnTo>
                      <a:pt x="11000" y="934"/>
                    </a:lnTo>
                    <a:lnTo>
                      <a:pt x="11000" y="777"/>
                    </a:lnTo>
                    <a:cubicBezTo>
                      <a:pt x="11000" y="359"/>
                      <a:pt x="11327" y="11"/>
                      <a:pt x="11739" y="1"/>
                    </a:cubicBezTo>
                    <a:lnTo>
                      <a:pt x="776" y="1"/>
                    </a:lnTo>
                    <a:cubicBezTo>
                      <a:pt x="770" y="1"/>
                      <a:pt x="764" y="1"/>
                      <a:pt x="758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22"/>
              <p:cNvSpPr/>
              <p:nvPr/>
            </p:nvSpPr>
            <p:spPr>
              <a:xfrm>
                <a:off x="5524907" y="4991961"/>
                <a:ext cx="1854851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935" extrusionOk="0">
                    <a:moveTo>
                      <a:pt x="776" y="1"/>
                    </a:moveTo>
                    <a:cubicBezTo>
                      <a:pt x="346" y="1"/>
                      <a:pt x="0" y="347"/>
                      <a:pt x="0" y="777"/>
                    </a:cubicBezTo>
                    <a:lnTo>
                      <a:pt x="0" y="934"/>
                    </a:lnTo>
                    <a:lnTo>
                      <a:pt x="5296" y="934"/>
                    </a:lnTo>
                    <a:lnTo>
                      <a:pt x="5296" y="777"/>
                    </a:lnTo>
                    <a:cubicBezTo>
                      <a:pt x="5296" y="347"/>
                      <a:pt x="5631" y="1"/>
                      <a:pt x="6061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2" name="Google Shape;672;p22"/>
            <p:cNvGrpSpPr/>
            <p:nvPr/>
          </p:nvGrpSpPr>
          <p:grpSpPr>
            <a:xfrm>
              <a:off x="-10709" y="444378"/>
              <a:ext cx="448838" cy="860613"/>
              <a:chOff x="561117" y="628348"/>
              <a:chExt cx="448838" cy="855480"/>
            </a:xfrm>
          </p:grpSpPr>
          <p:sp>
            <p:nvSpPr>
              <p:cNvPr id="673" name="Google Shape;673;p22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22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22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6" name="Google Shape;676;p22"/>
            <p:cNvGrpSpPr/>
            <p:nvPr/>
          </p:nvGrpSpPr>
          <p:grpSpPr>
            <a:xfrm>
              <a:off x="8694552" y="444361"/>
              <a:ext cx="448838" cy="855480"/>
              <a:chOff x="4189590" y="628348"/>
              <a:chExt cx="448838" cy="855480"/>
            </a:xfrm>
          </p:grpSpPr>
          <p:sp>
            <p:nvSpPr>
              <p:cNvPr id="677" name="Google Shape;677;p22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22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22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80" name="Google Shape;680;p22"/>
          <p:cNvSpPr txBox="1">
            <a:spLocks noGrp="1"/>
          </p:cNvSpPr>
          <p:nvPr>
            <p:ph type="title"/>
          </p:nvPr>
        </p:nvSpPr>
        <p:spPr>
          <a:xfrm>
            <a:off x="3363175" y="2918054"/>
            <a:ext cx="5067600" cy="84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1" name="Google Shape;681;p22"/>
          <p:cNvSpPr txBox="1">
            <a:spLocks noGrp="1"/>
          </p:cNvSpPr>
          <p:nvPr>
            <p:ph type="title" idx="2" hasCustomPrompt="1"/>
          </p:nvPr>
        </p:nvSpPr>
        <p:spPr>
          <a:xfrm>
            <a:off x="7078905" y="1697868"/>
            <a:ext cx="1306500" cy="84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82" name="Google Shape;682;p22"/>
          <p:cNvSpPr txBox="1">
            <a:spLocks noGrp="1"/>
          </p:cNvSpPr>
          <p:nvPr>
            <p:ph type="subTitle" idx="1"/>
          </p:nvPr>
        </p:nvSpPr>
        <p:spPr>
          <a:xfrm>
            <a:off x="3363175" y="3767078"/>
            <a:ext cx="5067600" cy="324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3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23"/>
          <p:cNvGrpSpPr/>
          <p:nvPr/>
        </p:nvGrpSpPr>
        <p:grpSpPr>
          <a:xfrm>
            <a:off x="-540119" y="-2575"/>
            <a:ext cx="10224238" cy="5148650"/>
            <a:chOff x="-540119" y="-2575"/>
            <a:chExt cx="10224238" cy="5148650"/>
          </a:xfrm>
        </p:grpSpPr>
        <p:sp>
          <p:nvSpPr>
            <p:cNvPr id="685" name="Google Shape;685;p23"/>
            <p:cNvSpPr/>
            <p:nvPr/>
          </p:nvSpPr>
          <p:spPr>
            <a:xfrm>
              <a:off x="169874" y="461350"/>
              <a:ext cx="8807154" cy="855436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3"/>
            <p:cNvSpPr/>
            <p:nvPr/>
          </p:nvSpPr>
          <p:spPr>
            <a:xfrm>
              <a:off x="-9519" y="445325"/>
              <a:ext cx="9153523" cy="302799"/>
            </a:xfrm>
            <a:custGeom>
              <a:avLst/>
              <a:gdLst/>
              <a:ahLst/>
              <a:cxnLst/>
              <a:rect l="l" t="t" r="r" b="b"/>
              <a:pathLst>
                <a:path w="27423" h="1375" extrusionOk="0">
                  <a:moveTo>
                    <a:pt x="1" y="1"/>
                  </a:moveTo>
                  <a:lnTo>
                    <a:pt x="1" y="1374"/>
                  </a:lnTo>
                  <a:lnTo>
                    <a:pt x="27422" y="1374"/>
                  </a:lnTo>
                  <a:lnTo>
                    <a:pt x="274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3"/>
            <p:cNvSpPr/>
            <p:nvPr/>
          </p:nvSpPr>
          <p:spPr>
            <a:xfrm>
              <a:off x="14458" y="511112"/>
              <a:ext cx="9120845" cy="130625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3"/>
            <p:cNvSpPr/>
            <p:nvPr/>
          </p:nvSpPr>
          <p:spPr>
            <a:xfrm>
              <a:off x="-134255" y="222562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3"/>
            <p:cNvSpPr/>
            <p:nvPr/>
          </p:nvSpPr>
          <p:spPr>
            <a:xfrm>
              <a:off x="-540119" y="-2575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3"/>
            <p:cNvSpPr/>
            <p:nvPr/>
          </p:nvSpPr>
          <p:spPr>
            <a:xfrm>
              <a:off x="-540119" y="-2575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3"/>
            <p:cNvSpPr/>
            <p:nvPr/>
          </p:nvSpPr>
          <p:spPr>
            <a:xfrm>
              <a:off x="710338" y="382856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3"/>
            <p:cNvSpPr/>
            <p:nvPr/>
          </p:nvSpPr>
          <p:spPr>
            <a:xfrm>
              <a:off x="-340621" y="128150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3" name="Google Shape;693;p23"/>
            <p:cNvGrpSpPr/>
            <p:nvPr/>
          </p:nvGrpSpPr>
          <p:grpSpPr>
            <a:xfrm>
              <a:off x="-369544" y="254598"/>
              <a:ext cx="9889274" cy="4891477"/>
              <a:chOff x="-369550" y="247648"/>
              <a:chExt cx="9889274" cy="4891477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5025" y="1299850"/>
                <a:ext cx="9140707" cy="3522165"/>
              </a:xfrm>
              <a:custGeom>
                <a:avLst/>
                <a:gdLst/>
                <a:ahLst/>
                <a:cxnLst/>
                <a:rect l="l" t="t" r="r" b="b"/>
                <a:pathLst>
                  <a:path w="27675" h="40289" extrusionOk="0">
                    <a:moveTo>
                      <a:pt x="1" y="0"/>
                    </a:moveTo>
                    <a:lnTo>
                      <a:pt x="1" y="40289"/>
                    </a:lnTo>
                    <a:lnTo>
                      <a:pt x="27674" y="40289"/>
                    </a:lnTo>
                    <a:lnTo>
                      <a:pt x="276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243846" y="4505452"/>
                <a:ext cx="8625638" cy="318714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00362" y="4505452"/>
                <a:ext cx="7743276" cy="318714"/>
                <a:chOff x="700362" y="4505452"/>
                <a:chExt cx="7743276" cy="31871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1252412" y="4505452"/>
                  <a:ext cx="6618354" cy="318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8" h="3178" extrusionOk="0">
                      <a:moveTo>
                        <a:pt x="1" y="0"/>
                      </a:moveTo>
                      <a:lnTo>
                        <a:pt x="378" y="3177"/>
                      </a:lnTo>
                      <a:lnTo>
                        <a:pt x="20470" y="3177"/>
                      </a:lnTo>
                      <a:lnTo>
                        <a:pt x="2084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00362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8224275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0" name="Google Shape;700;p23"/>
              <p:cNvSpPr/>
              <p:nvPr/>
            </p:nvSpPr>
            <p:spPr>
              <a:xfrm>
                <a:off x="8868500" y="257125"/>
                <a:ext cx="274226" cy="4609241"/>
              </a:xfrm>
              <a:custGeom>
                <a:avLst/>
                <a:gdLst/>
                <a:ahLst/>
                <a:cxnLst/>
                <a:rect l="l" t="t" r="r" b="b"/>
                <a:pathLst>
                  <a:path w="86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60" y="38737"/>
                    </a:lnTo>
                    <a:lnTo>
                      <a:pt x="8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23"/>
              <p:cNvSpPr/>
              <p:nvPr/>
            </p:nvSpPr>
            <p:spPr>
              <a:xfrm>
                <a:off x="100" y="247648"/>
                <a:ext cx="274225" cy="4618635"/>
              </a:xfrm>
              <a:custGeom>
                <a:avLst/>
                <a:gdLst/>
                <a:ahLst/>
                <a:cxnLst/>
                <a:rect l="l" t="t" r="r" b="b"/>
                <a:pathLst>
                  <a:path w="85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50" y="38737"/>
                    </a:lnTo>
                    <a:lnTo>
                      <a:pt x="8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23"/>
              <p:cNvSpPr/>
              <p:nvPr/>
            </p:nvSpPr>
            <p:spPr>
              <a:xfrm>
                <a:off x="-157810" y="4820400"/>
                <a:ext cx="9437035" cy="206502"/>
              </a:xfrm>
              <a:custGeom>
                <a:avLst/>
                <a:gdLst/>
                <a:ahLst/>
                <a:cxnLst/>
                <a:rect l="l" t="t" r="r" b="b"/>
                <a:pathLst>
                  <a:path w="30842" h="1312" extrusionOk="0">
                    <a:moveTo>
                      <a:pt x="882" y="0"/>
                    </a:moveTo>
                    <a:cubicBezTo>
                      <a:pt x="1" y="0"/>
                      <a:pt x="1" y="1311"/>
                      <a:pt x="882" y="1311"/>
                    </a:cubicBezTo>
                    <a:lnTo>
                      <a:pt x="30191" y="1311"/>
                    </a:lnTo>
                    <a:cubicBezTo>
                      <a:pt x="30548" y="1311"/>
                      <a:pt x="30841" y="1018"/>
                      <a:pt x="30841" y="651"/>
                    </a:cubicBezTo>
                    <a:cubicBezTo>
                      <a:pt x="30841" y="294"/>
                      <a:pt x="30548" y="0"/>
                      <a:pt x="30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23"/>
              <p:cNvSpPr/>
              <p:nvPr/>
            </p:nvSpPr>
            <p:spPr>
              <a:xfrm>
                <a:off x="-369550" y="4991961"/>
                <a:ext cx="9889274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32320" h="935" extrusionOk="0">
                    <a:moveTo>
                      <a:pt x="945" y="1"/>
                    </a:moveTo>
                    <a:cubicBezTo>
                      <a:pt x="420" y="1"/>
                      <a:pt x="1" y="420"/>
                      <a:pt x="1" y="934"/>
                    </a:cubicBezTo>
                    <a:lnTo>
                      <a:pt x="32320" y="934"/>
                    </a:lnTo>
                    <a:cubicBezTo>
                      <a:pt x="32320" y="420"/>
                      <a:pt x="31900" y="1"/>
                      <a:pt x="31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23"/>
              <p:cNvSpPr/>
              <p:nvPr/>
            </p:nvSpPr>
            <p:spPr>
              <a:xfrm>
                <a:off x="1170769" y="4991961"/>
                <a:ext cx="3603526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935" extrusionOk="0">
                    <a:moveTo>
                      <a:pt x="11758" y="1"/>
                    </a:moveTo>
                    <a:cubicBezTo>
                      <a:pt x="11752" y="1"/>
                      <a:pt x="11746" y="1"/>
                      <a:pt x="11739" y="1"/>
                    </a:cubicBezTo>
                    <a:lnTo>
                      <a:pt x="11776" y="1"/>
                    </a:lnTo>
                    <a:cubicBezTo>
                      <a:pt x="11770" y="1"/>
                      <a:pt x="11764" y="1"/>
                      <a:pt x="11758" y="1"/>
                    </a:cubicBezTo>
                    <a:close/>
                    <a:moveTo>
                      <a:pt x="758" y="1"/>
                    </a:moveTo>
                    <a:cubicBezTo>
                      <a:pt x="336" y="1"/>
                      <a:pt x="0" y="353"/>
                      <a:pt x="0" y="777"/>
                    </a:cubicBezTo>
                    <a:lnTo>
                      <a:pt x="0" y="934"/>
                    </a:lnTo>
                    <a:lnTo>
                      <a:pt x="11000" y="934"/>
                    </a:lnTo>
                    <a:lnTo>
                      <a:pt x="11000" y="777"/>
                    </a:lnTo>
                    <a:cubicBezTo>
                      <a:pt x="11000" y="359"/>
                      <a:pt x="11327" y="11"/>
                      <a:pt x="11739" y="1"/>
                    </a:cubicBezTo>
                    <a:lnTo>
                      <a:pt x="776" y="1"/>
                    </a:lnTo>
                    <a:cubicBezTo>
                      <a:pt x="770" y="1"/>
                      <a:pt x="764" y="1"/>
                      <a:pt x="758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23"/>
              <p:cNvSpPr/>
              <p:nvPr/>
            </p:nvSpPr>
            <p:spPr>
              <a:xfrm>
                <a:off x="5524907" y="4991961"/>
                <a:ext cx="1854851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935" extrusionOk="0">
                    <a:moveTo>
                      <a:pt x="776" y="1"/>
                    </a:moveTo>
                    <a:cubicBezTo>
                      <a:pt x="346" y="1"/>
                      <a:pt x="0" y="347"/>
                      <a:pt x="0" y="777"/>
                    </a:cubicBezTo>
                    <a:lnTo>
                      <a:pt x="0" y="934"/>
                    </a:lnTo>
                    <a:lnTo>
                      <a:pt x="5296" y="934"/>
                    </a:lnTo>
                    <a:lnTo>
                      <a:pt x="5296" y="777"/>
                    </a:lnTo>
                    <a:cubicBezTo>
                      <a:pt x="5296" y="347"/>
                      <a:pt x="5631" y="1"/>
                      <a:pt x="6061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6" name="Google Shape;706;p23"/>
            <p:cNvGrpSpPr/>
            <p:nvPr/>
          </p:nvGrpSpPr>
          <p:grpSpPr>
            <a:xfrm>
              <a:off x="-10703" y="451328"/>
              <a:ext cx="448838" cy="860613"/>
              <a:chOff x="561117" y="628348"/>
              <a:chExt cx="448838" cy="855480"/>
            </a:xfrm>
          </p:grpSpPr>
          <p:sp>
            <p:nvSpPr>
              <p:cNvPr id="707" name="Google Shape;707;p23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23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23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0" name="Google Shape;710;p23"/>
            <p:cNvGrpSpPr/>
            <p:nvPr/>
          </p:nvGrpSpPr>
          <p:grpSpPr>
            <a:xfrm>
              <a:off x="8694558" y="451311"/>
              <a:ext cx="448838" cy="855480"/>
              <a:chOff x="4189590" y="628348"/>
              <a:chExt cx="448838" cy="855480"/>
            </a:xfrm>
          </p:grpSpPr>
          <p:sp>
            <p:nvSpPr>
              <p:cNvPr id="711" name="Google Shape;711;p23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23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23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14" name="Google Shape;714;p23"/>
          <p:cNvSpPr txBox="1">
            <a:spLocks noGrp="1"/>
          </p:cNvSpPr>
          <p:nvPr>
            <p:ph type="title"/>
          </p:nvPr>
        </p:nvSpPr>
        <p:spPr>
          <a:xfrm>
            <a:off x="2038200" y="2954058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5" name="Google Shape;715;p23"/>
          <p:cNvSpPr txBox="1">
            <a:spLocks noGrp="1"/>
          </p:cNvSpPr>
          <p:nvPr>
            <p:ph type="title" idx="2" hasCustomPrompt="1"/>
          </p:nvPr>
        </p:nvSpPr>
        <p:spPr>
          <a:xfrm>
            <a:off x="3480300" y="1745575"/>
            <a:ext cx="2183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16" name="Google Shape;716;p23"/>
          <p:cNvSpPr txBox="1">
            <a:spLocks noGrp="1"/>
          </p:cNvSpPr>
          <p:nvPr>
            <p:ph type="subTitle" idx="1"/>
          </p:nvPr>
        </p:nvSpPr>
        <p:spPr>
          <a:xfrm>
            <a:off x="2038200" y="3837511"/>
            <a:ext cx="5067600" cy="27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1_4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Google Shape;718;p24"/>
          <p:cNvGrpSpPr/>
          <p:nvPr/>
        </p:nvGrpSpPr>
        <p:grpSpPr>
          <a:xfrm>
            <a:off x="-540125" y="-9525"/>
            <a:ext cx="10224238" cy="5148650"/>
            <a:chOff x="-540125" y="-9525"/>
            <a:chExt cx="10224238" cy="5148650"/>
          </a:xfrm>
        </p:grpSpPr>
        <p:sp>
          <p:nvSpPr>
            <p:cNvPr id="719" name="Google Shape;719;p24"/>
            <p:cNvSpPr/>
            <p:nvPr/>
          </p:nvSpPr>
          <p:spPr>
            <a:xfrm>
              <a:off x="169868" y="454400"/>
              <a:ext cx="8807154" cy="855436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4"/>
            <p:cNvSpPr/>
            <p:nvPr/>
          </p:nvSpPr>
          <p:spPr>
            <a:xfrm>
              <a:off x="-9525" y="438375"/>
              <a:ext cx="9153523" cy="302799"/>
            </a:xfrm>
            <a:custGeom>
              <a:avLst/>
              <a:gdLst/>
              <a:ahLst/>
              <a:cxnLst/>
              <a:rect l="l" t="t" r="r" b="b"/>
              <a:pathLst>
                <a:path w="27423" h="1375" extrusionOk="0">
                  <a:moveTo>
                    <a:pt x="1" y="1"/>
                  </a:moveTo>
                  <a:lnTo>
                    <a:pt x="1" y="1374"/>
                  </a:lnTo>
                  <a:lnTo>
                    <a:pt x="27422" y="1374"/>
                  </a:lnTo>
                  <a:lnTo>
                    <a:pt x="274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4"/>
            <p:cNvSpPr/>
            <p:nvPr/>
          </p:nvSpPr>
          <p:spPr>
            <a:xfrm>
              <a:off x="14452" y="504162"/>
              <a:ext cx="9120845" cy="130625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-134261" y="215612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-540125" y="-9525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-540125" y="-9525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-340627" y="121200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6" name="Google Shape;726;p24"/>
            <p:cNvGrpSpPr/>
            <p:nvPr/>
          </p:nvGrpSpPr>
          <p:grpSpPr>
            <a:xfrm>
              <a:off x="-369550" y="247648"/>
              <a:ext cx="9889274" cy="4891477"/>
              <a:chOff x="-369550" y="247648"/>
              <a:chExt cx="9889274" cy="4891477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5025" y="1299850"/>
                <a:ext cx="9140707" cy="3522165"/>
              </a:xfrm>
              <a:custGeom>
                <a:avLst/>
                <a:gdLst/>
                <a:ahLst/>
                <a:cxnLst/>
                <a:rect l="l" t="t" r="r" b="b"/>
                <a:pathLst>
                  <a:path w="27675" h="40289" extrusionOk="0">
                    <a:moveTo>
                      <a:pt x="1" y="0"/>
                    </a:moveTo>
                    <a:lnTo>
                      <a:pt x="1" y="40289"/>
                    </a:lnTo>
                    <a:lnTo>
                      <a:pt x="27674" y="40289"/>
                    </a:lnTo>
                    <a:lnTo>
                      <a:pt x="276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24"/>
              <p:cNvSpPr/>
              <p:nvPr/>
            </p:nvSpPr>
            <p:spPr>
              <a:xfrm>
                <a:off x="243846" y="4505452"/>
                <a:ext cx="8625638" cy="318714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29" name="Google Shape;729;p24"/>
              <p:cNvGrpSpPr/>
              <p:nvPr/>
            </p:nvGrpSpPr>
            <p:grpSpPr>
              <a:xfrm>
                <a:off x="700362" y="4505452"/>
                <a:ext cx="7743276" cy="318714"/>
                <a:chOff x="700362" y="4505452"/>
                <a:chExt cx="7743276" cy="318714"/>
              </a:xfrm>
            </p:grpSpPr>
            <p:sp>
              <p:nvSpPr>
                <p:cNvPr id="730" name="Google Shape;730;p24"/>
                <p:cNvSpPr/>
                <p:nvPr/>
              </p:nvSpPr>
              <p:spPr>
                <a:xfrm>
                  <a:off x="1252412" y="4505452"/>
                  <a:ext cx="6618354" cy="318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8" h="3178" extrusionOk="0">
                      <a:moveTo>
                        <a:pt x="1" y="0"/>
                      </a:moveTo>
                      <a:lnTo>
                        <a:pt x="378" y="3177"/>
                      </a:lnTo>
                      <a:lnTo>
                        <a:pt x="20470" y="3177"/>
                      </a:lnTo>
                      <a:lnTo>
                        <a:pt x="2084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00362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2" name="Google Shape;732;p24"/>
                <p:cNvSpPr/>
                <p:nvPr/>
              </p:nvSpPr>
              <p:spPr>
                <a:xfrm>
                  <a:off x="8224275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33" name="Google Shape;733;p24"/>
              <p:cNvSpPr/>
              <p:nvPr/>
            </p:nvSpPr>
            <p:spPr>
              <a:xfrm>
                <a:off x="8868500" y="257125"/>
                <a:ext cx="274226" cy="4609241"/>
              </a:xfrm>
              <a:custGeom>
                <a:avLst/>
                <a:gdLst/>
                <a:ahLst/>
                <a:cxnLst/>
                <a:rect l="l" t="t" r="r" b="b"/>
                <a:pathLst>
                  <a:path w="86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60" y="38737"/>
                    </a:lnTo>
                    <a:lnTo>
                      <a:pt x="8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24"/>
              <p:cNvSpPr/>
              <p:nvPr/>
            </p:nvSpPr>
            <p:spPr>
              <a:xfrm>
                <a:off x="100" y="247648"/>
                <a:ext cx="274225" cy="4618635"/>
              </a:xfrm>
              <a:custGeom>
                <a:avLst/>
                <a:gdLst/>
                <a:ahLst/>
                <a:cxnLst/>
                <a:rect l="l" t="t" r="r" b="b"/>
                <a:pathLst>
                  <a:path w="85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50" y="38737"/>
                    </a:lnTo>
                    <a:lnTo>
                      <a:pt x="8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24"/>
              <p:cNvSpPr/>
              <p:nvPr/>
            </p:nvSpPr>
            <p:spPr>
              <a:xfrm>
                <a:off x="-157810" y="4820400"/>
                <a:ext cx="9437035" cy="206502"/>
              </a:xfrm>
              <a:custGeom>
                <a:avLst/>
                <a:gdLst/>
                <a:ahLst/>
                <a:cxnLst/>
                <a:rect l="l" t="t" r="r" b="b"/>
                <a:pathLst>
                  <a:path w="30842" h="1312" extrusionOk="0">
                    <a:moveTo>
                      <a:pt x="882" y="0"/>
                    </a:moveTo>
                    <a:cubicBezTo>
                      <a:pt x="1" y="0"/>
                      <a:pt x="1" y="1311"/>
                      <a:pt x="882" y="1311"/>
                    </a:cubicBezTo>
                    <a:lnTo>
                      <a:pt x="30191" y="1311"/>
                    </a:lnTo>
                    <a:cubicBezTo>
                      <a:pt x="30548" y="1311"/>
                      <a:pt x="30841" y="1018"/>
                      <a:pt x="30841" y="651"/>
                    </a:cubicBezTo>
                    <a:cubicBezTo>
                      <a:pt x="30841" y="294"/>
                      <a:pt x="30548" y="0"/>
                      <a:pt x="30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24"/>
              <p:cNvSpPr/>
              <p:nvPr/>
            </p:nvSpPr>
            <p:spPr>
              <a:xfrm>
                <a:off x="-369550" y="4991961"/>
                <a:ext cx="9889274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32320" h="935" extrusionOk="0">
                    <a:moveTo>
                      <a:pt x="945" y="1"/>
                    </a:moveTo>
                    <a:cubicBezTo>
                      <a:pt x="420" y="1"/>
                      <a:pt x="1" y="420"/>
                      <a:pt x="1" y="934"/>
                    </a:cubicBezTo>
                    <a:lnTo>
                      <a:pt x="32320" y="934"/>
                    </a:lnTo>
                    <a:cubicBezTo>
                      <a:pt x="32320" y="420"/>
                      <a:pt x="31900" y="1"/>
                      <a:pt x="31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24"/>
              <p:cNvSpPr/>
              <p:nvPr/>
            </p:nvSpPr>
            <p:spPr>
              <a:xfrm>
                <a:off x="1170769" y="4991961"/>
                <a:ext cx="3603526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935" extrusionOk="0">
                    <a:moveTo>
                      <a:pt x="11758" y="1"/>
                    </a:moveTo>
                    <a:cubicBezTo>
                      <a:pt x="11752" y="1"/>
                      <a:pt x="11746" y="1"/>
                      <a:pt x="11739" y="1"/>
                    </a:cubicBezTo>
                    <a:lnTo>
                      <a:pt x="11776" y="1"/>
                    </a:lnTo>
                    <a:cubicBezTo>
                      <a:pt x="11770" y="1"/>
                      <a:pt x="11764" y="1"/>
                      <a:pt x="11758" y="1"/>
                    </a:cubicBezTo>
                    <a:close/>
                    <a:moveTo>
                      <a:pt x="758" y="1"/>
                    </a:moveTo>
                    <a:cubicBezTo>
                      <a:pt x="336" y="1"/>
                      <a:pt x="0" y="353"/>
                      <a:pt x="0" y="777"/>
                    </a:cubicBezTo>
                    <a:lnTo>
                      <a:pt x="0" y="934"/>
                    </a:lnTo>
                    <a:lnTo>
                      <a:pt x="11000" y="934"/>
                    </a:lnTo>
                    <a:lnTo>
                      <a:pt x="11000" y="777"/>
                    </a:lnTo>
                    <a:cubicBezTo>
                      <a:pt x="11000" y="359"/>
                      <a:pt x="11327" y="11"/>
                      <a:pt x="11739" y="1"/>
                    </a:cubicBezTo>
                    <a:lnTo>
                      <a:pt x="776" y="1"/>
                    </a:lnTo>
                    <a:cubicBezTo>
                      <a:pt x="770" y="1"/>
                      <a:pt x="764" y="1"/>
                      <a:pt x="758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24"/>
              <p:cNvSpPr/>
              <p:nvPr/>
            </p:nvSpPr>
            <p:spPr>
              <a:xfrm>
                <a:off x="5524907" y="4991961"/>
                <a:ext cx="1854851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935" extrusionOk="0">
                    <a:moveTo>
                      <a:pt x="776" y="1"/>
                    </a:moveTo>
                    <a:cubicBezTo>
                      <a:pt x="346" y="1"/>
                      <a:pt x="0" y="347"/>
                      <a:pt x="0" y="777"/>
                    </a:cubicBezTo>
                    <a:lnTo>
                      <a:pt x="0" y="934"/>
                    </a:lnTo>
                    <a:lnTo>
                      <a:pt x="5296" y="934"/>
                    </a:lnTo>
                    <a:lnTo>
                      <a:pt x="5296" y="777"/>
                    </a:lnTo>
                    <a:cubicBezTo>
                      <a:pt x="5296" y="347"/>
                      <a:pt x="5631" y="1"/>
                      <a:pt x="6061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9" name="Google Shape;739;p24"/>
            <p:cNvGrpSpPr/>
            <p:nvPr/>
          </p:nvGrpSpPr>
          <p:grpSpPr>
            <a:xfrm>
              <a:off x="-10709" y="444378"/>
              <a:ext cx="448838" cy="860613"/>
              <a:chOff x="561117" y="628348"/>
              <a:chExt cx="448838" cy="855480"/>
            </a:xfrm>
          </p:grpSpPr>
          <p:sp>
            <p:nvSpPr>
              <p:cNvPr id="740" name="Google Shape;740;p24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24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24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43" name="Google Shape;743;p24"/>
            <p:cNvSpPr/>
            <p:nvPr/>
          </p:nvSpPr>
          <p:spPr>
            <a:xfrm>
              <a:off x="710332" y="375906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4" name="Google Shape;744;p24"/>
            <p:cNvGrpSpPr/>
            <p:nvPr/>
          </p:nvGrpSpPr>
          <p:grpSpPr>
            <a:xfrm>
              <a:off x="8694552" y="444361"/>
              <a:ext cx="448838" cy="855480"/>
              <a:chOff x="4189590" y="628348"/>
              <a:chExt cx="448838" cy="855480"/>
            </a:xfrm>
          </p:grpSpPr>
          <p:sp>
            <p:nvSpPr>
              <p:cNvPr id="745" name="Google Shape;745;p24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24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24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48" name="Google Shape;748;p24"/>
          <p:cNvSpPr txBox="1">
            <a:spLocks noGrp="1"/>
          </p:cNvSpPr>
          <p:nvPr>
            <p:ph type="title"/>
          </p:nvPr>
        </p:nvSpPr>
        <p:spPr>
          <a:xfrm>
            <a:off x="3721925" y="3064450"/>
            <a:ext cx="4676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9" name="Google Shape;749;p24"/>
          <p:cNvSpPr txBox="1">
            <a:spLocks noGrp="1"/>
          </p:cNvSpPr>
          <p:nvPr>
            <p:ph type="title" idx="2" hasCustomPrompt="1"/>
          </p:nvPr>
        </p:nvSpPr>
        <p:spPr>
          <a:xfrm>
            <a:off x="5434325" y="1855391"/>
            <a:ext cx="125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50" name="Google Shape;750;p24"/>
          <p:cNvSpPr txBox="1">
            <a:spLocks noGrp="1"/>
          </p:cNvSpPr>
          <p:nvPr>
            <p:ph type="subTitle" idx="1"/>
          </p:nvPr>
        </p:nvSpPr>
        <p:spPr>
          <a:xfrm>
            <a:off x="3721925" y="3940676"/>
            <a:ext cx="4676400" cy="27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_HEADER_1_4_1"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25"/>
          <p:cNvSpPr txBox="1">
            <a:spLocks noGrp="1"/>
          </p:cNvSpPr>
          <p:nvPr>
            <p:ph type="title"/>
          </p:nvPr>
        </p:nvSpPr>
        <p:spPr>
          <a:xfrm>
            <a:off x="2064925" y="2557100"/>
            <a:ext cx="3379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53" name="Google Shape;753;p25"/>
          <p:cNvSpPr txBox="1">
            <a:spLocks noGrp="1"/>
          </p:cNvSpPr>
          <p:nvPr>
            <p:ph type="title" idx="2" hasCustomPrompt="1"/>
          </p:nvPr>
        </p:nvSpPr>
        <p:spPr>
          <a:xfrm>
            <a:off x="692937" y="2557091"/>
            <a:ext cx="125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54" name="Google Shape;754;p25"/>
          <p:cNvSpPr txBox="1">
            <a:spLocks noGrp="1"/>
          </p:cNvSpPr>
          <p:nvPr>
            <p:ph type="subTitle" idx="1"/>
          </p:nvPr>
        </p:nvSpPr>
        <p:spPr>
          <a:xfrm>
            <a:off x="2064925" y="3457700"/>
            <a:ext cx="25638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55" name="Google Shape;755;p25"/>
          <p:cNvGrpSpPr/>
          <p:nvPr/>
        </p:nvGrpSpPr>
        <p:grpSpPr>
          <a:xfrm>
            <a:off x="-540125" y="-9525"/>
            <a:ext cx="10224238" cy="5148650"/>
            <a:chOff x="-540125" y="-9525"/>
            <a:chExt cx="10224238" cy="5148650"/>
          </a:xfrm>
        </p:grpSpPr>
        <p:sp>
          <p:nvSpPr>
            <p:cNvPr id="756" name="Google Shape;756;p25"/>
            <p:cNvSpPr/>
            <p:nvPr/>
          </p:nvSpPr>
          <p:spPr>
            <a:xfrm>
              <a:off x="169868" y="454400"/>
              <a:ext cx="8807154" cy="855436"/>
            </a:xfrm>
            <a:custGeom>
              <a:avLst/>
              <a:gdLst/>
              <a:ahLst/>
              <a:cxnLst/>
              <a:rect l="l" t="t" r="r" b="b"/>
              <a:pathLst>
                <a:path w="27675" h="40289" extrusionOk="0">
                  <a:moveTo>
                    <a:pt x="1" y="0"/>
                  </a:moveTo>
                  <a:lnTo>
                    <a:pt x="1" y="40289"/>
                  </a:lnTo>
                  <a:lnTo>
                    <a:pt x="27674" y="40289"/>
                  </a:lnTo>
                  <a:lnTo>
                    <a:pt x="276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5"/>
            <p:cNvSpPr/>
            <p:nvPr/>
          </p:nvSpPr>
          <p:spPr>
            <a:xfrm>
              <a:off x="-9525" y="438375"/>
              <a:ext cx="9153523" cy="302799"/>
            </a:xfrm>
            <a:custGeom>
              <a:avLst/>
              <a:gdLst/>
              <a:ahLst/>
              <a:cxnLst/>
              <a:rect l="l" t="t" r="r" b="b"/>
              <a:pathLst>
                <a:path w="27423" h="1375" extrusionOk="0">
                  <a:moveTo>
                    <a:pt x="1" y="1"/>
                  </a:moveTo>
                  <a:lnTo>
                    <a:pt x="1" y="1374"/>
                  </a:lnTo>
                  <a:lnTo>
                    <a:pt x="27422" y="1374"/>
                  </a:lnTo>
                  <a:lnTo>
                    <a:pt x="2742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14452" y="504162"/>
              <a:ext cx="9120845" cy="130625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-134261" y="215612"/>
              <a:ext cx="9409084" cy="261761"/>
            </a:xfrm>
            <a:custGeom>
              <a:avLst/>
              <a:gdLst/>
              <a:ahLst/>
              <a:cxnLst/>
              <a:rect l="l" t="t" r="r" b="b"/>
              <a:pathLst>
                <a:path w="30138" h="1658" extrusionOk="0">
                  <a:moveTo>
                    <a:pt x="902" y="0"/>
                  </a:moveTo>
                  <a:cubicBezTo>
                    <a:pt x="0" y="0"/>
                    <a:pt x="0" y="1657"/>
                    <a:pt x="902" y="1657"/>
                  </a:cubicBezTo>
                  <a:lnTo>
                    <a:pt x="29247" y="1657"/>
                  </a:lnTo>
                  <a:cubicBezTo>
                    <a:pt x="30138" y="1657"/>
                    <a:pt x="30138" y="0"/>
                    <a:pt x="292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5"/>
            <p:cNvSpPr/>
            <p:nvPr/>
          </p:nvSpPr>
          <p:spPr>
            <a:xfrm>
              <a:off x="-540125" y="-9525"/>
              <a:ext cx="10224238" cy="266655"/>
            </a:xfrm>
            <a:custGeom>
              <a:avLst/>
              <a:gdLst/>
              <a:ahLst/>
              <a:cxnLst/>
              <a:rect l="l" t="t" r="r" b="b"/>
              <a:pathLst>
                <a:path w="32749" h="1689" extrusionOk="0">
                  <a:moveTo>
                    <a:pt x="0" y="0"/>
                  </a:moveTo>
                  <a:lnTo>
                    <a:pt x="0" y="315"/>
                  </a:lnTo>
                  <a:lnTo>
                    <a:pt x="902" y="1028"/>
                  </a:lnTo>
                  <a:cubicBezTo>
                    <a:pt x="902" y="1395"/>
                    <a:pt x="1195" y="1688"/>
                    <a:pt x="1562" y="1688"/>
                  </a:cubicBezTo>
                  <a:lnTo>
                    <a:pt x="31186" y="1688"/>
                  </a:lnTo>
                  <a:cubicBezTo>
                    <a:pt x="31553" y="1688"/>
                    <a:pt x="31847" y="1395"/>
                    <a:pt x="31847" y="1028"/>
                  </a:cubicBezTo>
                  <a:lnTo>
                    <a:pt x="32749" y="315"/>
                  </a:lnTo>
                  <a:lnTo>
                    <a:pt x="327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5"/>
            <p:cNvSpPr/>
            <p:nvPr/>
          </p:nvSpPr>
          <p:spPr>
            <a:xfrm>
              <a:off x="-540125" y="-9525"/>
              <a:ext cx="10221116" cy="49731"/>
            </a:xfrm>
            <a:custGeom>
              <a:avLst/>
              <a:gdLst/>
              <a:ahLst/>
              <a:cxnLst/>
              <a:rect l="l" t="t" r="r" b="b"/>
              <a:pathLst>
                <a:path w="32739" h="315" extrusionOk="0">
                  <a:moveTo>
                    <a:pt x="0" y="0"/>
                  </a:moveTo>
                  <a:lnTo>
                    <a:pt x="0" y="315"/>
                  </a:lnTo>
                  <a:lnTo>
                    <a:pt x="32738" y="315"/>
                  </a:lnTo>
                  <a:lnTo>
                    <a:pt x="32738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-340627" y="121200"/>
              <a:ext cx="9821812" cy="34891"/>
            </a:xfrm>
            <a:custGeom>
              <a:avLst/>
              <a:gdLst/>
              <a:ahLst/>
              <a:cxnLst/>
              <a:rect l="l" t="t" r="r" b="b"/>
              <a:pathLst>
                <a:path w="31460" h="221" extrusionOk="0">
                  <a:moveTo>
                    <a:pt x="1" y="0"/>
                  </a:moveTo>
                  <a:lnTo>
                    <a:pt x="263" y="200"/>
                  </a:lnTo>
                  <a:lnTo>
                    <a:pt x="263" y="221"/>
                  </a:lnTo>
                  <a:lnTo>
                    <a:pt x="31208" y="221"/>
                  </a:lnTo>
                  <a:lnTo>
                    <a:pt x="31208" y="200"/>
                  </a:lnTo>
                  <a:lnTo>
                    <a:pt x="314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63" name="Google Shape;763;p25"/>
            <p:cNvGrpSpPr/>
            <p:nvPr/>
          </p:nvGrpSpPr>
          <p:grpSpPr>
            <a:xfrm>
              <a:off x="-369550" y="247648"/>
              <a:ext cx="9889274" cy="4891477"/>
              <a:chOff x="-369550" y="247648"/>
              <a:chExt cx="9889274" cy="4891477"/>
            </a:xfrm>
          </p:grpSpPr>
          <p:sp>
            <p:nvSpPr>
              <p:cNvPr id="764" name="Google Shape;764;p25"/>
              <p:cNvSpPr/>
              <p:nvPr/>
            </p:nvSpPr>
            <p:spPr>
              <a:xfrm>
                <a:off x="5025" y="1299850"/>
                <a:ext cx="9140707" cy="3522165"/>
              </a:xfrm>
              <a:custGeom>
                <a:avLst/>
                <a:gdLst/>
                <a:ahLst/>
                <a:cxnLst/>
                <a:rect l="l" t="t" r="r" b="b"/>
                <a:pathLst>
                  <a:path w="27675" h="40289" extrusionOk="0">
                    <a:moveTo>
                      <a:pt x="1" y="0"/>
                    </a:moveTo>
                    <a:lnTo>
                      <a:pt x="1" y="40289"/>
                    </a:lnTo>
                    <a:lnTo>
                      <a:pt x="27674" y="40289"/>
                    </a:lnTo>
                    <a:lnTo>
                      <a:pt x="2767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25"/>
              <p:cNvSpPr/>
              <p:nvPr/>
            </p:nvSpPr>
            <p:spPr>
              <a:xfrm>
                <a:off x="243846" y="4505452"/>
                <a:ext cx="8625638" cy="318714"/>
              </a:xfrm>
              <a:custGeom>
                <a:avLst/>
                <a:gdLst/>
                <a:ahLst/>
                <a:cxnLst/>
                <a:rect l="l" t="t" r="r" b="b"/>
                <a:pathLst>
                  <a:path w="27171" h="3178" extrusionOk="0">
                    <a:moveTo>
                      <a:pt x="1" y="0"/>
                    </a:moveTo>
                    <a:lnTo>
                      <a:pt x="1" y="3177"/>
                    </a:lnTo>
                    <a:lnTo>
                      <a:pt x="27171" y="3177"/>
                    </a:lnTo>
                    <a:lnTo>
                      <a:pt x="2717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66" name="Google Shape;766;p25"/>
              <p:cNvGrpSpPr/>
              <p:nvPr/>
            </p:nvGrpSpPr>
            <p:grpSpPr>
              <a:xfrm>
                <a:off x="700362" y="4505452"/>
                <a:ext cx="7743276" cy="318714"/>
                <a:chOff x="700362" y="4505452"/>
                <a:chExt cx="7743276" cy="318714"/>
              </a:xfrm>
            </p:grpSpPr>
            <p:sp>
              <p:nvSpPr>
                <p:cNvPr id="767" name="Google Shape;767;p25"/>
                <p:cNvSpPr/>
                <p:nvPr/>
              </p:nvSpPr>
              <p:spPr>
                <a:xfrm>
                  <a:off x="1252412" y="4505452"/>
                  <a:ext cx="6618354" cy="3187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8" h="3178" extrusionOk="0">
                      <a:moveTo>
                        <a:pt x="1" y="0"/>
                      </a:moveTo>
                      <a:lnTo>
                        <a:pt x="378" y="3177"/>
                      </a:lnTo>
                      <a:lnTo>
                        <a:pt x="20470" y="3177"/>
                      </a:lnTo>
                      <a:lnTo>
                        <a:pt x="20848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8" name="Google Shape;768;p25"/>
                <p:cNvSpPr/>
                <p:nvPr/>
              </p:nvSpPr>
              <p:spPr>
                <a:xfrm>
                  <a:off x="700362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69" name="Google Shape;769;p25"/>
                <p:cNvSpPr/>
                <p:nvPr/>
              </p:nvSpPr>
              <p:spPr>
                <a:xfrm>
                  <a:off x="8224275" y="4658898"/>
                  <a:ext cx="219363" cy="57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70" name="Google Shape;770;p25"/>
              <p:cNvSpPr/>
              <p:nvPr/>
            </p:nvSpPr>
            <p:spPr>
              <a:xfrm>
                <a:off x="8868500" y="257125"/>
                <a:ext cx="274226" cy="4609241"/>
              </a:xfrm>
              <a:custGeom>
                <a:avLst/>
                <a:gdLst/>
                <a:ahLst/>
                <a:cxnLst/>
                <a:rect l="l" t="t" r="r" b="b"/>
                <a:pathLst>
                  <a:path w="86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60" y="38737"/>
                    </a:lnTo>
                    <a:lnTo>
                      <a:pt x="8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25"/>
              <p:cNvSpPr/>
              <p:nvPr/>
            </p:nvSpPr>
            <p:spPr>
              <a:xfrm>
                <a:off x="100" y="247648"/>
                <a:ext cx="274225" cy="4618635"/>
              </a:xfrm>
              <a:custGeom>
                <a:avLst/>
                <a:gdLst/>
                <a:ahLst/>
                <a:cxnLst/>
                <a:rect l="l" t="t" r="r" b="b"/>
                <a:pathLst>
                  <a:path w="85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50" y="38737"/>
                    </a:lnTo>
                    <a:lnTo>
                      <a:pt x="8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25"/>
              <p:cNvSpPr/>
              <p:nvPr/>
            </p:nvSpPr>
            <p:spPr>
              <a:xfrm>
                <a:off x="-157810" y="4820400"/>
                <a:ext cx="9437035" cy="206502"/>
              </a:xfrm>
              <a:custGeom>
                <a:avLst/>
                <a:gdLst/>
                <a:ahLst/>
                <a:cxnLst/>
                <a:rect l="l" t="t" r="r" b="b"/>
                <a:pathLst>
                  <a:path w="30842" h="1312" extrusionOk="0">
                    <a:moveTo>
                      <a:pt x="882" y="0"/>
                    </a:moveTo>
                    <a:cubicBezTo>
                      <a:pt x="1" y="0"/>
                      <a:pt x="1" y="1311"/>
                      <a:pt x="882" y="1311"/>
                    </a:cubicBezTo>
                    <a:lnTo>
                      <a:pt x="30191" y="1311"/>
                    </a:lnTo>
                    <a:cubicBezTo>
                      <a:pt x="30548" y="1311"/>
                      <a:pt x="30841" y="1018"/>
                      <a:pt x="30841" y="651"/>
                    </a:cubicBezTo>
                    <a:cubicBezTo>
                      <a:pt x="30841" y="294"/>
                      <a:pt x="30548" y="0"/>
                      <a:pt x="30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25"/>
              <p:cNvSpPr/>
              <p:nvPr/>
            </p:nvSpPr>
            <p:spPr>
              <a:xfrm>
                <a:off x="-369550" y="4991961"/>
                <a:ext cx="9889274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32320" h="935" extrusionOk="0">
                    <a:moveTo>
                      <a:pt x="945" y="1"/>
                    </a:moveTo>
                    <a:cubicBezTo>
                      <a:pt x="420" y="1"/>
                      <a:pt x="1" y="420"/>
                      <a:pt x="1" y="934"/>
                    </a:cubicBezTo>
                    <a:lnTo>
                      <a:pt x="32320" y="934"/>
                    </a:lnTo>
                    <a:cubicBezTo>
                      <a:pt x="32320" y="420"/>
                      <a:pt x="31900" y="1"/>
                      <a:pt x="31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25"/>
              <p:cNvSpPr/>
              <p:nvPr/>
            </p:nvSpPr>
            <p:spPr>
              <a:xfrm>
                <a:off x="1170769" y="4991961"/>
                <a:ext cx="3603526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935" extrusionOk="0">
                    <a:moveTo>
                      <a:pt x="11758" y="1"/>
                    </a:moveTo>
                    <a:cubicBezTo>
                      <a:pt x="11752" y="1"/>
                      <a:pt x="11746" y="1"/>
                      <a:pt x="11739" y="1"/>
                    </a:cubicBezTo>
                    <a:lnTo>
                      <a:pt x="11776" y="1"/>
                    </a:lnTo>
                    <a:cubicBezTo>
                      <a:pt x="11770" y="1"/>
                      <a:pt x="11764" y="1"/>
                      <a:pt x="11758" y="1"/>
                    </a:cubicBezTo>
                    <a:close/>
                    <a:moveTo>
                      <a:pt x="758" y="1"/>
                    </a:moveTo>
                    <a:cubicBezTo>
                      <a:pt x="336" y="1"/>
                      <a:pt x="0" y="353"/>
                      <a:pt x="0" y="777"/>
                    </a:cubicBezTo>
                    <a:lnTo>
                      <a:pt x="0" y="934"/>
                    </a:lnTo>
                    <a:lnTo>
                      <a:pt x="11000" y="934"/>
                    </a:lnTo>
                    <a:lnTo>
                      <a:pt x="11000" y="777"/>
                    </a:lnTo>
                    <a:cubicBezTo>
                      <a:pt x="11000" y="359"/>
                      <a:pt x="11327" y="11"/>
                      <a:pt x="11739" y="1"/>
                    </a:cubicBezTo>
                    <a:lnTo>
                      <a:pt x="776" y="1"/>
                    </a:lnTo>
                    <a:cubicBezTo>
                      <a:pt x="770" y="1"/>
                      <a:pt x="764" y="1"/>
                      <a:pt x="758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25"/>
              <p:cNvSpPr/>
              <p:nvPr/>
            </p:nvSpPr>
            <p:spPr>
              <a:xfrm>
                <a:off x="5524907" y="4991961"/>
                <a:ext cx="1854851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935" extrusionOk="0">
                    <a:moveTo>
                      <a:pt x="776" y="1"/>
                    </a:moveTo>
                    <a:cubicBezTo>
                      <a:pt x="346" y="1"/>
                      <a:pt x="0" y="347"/>
                      <a:pt x="0" y="777"/>
                    </a:cubicBezTo>
                    <a:lnTo>
                      <a:pt x="0" y="934"/>
                    </a:lnTo>
                    <a:lnTo>
                      <a:pt x="5296" y="934"/>
                    </a:lnTo>
                    <a:lnTo>
                      <a:pt x="5296" y="777"/>
                    </a:lnTo>
                    <a:cubicBezTo>
                      <a:pt x="5296" y="347"/>
                      <a:pt x="5631" y="1"/>
                      <a:pt x="6061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6" name="Google Shape;776;p25"/>
            <p:cNvGrpSpPr/>
            <p:nvPr/>
          </p:nvGrpSpPr>
          <p:grpSpPr>
            <a:xfrm>
              <a:off x="-10709" y="444378"/>
              <a:ext cx="448838" cy="860613"/>
              <a:chOff x="561117" y="628348"/>
              <a:chExt cx="448838" cy="855480"/>
            </a:xfrm>
          </p:grpSpPr>
          <p:sp>
            <p:nvSpPr>
              <p:cNvPr id="777" name="Google Shape;777;p25"/>
              <p:cNvSpPr/>
              <p:nvPr/>
            </p:nvSpPr>
            <p:spPr>
              <a:xfrm>
                <a:off x="561117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3020" y="1"/>
                    </a:moveTo>
                    <a:lnTo>
                      <a:pt x="0" y="11"/>
                    </a:lnTo>
                    <a:lnTo>
                      <a:pt x="73" y="5758"/>
                    </a:lnTo>
                    <a:lnTo>
                      <a:pt x="1321" y="5758"/>
                    </a:lnTo>
                    <a:lnTo>
                      <a:pt x="1321" y="5422"/>
                    </a:lnTo>
                    <a:cubicBezTo>
                      <a:pt x="944" y="5422"/>
                      <a:pt x="828" y="4174"/>
                      <a:pt x="1573" y="4174"/>
                    </a:cubicBezTo>
                    <a:lnTo>
                      <a:pt x="1573" y="3723"/>
                    </a:lnTo>
                    <a:cubicBezTo>
                      <a:pt x="1825" y="3723"/>
                      <a:pt x="2380" y="3335"/>
                      <a:pt x="2380" y="2528"/>
                    </a:cubicBezTo>
                    <a:cubicBezTo>
                      <a:pt x="2380" y="2213"/>
                      <a:pt x="2318" y="2056"/>
                      <a:pt x="2244" y="1972"/>
                    </a:cubicBezTo>
                    <a:cubicBezTo>
                      <a:pt x="2108" y="1826"/>
                      <a:pt x="2189" y="1526"/>
                      <a:pt x="2344" y="1526"/>
                    </a:cubicBezTo>
                    <a:cubicBezTo>
                      <a:pt x="2355" y="1526"/>
                      <a:pt x="2368" y="1528"/>
                      <a:pt x="2380" y="1532"/>
                    </a:cubicBezTo>
                    <a:lnTo>
                      <a:pt x="2391" y="1532"/>
                    </a:lnTo>
                    <a:cubicBezTo>
                      <a:pt x="2437" y="1552"/>
                      <a:pt x="2485" y="1562"/>
                      <a:pt x="2532" y="1562"/>
                    </a:cubicBezTo>
                    <a:cubicBezTo>
                      <a:pt x="2701" y="1562"/>
                      <a:pt x="2861" y="1439"/>
                      <a:pt x="2894" y="1259"/>
                    </a:cubicBezTo>
                    <a:cubicBezTo>
                      <a:pt x="2914" y="1122"/>
                      <a:pt x="2888" y="867"/>
                      <a:pt x="2714" y="867"/>
                    </a:cubicBezTo>
                    <a:cubicBezTo>
                      <a:pt x="2702" y="867"/>
                      <a:pt x="2688" y="868"/>
                      <a:pt x="2674" y="871"/>
                    </a:cubicBezTo>
                    <a:lnTo>
                      <a:pt x="2674" y="703"/>
                    </a:lnTo>
                    <a:cubicBezTo>
                      <a:pt x="2863" y="703"/>
                      <a:pt x="3020" y="546"/>
                      <a:pt x="3020" y="357"/>
                    </a:cubicBezTo>
                    <a:lnTo>
                      <a:pt x="30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25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25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80" name="Google Shape;780;p25"/>
            <p:cNvSpPr/>
            <p:nvPr/>
          </p:nvSpPr>
          <p:spPr>
            <a:xfrm>
              <a:off x="710332" y="375906"/>
              <a:ext cx="3444951" cy="99841"/>
            </a:xfrm>
            <a:custGeom>
              <a:avLst/>
              <a:gdLst/>
              <a:ahLst/>
              <a:cxnLst/>
              <a:rect l="l" t="t" r="r" b="b"/>
              <a:pathLst>
                <a:path w="23187" h="672" extrusionOk="0">
                  <a:moveTo>
                    <a:pt x="441" y="0"/>
                  </a:moveTo>
                  <a:cubicBezTo>
                    <a:pt x="231" y="11"/>
                    <a:pt x="64" y="147"/>
                    <a:pt x="1" y="336"/>
                  </a:cubicBezTo>
                  <a:cubicBezTo>
                    <a:pt x="64" y="535"/>
                    <a:pt x="231" y="672"/>
                    <a:pt x="441" y="672"/>
                  </a:cubicBezTo>
                  <a:lnTo>
                    <a:pt x="22746" y="672"/>
                  </a:lnTo>
                  <a:cubicBezTo>
                    <a:pt x="22945" y="672"/>
                    <a:pt x="23123" y="535"/>
                    <a:pt x="23186" y="336"/>
                  </a:cubicBezTo>
                  <a:cubicBezTo>
                    <a:pt x="23123" y="147"/>
                    <a:pt x="22945" y="11"/>
                    <a:pt x="22746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1" name="Google Shape;781;p25"/>
            <p:cNvGrpSpPr/>
            <p:nvPr/>
          </p:nvGrpSpPr>
          <p:grpSpPr>
            <a:xfrm>
              <a:off x="8694552" y="444361"/>
              <a:ext cx="448838" cy="855480"/>
              <a:chOff x="4189590" y="628348"/>
              <a:chExt cx="448838" cy="855480"/>
            </a:xfrm>
          </p:grpSpPr>
          <p:sp>
            <p:nvSpPr>
              <p:cNvPr id="782" name="Google Shape;782;p25"/>
              <p:cNvSpPr/>
              <p:nvPr/>
            </p:nvSpPr>
            <p:spPr>
              <a:xfrm>
                <a:off x="4189590" y="628348"/>
                <a:ext cx="448838" cy="855480"/>
              </a:xfrm>
              <a:custGeom>
                <a:avLst/>
                <a:gdLst/>
                <a:ahLst/>
                <a:cxnLst/>
                <a:rect l="l" t="t" r="r" b="b"/>
                <a:pathLst>
                  <a:path w="3021" h="5758" extrusionOk="0">
                    <a:moveTo>
                      <a:pt x="1" y="1"/>
                    </a:moveTo>
                    <a:lnTo>
                      <a:pt x="1" y="357"/>
                    </a:lnTo>
                    <a:cubicBezTo>
                      <a:pt x="1" y="546"/>
                      <a:pt x="148" y="703"/>
                      <a:pt x="336" y="703"/>
                    </a:cubicBezTo>
                    <a:lnTo>
                      <a:pt x="336" y="871"/>
                    </a:lnTo>
                    <a:cubicBezTo>
                      <a:pt x="323" y="868"/>
                      <a:pt x="310" y="867"/>
                      <a:pt x="298" y="867"/>
                    </a:cubicBezTo>
                    <a:cubicBezTo>
                      <a:pt x="132" y="867"/>
                      <a:pt x="97" y="1122"/>
                      <a:pt x="127" y="1259"/>
                    </a:cubicBezTo>
                    <a:cubicBezTo>
                      <a:pt x="151" y="1439"/>
                      <a:pt x="310" y="1562"/>
                      <a:pt x="484" y="1562"/>
                    </a:cubicBezTo>
                    <a:cubicBezTo>
                      <a:pt x="532" y="1562"/>
                      <a:pt x="582" y="1552"/>
                      <a:pt x="630" y="1532"/>
                    </a:cubicBezTo>
                    <a:lnTo>
                      <a:pt x="640" y="1532"/>
                    </a:lnTo>
                    <a:cubicBezTo>
                      <a:pt x="652" y="1528"/>
                      <a:pt x="664" y="1526"/>
                      <a:pt x="675" y="1526"/>
                    </a:cubicBezTo>
                    <a:cubicBezTo>
                      <a:pt x="822" y="1526"/>
                      <a:pt x="903" y="1826"/>
                      <a:pt x="777" y="1972"/>
                    </a:cubicBezTo>
                    <a:cubicBezTo>
                      <a:pt x="703" y="2056"/>
                      <a:pt x="640" y="2213"/>
                      <a:pt x="640" y="2528"/>
                    </a:cubicBezTo>
                    <a:cubicBezTo>
                      <a:pt x="640" y="3335"/>
                      <a:pt x="1196" y="3723"/>
                      <a:pt x="1448" y="3723"/>
                    </a:cubicBezTo>
                    <a:lnTo>
                      <a:pt x="1448" y="4174"/>
                    </a:lnTo>
                    <a:cubicBezTo>
                      <a:pt x="2192" y="4174"/>
                      <a:pt x="2077" y="5422"/>
                      <a:pt x="1699" y="5422"/>
                    </a:cubicBezTo>
                    <a:lnTo>
                      <a:pt x="1699" y="5758"/>
                    </a:lnTo>
                    <a:lnTo>
                      <a:pt x="2947" y="5758"/>
                    </a:lnTo>
                    <a:lnTo>
                      <a:pt x="3021" y="1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25"/>
              <p:cNvSpPr/>
              <p:nvPr/>
            </p:nvSpPr>
            <p:spPr>
              <a:xfrm>
                <a:off x="4231636" y="771574"/>
                <a:ext cx="73395" cy="60172"/>
              </a:xfrm>
              <a:custGeom>
                <a:avLst/>
                <a:gdLst/>
                <a:ahLst/>
                <a:cxnLst/>
                <a:rect l="l" t="t" r="r" b="b"/>
                <a:pathLst>
                  <a:path w="494" h="405" extrusionOk="0">
                    <a:moveTo>
                      <a:pt x="269" y="0"/>
                    </a:moveTo>
                    <a:cubicBezTo>
                      <a:pt x="230" y="0"/>
                      <a:pt x="192" y="11"/>
                      <a:pt x="158" y="33"/>
                    </a:cubicBezTo>
                    <a:cubicBezTo>
                      <a:pt x="53" y="85"/>
                      <a:pt x="1" y="201"/>
                      <a:pt x="53" y="316"/>
                    </a:cubicBezTo>
                    <a:cubicBezTo>
                      <a:pt x="92" y="374"/>
                      <a:pt x="155" y="405"/>
                      <a:pt x="219" y="405"/>
                    </a:cubicBezTo>
                    <a:cubicBezTo>
                      <a:pt x="259" y="405"/>
                      <a:pt x="300" y="393"/>
                      <a:pt x="336" y="369"/>
                    </a:cubicBezTo>
                    <a:cubicBezTo>
                      <a:pt x="441" y="316"/>
                      <a:pt x="494" y="201"/>
                      <a:pt x="452" y="96"/>
                    </a:cubicBezTo>
                    <a:cubicBezTo>
                      <a:pt x="411" y="35"/>
                      <a:pt x="340" y="0"/>
                      <a:pt x="2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25"/>
              <p:cNvSpPr/>
              <p:nvPr/>
            </p:nvSpPr>
            <p:spPr>
              <a:xfrm>
                <a:off x="4322118" y="921485"/>
                <a:ext cx="183933" cy="203544"/>
              </a:xfrm>
              <a:custGeom>
                <a:avLst/>
                <a:gdLst/>
                <a:ahLst/>
                <a:cxnLst/>
                <a:rect l="l" t="t" r="r" b="b"/>
                <a:pathLst>
                  <a:path w="1238" h="1370" extrusionOk="0">
                    <a:moveTo>
                      <a:pt x="594" y="0"/>
                    </a:moveTo>
                    <a:cubicBezTo>
                      <a:pt x="564" y="0"/>
                      <a:pt x="534" y="3"/>
                      <a:pt x="503" y="10"/>
                    </a:cubicBezTo>
                    <a:cubicBezTo>
                      <a:pt x="199" y="62"/>
                      <a:pt x="0" y="398"/>
                      <a:pt x="63" y="775"/>
                    </a:cubicBezTo>
                    <a:cubicBezTo>
                      <a:pt x="130" y="1129"/>
                      <a:pt x="380" y="1369"/>
                      <a:pt x="662" y="1369"/>
                    </a:cubicBezTo>
                    <a:cubicBezTo>
                      <a:pt x="689" y="1369"/>
                      <a:pt x="717" y="1367"/>
                      <a:pt x="745" y="1362"/>
                    </a:cubicBezTo>
                    <a:cubicBezTo>
                      <a:pt x="1049" y="1310"/>
                      <a:pt x="1237" y="964"/>
                      <a:pt x="1174" y="586"/>
                    </a:cubicBezTo>
                    <a:cubicBezTo>
                      <a:pt x="1118" y="247"/>
                      <a:pt x="866" y="0"/>
                      <a:pt x="59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7"/>
          <p:cNvSpPr txBox="1">
            <a:spLocks noGrp="1"/>
          </p:cNvSpPr>
          <p:nvPr>
            <p:ph type="title"/>
          </p:nvPr>
        </p:nvSpPr>
        <p:spPr>
          <a:xfrm>
            <a:off x="1719100" y="2141113"/>
            <a:ext cx="5715300" cy="11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22" name="Google Shape;822;p27"/>
          <p:cNvSpPr txBox="1">
            <a:spLocks noGrp="1"/>
          </p:cNvSpPr>
          <p:nvPr>
            <p:ph type="subTitle" idx="1"/>
          </p:nvPr>
        </p:nvSpPr>
        <p:spPr>
          <a:xfrm>
            <a:off x="2140300" y="3331638"/>
            <a:ext cx="487290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3" name="Google Shape;823;p27"/>
          <p:cNvSpPr/>
          <p:nvPr/>
        </p:nvSpPr>
        <p:spPr>
          <a:xfrm>
            <a:off x="169868" y="454400"/>
            <a:ext cx="8807154" cy="855436"/>
          </a:xfrm>
          <a:custGeom>
            <a:avLst/>
            <a:gdLst/>
            <a:ahLst/>
            <a:cxnLst/>
            <a:rect l="l" t="t" r="r" b="b"/>
            <a:pathLst>
              <a:path w="27675" h="40289" extrusionOk="0">
                <a:moveTo>
                  <a:pt x="1" y="0"/>
                </a:moveTo>
                <a:lnTo>
                  <a:pt x="1" y="40289"/>
                </a:lnTo>
                <a:lnTo>
                  <a:pt x="27674" y="40289"/>
                </a:lnTo>
                <a:lnTo>
                  <a:pt x="2767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4" name="Google Shape;824;p27"/>
          <p:cNvGrpSpPr/>
          <p:nvPr/>
        </p:nvGrpSpPr>
        <p:grpSpPr>
          <a:xfrm>
            <a:off x="-540125" y="-190500"/>
            <a:ext cx="10224238" cy="5634425"/>
            <a:chOff x="-540125" y="-190500"/>
            <a:chExt cx="10224238" cy="5634425"/>
          </a:xfrm>
        </p:grpSpPr>
        <p:grpSp>
          <p:nvGrpSpPr>
            <p:cNvPr id="825" name="Google Shape;825;p27"/>
            <p:cNvGrpSpPr/>
            <p:nvPr/>
          </p:nvGrpSpPr>
          <p:grpSpPr>
            <a:xfrm>
              <a:off x="-540125" y="-190500"/>
              <a:ext cx="10224238" cy="5634425"/>
              <a:chOff x="-540125" y="-190500"/>
              <a:chExt cx="10224238" cy="5634425"/>
            </a:xfrm>
          </p:grpSpPr>
          <p:grpSp>
            <p:nvGrpSpPr>
              <p:cNvPr id="826" name="Google Shape;826;p27"/>
              <p:cNvGrpSpPr/>
              <p:nvPr/>
            </p:nvGrpSpPr>
            <p:grpSpPr>
              <a:xfrm>
                <a:off x="-540125" y="-190500"/>
                <a:ext cx="10224238" cy="5634425"/>
                <a:chOff x="-540125" y="-190500"/>
                <a:chExt cx="10224238" cy="5634425"/>
              </a:xfrm>
            </p:grpSpPr>
            <p:grpSp>
              <p:nvGrpSpPr>
                <p:cNvPr id="827" name="Google Shape;827;p27"/>
                <p:cNvGrpSpPr/>
                <p:nvPr/>
              </p:nvGrpSpPr>
              <p:grpSpPr>
                <a:xfrm>
                  <a:off x="123150" y="4810250"/>
                  <a:ext cx="9020846" cy="318721"/>
                  <a:chOff x="66882" y="4401145"/>
                  <a:chExt cx="9060713" cy="305875"/>
                </a:xfrm>
              </p:grpSpPr>
              <p:sp>
                <p:nvSpPr>
                  <p:cNvPr id="828" name="Google Shape;828;p27"/>
                  <p:cNvSpPr/>
                  <p:nvPr/>
                </p:nvSpPr>
                <p:spPr>
                  <a:xfrm>
                    <a:off x="66882" y="4401145"/>
                    <a:ext cx="9060713" cy="305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71" h="3178" extrusionOk="0">
                        <a:moveTo>
                          <a:pt x="1" y="0"/>
                        </a:moveTo>
                        <a:lnTo>
                          <a:pt x="1" y="3177"/>
                        </a:lnTo>
                        <a:lnTo>
                          <a:pt x="27171" y="3177"/>
                        </a:lnTo>
                        <a:lnTo>
                          <a:pt x="2717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9" name="Google Shape;829;p27"/>
                  <p:cNvSpPr/>
                  <p:nvPr/>
                </p:nvSpPr>
                <p:spPr>
                  <a:xfrm>
                    <a:off x="1201135" y="4401147"/>
                    <a:ext cx="6647593" cy="305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8" h="3178" extrusionOk="0">
                        <a:moveTo>
                          <a:pt x="1" y="0"/>
                        </a:moveTo>
                        <a:lnTo>
                          <a:pt x="378" y="3177"/>
                        </a:lnTo>
                        <a:lnTo>
                          <a:pt x="20470" y="3177"/>
                        </a:lnTo>
                        <a:lnTo>
                          <a:pt x="20848" y="0"/>
                        </a:lnTo>
                        <a:close/>
                      </a:path>
                    </a:pathLst>
                  </a:custGeom>
                  <a:solidFill>
                    <a:srgbClr val="FFFCF7">
                      <a:alpha val="195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0" name="Google Shape;830;p27"/>
                  <p:cNvSpPr/>
                  <p:nvPr/>
                </p:nvSpPr>
                <p:spPr>
                  <a:xfrm>
                    <a:off x="743887" y="4570540"/>
                    <a:ext cx="220332" cy="556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578" extrusionOk="0">
                        <a:moveTo>
                          <a:pt x="366" y="0"/>
                        </a:moveTo>
                        <a:cubicBezTo>
                          <a:pt x="269" y="0"/>
                          <a:pt x="171" y="48"/>
                          <a:pt x="114" y="149"/>
                        </a:cubicBezTo>
                        <a:cubicBezTo>
                          <a:pt x="1" y="346"/>
                          <a:pt x="150" y="578"/>
                          <a:pt x="356" y="578"/>
                        </a:cubicBezTo>
                        <a:cubicBezTo>
                          <a:pt x="379" y="578"/>
                          <a:pt x="403" y="575"/>
                          <a:pt x="428" y="568"/>
                        </a:cubicBezTo>
                        <a:cubicBezTo>
                          <a:pt x="596" y="526"/>
                          <a:pt x="690" y="358"/>
                          <a:pt x="638" y="201"/>
                        </a:cubicBezTo>
                        <a:cubicBezTo>
                          <a:pt x="598" y="70"/>
                          <a:pt x="483" y="0"/>
                          <a:pt x="36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31" name="Google Shape;831;p27"/>
                <p:cNvSpPr/>
                <p:nvPr/>
              </p:nvSpPr>
              <p:spPr>
                <a:xfrm>
                  <a:off x="-134261" y="34637"/>
                  <a:ext cx="9409084" cy="26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8" h="1658" extrusionOk="0">
                      <a:moveTo>
                        <a:pt x="902" y="0"/>
                      </a:moveTo>
                      <a:cubicBezTo>
                        <a:pt x="0" y="0"/>
                        <a:pt x="0" y="1657"/>
                        <a:pt x="902" y="1657"/>
                      </a:cubicBezTo>
                      <a:lnTo>
                        <a:pt x="29247" y="1657"/>
                      </a:lnTo>
                      <a:cubicBezTo>
                        <a:pt x="30138" y="1657"/>
                        <a:pt x="30138" y="0"/>
                        <a:pt x="2924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2" name="Google Shape;832;p27"/>
                <p:cNvSpPr/>
                <p:nvPr/>
              </p:nvSpPr>
              <p:spPr>
                <a:xfrm>
                  <a:off x="-540125" y="-190500"/>
                  <a:ext cx="10224238" cy="266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49" h="1689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902" y="1028"/>
                      </a:lnTo>
                      <a:cubicBezTo>
                        <a:pt x="902" y="1395"/>
                        <a:pt x="1195" y="1688"/>
                        <a:pt x="1562" y="1688"/>
                      </a:cubicBezTo>
                      <a:lnTo>
                        <a:pt x="31186" y="1688"/>
                      </a:lnTo>
                      <a:cubicBezTo>
                        <a:pt x="31553" y="1688"/>
                        <a:pt x="31847" y="1395"/>
                        <a:pt x="31847" y="1028"/>
                      </a:cubicBezTo>
                      <a:lnTo>
                        <a:pt x="32749" y="315"/>
                      </a:lnTo>
                      <a:lnTo>
                        <a:pt x="327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3" name="Google Shape;833;p27"/>
                <p:cNvSpPr/>
                <p:nvPr/>
              </p:nvSpPr>
              <p:spPr>
                <a:xfrm>
                  <a:off x="-540125" y="-190500"/>
                  <a:ext cx="10221116" cy="49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39" h="315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32738" y="315"/>
                      </a:lnTo>
                      <a:lnTo>
                        <a:pt x="32738" y="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4" name="Google Shape;834;p27"/>
                <p:cNvSpPr/>
                <p:nvPr/>
              </p:nvSpPr>
              <p:spPr>
                <a:xfrm>
                  <a:off x="713232" y="111806"/>
                  <a:ext cx="3444951" cy="99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87" h="672" extrusionOk="0">
                      <a:moveTo>
                        <a:pt x="441" y="0"/>
                      </a:moveTo>
                      <a:cubicBezTo>
                        <a:pt x="231" y="11"/>
                        <a:pt x="64" y="147"/>
                        <a:pt x="1" y="336"/>
                      </a:cubicBezTo>
                      <a:cubicBezTo>
                        <a:pt x="64" y="535"/>
                        <a:pt x="231" y="672"/>
                        <a:pt x="441" y="672"/>
                      </a:cubicBezTo>
                      <a:lnTo>
                        <a:pt x="22746" y="672"/>
                      </a:lnTo>
                      <a:cubicBezTo>
                        <a:pt x="22945" y="672"/>
                        <a:pt x="23123" y="535"/>
                        <a:pt x="23186" y="336"/>
                      </a:cubicBezTo>
                      <a:cubicBezTo>
                        <a:pt x="23123" y="147"/>
                        <a:pt x="22945" y="11"/>
                        <a:pt x="22746" y="0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5" name="Google Shape;835;p27"/>
                <p:cNvSpPr/>
                <p:nvPr/>
              </p:nvSpPr>
              <p:spPr>
                <a:xfrm>
                  <a:off x="-340627" y="-59775"/>
                  <a:ext cx="9821812" cy="34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60" h="221" extrusionOk="0">
                      <a:moveTo>
                        <a:pt x="1" y="0"/>
                      </a:moveTo>
                      <a:lnTo>
                        <a:pt x="263" y="200"/>
                      </a:lnTo>
                      <a:lnTo>
                        <a:pt x="263" y="221"/>
                      </a:lnTo>
                      <a:lnTo>
                        <a:pt x="31208" y="221"/>
                      </a:lnTo>
                      <a:lnTo>
                        <a:pt x="31208" y="200"/>
                      </a:lnTo>
                      <a:lnTo>
                        <a:pt x="3146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6" name="Google Shape;836;p27"/>
                <p:cNvSpPr/>
                <p:nvPr/>
              </p:nvSpPr>
              <p:spPr>
                <a:xfrm>
                  <a:off x="-157810" y="5125200"/>
                  <a:ext cx="9437035" cy="206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42" h="1312" extrusionOk="0">
                      <a:moveTo>
                        <a:pt x="882" y="0"/>
                      </a:moveTo>
                      <a:cubicBezTo>
                        <a:pt x="1" y="0"/>
                        <a:pt x="1" y="1311"/>
                        <a:pt x="882" y="1311"/>
                      </a:cubicBezTo>
                      <a:lnTo>
                        <a:pt x="30191" y="1311"/>
                      </a:lnTo>
                      <a:cubicBezTo>
                        <a:pt x="30548" y="1311"/>
                        <a:pt x="30841" y="1018"/>
                        <a:pt x="30841" y="651"/>
                      </a:cubicBezTo>
                      <a:cubicBezTo>
                        <a:pt x="30841" y="294"/>
                        <a:pt x="30548" y="0"/>
                        <a:pt x="30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7" name="Google Shape;837;p27"/>
                <p:cNvSpPr/>
                <p:nvPr/>
              </p:nvSpPr>
              <p:spPr>
                <a:xfrm>
                  <a:off x="-369550" y="5296761"/>
                  <a:ext cx="9889274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20" h="935" extrusionOk="0">
                      <a:moveTo>
                        <a:pt x="945" y="1"/>
                      </a:moveTo>
                      <a:cubicBezTo>
                        <a:pt x="420" y="1"/>
                        <a:pt x="1" y="420"/>
                        <a:pt x="1" y="934"/>
                      </a:cubicBezTo>
                      <a:lnTo>
                        <a:pt x="32320" y="934"/>
                      </a:lnTo>
                      <a:cubicBezTo>
                        <a:pt x="32320" y="420"/>
                        <a:pt x="31900" y="1"/>
                        <a:pt x="313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8" name="Google Shape;838;p27"/>
                <p:cNvSpPr/>
                <p:nvPr/>
              </p:nvSpPr>
              <p:spPr>
                <a:xfrm>
                  <a:off x="1170769" y="5296761"/>
                  <a:ext cx="3603526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7" h="935" extrusionOk="0">
                      <a:moveTo>
                        <a:pt x="11758" y="1"/>
                      </a:moveTo>
                      <a:cubicBezTo>
                        <a:pt x="11752" y="1"/>
                        <a:pt x="11746" y="1"/>
                        <a:pt x="11739" y="1"/>
                      </a:cubicBezTo>
                      <a:lnTo>
                        <a:pt x="11776" y="1"/>
                      </a:lnTo>
                      <a:cubicBezTo>
                        <a:pt x="11770" y="1"/>
                        <a:pt x="11764" y="1"/>
                        <a:pt x="11758" y="1"/>
                      </a:cubicBezTo>
                      <a:close/>
                      <a:moveTo>
                        <a:pt x="758" y="1"/>
                      </a:moveTo>
                      <a:cubicBezTo>
                        <a:pt x="336" y="1"/>
                        <a:pt x="0" y="353"/>
                        <a:pt x="0" y="777"/>
                      </a:cubicBezTo>
                      <a:lnTo>
                        <a:pt x="0" y="934"/>
                      </a:lnTo>
                      <a:lnTo>
                        <a:pt x="11000" y="934"/>
                      </a:lnTo>
                      <a:lnTo>
                        <a:pt x="11000" y="777"/>
                      </a:lnTo>
                      <a:cubicBezTo>
                        <a:pt x="11000" y="359"/>
                        <a:pt x="11327" y="11"/>
                        <a:pt x="11739" y="1"/>
                      </a:cubicBezTo>
                      <a:lnTo>
                        <a:pt x="776" y="1"/>
                      </a:lnTo>
                      <a:cubicBezTo>
                        <a:pt x="770" y="1"/>
                        <a:pt x="764" y="1"/>
                        <a:pt x="758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39" name="Google Shape;839;p27"/>
                <p:cNvSpPr/>
                <p:nvPr/>
              </p:nvSpPr>
              <p:spPr>
                <a:xfrm>
                  <a:off x="5524907" y="5296761"/>
                  <a:ext cx="1854851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2" h="935" extrusionOk="0">
                      <a:moveTo>
                        <a:pt x="776" y="1"/>
                      </a:moveTo>
                      <a:cubicBezTo>
                        <a:pt x="346" y="1"/>
                        <a:pt x="0" y="347"/>
                        <a:pt x="0" y="777"/>
                      </a:cubicBezTo>
                      <a:lnTo>
                        <a:pt x="0" y="934"/>
                      </a:lnTo>
                      <a:lnTo>
                        <a:pt x="5296" y="934"/>
                      </a:lnTo>
                      <a:lnTo>
                        <a:pt x="5296" y="777"/>
                      </a:lnTo>
                      <a:cubicBezTo>
                        <a:pt x="5296" y="347"/>
                        <a:pt x="5631" y="1"/>
                        <a:pt x="6061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0" name="Google Shape;840;p27"/>
                <p:cNvSpPr/>
                <p:nvPr/>
              </p:nvSpPr>
              <p:spPr>
                <a:xfrm>
                  <a:off x="8945550" y="247650"/>
                  <a:ext cx="197174" cy="461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60" y="38737"/>
                      </a:lnTo>
                      <a:lnTo>
                        <a:pt x="8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41" name="Google Shape;841;p27"/>
                <p:cNvGrpSpPr/>
                <p:nvPr/>
              </p:nvGrpSpPr>
              <p:grpSpPr>
                <a:xfrm>
                  <a:off x="8694552" y="444361"/>
                  <a:ext cx="448838" cy="855480"/>
                  <a:chOff x="4189590" y="628348"/>
                  <a:chExt cx="448838" cy="855480"/>
                </a:xfrm>
              </p:grpSpPr>
              <p:sp>
                <p:nvSpPr>
                  <p:cNvPr id="842" name="Google Shape;842;p27"/>
                  <p:cNvSpPr/>
                  <p:nvPr/>
                </p:nvSpPr>
                <p:spPr>
                  <a:xfrm>
                    <a:off x="4189590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1" y="1"/>
                        </a:moveTo>
                        <a:lnTo>
                          <a:pt x="1" y="357"/>
                        </a:lnTo>
                        <a:cubicBezTo>
                          <a:pt x="1" y="546"/>
                          <a:pt x="148" y="703"/>
                          <a:pt x="336" y="703"/>
                        </a:cubicBezTo>
                        <a:lnTo>
                          <a:pt x="336" y="871"/>
                        </a:lnTo>
                        <a:cubicBezTo>
                          <a:pt x="323" y="868"/>
                          <a:pt x="310" y="867"/>
                          <a:pt x="298" y="867"/>
                        </a:cubicBezTo>
                        <a:cubicBezTo>
                          <a:pt x="132" y="867"/>
                          <a:pt x="97" y="1122"/>
                          <a:pt x="127" y="1259"/>
                        </a:cubicBezTo>
                        <a:cubicBezTo>
                          <a:pt x="151" y="1439"/>
                          <a:pt x="310" y="1562"/>
                          <a:pt x="484" y="1562"/>
                        </a:cubicBezTo>
                        <a:cubicBezTo>
                          <a:pt x="532" y="1562"/>
                          <a:pt x="582" y="1552"/>
                          <a:pt x="630" y="1532"/>
                        </a:cubicBezTo>
                        <a:lnTo>
                          <a:pt x="640" y="1532"/>
                        </a:lnTo>
                        <a:cubicBezTo>
                          <a:pt x="652" y="1528"/>
                          <a:pt x="664" y="1526"/>
                          <a:pt x="675" y="1526"/>
                        </a:cubicBezTo>
                        <a:cubicBezTo>
                          <a:pt x="822" y="1526"/>
                          <a:pt x="903" y="1826"/>
                          <a:pt x="777" y="1972"/>
                        </a:cubicBezTo>
                        <a:cubicBezTo>
                          <a:pt x="703" y="2056"/>
                          <a:pt x="640" y="2213"/>
                          <a:pt x="640" y="2528"/>
                        </a:cubicBezTo>
                        <a:cubicBezTo>
                          <a:pt x="640" y="3335"/>
                          <a:pt x="1196" y="3723"/>
                          <a:pt x="1448" y="3723"/>
                        </a:cubicBezTo>
                        <a:lnTo>
                          <a:pt x="1448" y="4174"/>
                        </a:lnTo>
                        <a:cubicBezTo>
                          <a:pt x="2192" y="4174"/>
                          <a:pt x="2077" y="5422"/>
                          <a:pt x="1699" y="5422"/>
                        </a:cubicBezTo>
                        <a:lnTo>
                          <a:pt x="1699" y="5758"/>
                        </a:lnTo>
                        <a:lnTo>
                          <a:pt x="2947" y="5758"/>
                        </a:lnTo>
                        <a:lnTo>
                          <a:pt x="3021" y="1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3" name="Google Shape;843;p27"/>
                  <p:cNvSpPr/>
                  <p:nvPr/>
                </p:nvSpPr>
                <p:spPr>
                  <a:xfrm>
                    <a:off x="4231636" y="771574"/>
                    <a:ext cx="73395" cy="60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405" extrusionOk="0">
                        <a:moveTo>
                          <a:pt x="269" y="0"/>
                        </a:moveTo>
                        <a:cubicBezTo>
                          <a:pt x="230" y="0"/>
                          <a:pt x="192" y="11"/>
                          <a:pt x="158" y="33"/>
                        </a:cubicBezTo>
                        <a:cubicBezTo>
                          <a:pt x="53" y="85"/>
                          <a:pt x="1" y="201"/>
                          <a:pt x="53" y="316"/>
                        </a:cubicBezTo>
                        <a:cubicBezTo>
                          <a:pt x="92" y="374"/>
                          <a:pt x="155" y="405"/>
                          <a:pt x="219" y="405"/>
                        </a:cubicBezTo>
                        <a:cubicBezTo>
                          <a:pt x="259" y="405"/>
                          <a:pt x="300" y="393"/>
                          <a:pt x="336" y="369"/>
                        </a:cubicBezTo>
                        <a:cubicBezTo>
                          <a:pt x="441" y="316"/>
                          <a:pt x="494" y="201"/>
                          <a:pt x="452" y="96"/>
                        </a:cubicBezTo>
                        <a:cubicBezTo>
                          <a:pt x="411" y="35"/>
                          <a:pt x="340" y="0"/>
                          <a:pt x="26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4" name="Google Shape;844;p27"/>
                  <p:cNvSpPr/>
                  <p:nvPr/>
                </p:nvSpPr>
                <p:spPr>
                  <a:xfrm>
                    <a:off x="4322118" y="921485"/>
                    <a:ext cx="183933" cy="20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" h="1370" extrusionOk="0">
                        <a:moveTo>
                          <a:pt x="594" y="0"/>
                        </a:moveTo>
                        <a:cubicBezTo>
                          <a:pt x="564" y="0"/>
                          <a:pt x="534" y="3"/>
                          <a:pt x="503" y="10"/>
                        </a:cubicBezTo>
                        <a:cubicBezTo>
                          <a:pt x="199" y="62"/>
                          <a:pt x="0" y="398"/>
                          <a:pt x="63" y="775"/>
                        </a:cubicBezTo>
                        <a:cubicBezTo>
                          <a:pt x="130" y="1129"/>
                          <a:pt x="380" y="1369"/>
                          <a:pt x="662" y="1369"/>
                        </a:cubicBezTo>
                        <a:cubicBezTo>
                          <a:pt x="689" y="1369"/>
                          <a:pt x="717" y="1367"/>
                          <a:pt x="745" y="1362"/>
                        </a:cubicBezTo>
                        <a:cubicBezTo>
                          <a:pt x="1049" y="1310"/>
                          <a:pt x="1237" y="964"/>
                          <a:pt x="1174" y="586"/>
                        </a:cubicBezTo>
                        <a:cubicBezTo>
                          <a:pt x="1118" y="247"/>
                          <a:pt x="866" y="0"/>
                          <a:pt x="5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845" name="Google Shape;845;p27"/>
                <p:cNvSpPr/>
                <p:nvPr/>
              </p:nvSpPr>
              <p:spPr>
                <a:xfrm>
                  <a:off x="100" y="247650"/>
                  <a:ext cx="183874" cy="4895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50" y="38737"/>
                      </a:lnTo>
                      <a:lnTo>
                        <a:pt x="85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46" name="Google Shape;846;p27"/>
                <p:cNvGrpSpPr/>
                <p:nvPr/>
              </p:nvGrpSpPr>
              <p:grpSpPr>
                <a:xfrm>
                  <a:off x="-10709" y="444378"/>
                  <a:ext cx="448838" cy="860613"/>
                  <a:chOff x="561117" y="628348"/>
                  <a:chExt cx="448838" cy="855480"/>
                </a:xfrm>
              </p:grpSpPr>
              <p:sp>
                <p:nvSpPr>
                  <p:cNvPr id="847" name="Google Shape;847;p27"/>
                  <p:cNvSpPr/>
                  <p:nvPr/>
                </p:nvSpPr>
                <p:spPr>
                  <a:xfrm>
                    <a:off x="561117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3020" y="1"/>
                        </a:moveTo>
                        <a:lnTo>
                          <a:pt x="0" y="11"/>
                        </a:lnTo>
                        <a:lnTo>
                          <a:pt x="73" y="5758"/>
                        </a:lnTo>
                        <a:lnTo>
                          <a:pt x="1321" y="5758"/>
                        </a:lnTo>
                        <a:lnTo>
                          <a:pt x="1321" y="5422"/>
                        </a:lnTo>
                        <a:cubicBezTo>
                          <a:pt x="944" y="5422"/>
                          <a:pt x="828" y="4174"/>
                          <a:pt x="1573" y="4174"/>
                        </a:cubicBezTo>
                        <a:lnTo>
                          <a:pt x="1573" y="3723"/>
                        </a:lnTo>
                        <a:cubicBezTo>
                          <a:pt x="1825" y="3723"/>
                          <a:pt x="2380" y="3335"/>
                          <a:pt x="2380" y="2528"/>
                        </a:cubicBezTo>
                        <a:cubicBezTo>
                          <a:pt x="2380" y="2213"/>
                          <a:pt x="2318" y="2056"/>
                          <a:pt x="2244" y="1972"/>
                        </a:cubicBezTo>
                        <a:cubicBezTo>
                          <a:pt x="2108" y="1826"/>
                          <a:pt x="2189" y="1526"/>
                          <a:pt x="2344" y="1526"/>
                        </a:cubicBezTo>
                        <a:cubicBezTo>
                          <a:pt x="2355" y="1526"/>
                          <a:pt x="2368" y="1528"/>
                          <a:pt x="2380" y="1532"/>
                        </a:cubicBezTo>
                        <a:lnTo>
                          <a:pt x="2391" y="1532"/>
                        </a:lnTo>
                        <a:cubicBezTo>
                          <a:pt x="2437" y="1552"/>
                          <a:pt x="2485" y="1562"/>
                          <a:pt x="2532" y="1562"/>
                        </a:cubicBezTo>
                        <a:cubicBezTo>
                          <a:pt x="2701" y="1562"/>
                          <a:pt x="2861" y="1439"/>
                          <a:pt x="2894" y="1259"/>
                        </a:cubicBezTo>
                        <a:cubicBezTo>
                          <a:pt x="2914" y="1122"/>
                          <a:pt x="2888" y="867"/>
                          <a:pt x="2714" y="867"/>
                        </a:cubicBezTo>
                        <a:cubicBezTo>
                          <a:pt x="2702" y="867"/>
                          <a:pt x="2688" y="868"/>
                          <a:pt x="2674" y="871"/>
                        </a:cubicBezTo>
                        <a:lnTo>
                          <a:pt x="2674" y="703"/>
                        </a:lnTo>
                        <a:cubicBezTo>
                          <a:pt x="2863" y="703"/>
                          <a:pt x="3020" y="546"/>
                          <a:pt x="3020" y="357"/>
                        </a:cubicBezTo>
                        <a:lnTo>
                          <a:pt x="302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8" name="Google Shape;848;p27"/>
                  <p:cNvSpPr/>
                  <p:nvPr/>
                </p:nvSpPr>
                <p:spPr>
                  <a:xfrm>
                    <a:off x="694982" y="920890"/>
                    <a:ext cx="187201" cy="203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0" h="1369" extrusionOk="0">
                        <a:moveTo>
                          <a:pt x="673" y="1"/>
                        </a:moveTo>
                        <a:cubicBezTo>
                          <a:pt x="413" y="1"/>
                          <a:pt x="159" y="235"/>
                          <a:pt x="85" y="559"/>
                        </a:cubicBezTo>
                        <a:cubicBezTo>
                          <a:pt x="1" y="926"/>
                          <a:pt x="179" y="1283"/>
                          <a:pt x="473" y="1356"/>
                        </a:cubicBezTo>
                        <a:cubicBezTo>
                          <a:pt x="508" y="1365"/>
                          <a:pt x="544" y="1369"/>
                          <a:pt x="580" y="1369"/>
                        </a:cubicBezTo>
                        <a:cubicBezTo>
                          <a:pt x="848" y="1369"/>
                          <a:pt x="1101" y="1135"/>
                          <a:pt x="1175" y="811"/>
                        </a:cubicBezTo>
                        <a:cubicBezTo>
                          <a:pt x="1259" y="433"/>
                          <a:pt x="1081" y="77"/>
                          <a:pt x="777" y="14"/>
                        </a:cubicBezTo>
                        <a:cubicBezTo>
                          <a:pt x="742" y="5"/>
                          <a:pt x="708" y="1"/>
                          <a:pt x="673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9" name="Google Shape;849;p27"/>
                  <p:cNvSpPr/>
                  <p:nvPr/>
                </p:nvSpPr>
                <p:spPr>
                  <a:xfrm>
                    <a:off x="886642" y="773654"/>
                    <a:ext cx="70572" cy="566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81" extrusionOk="0">
                        <a:moveTo>
                          <a:pt x="229" y="0"/>
                        </a:moveTo>
                        <a:cubicBezTo>
                          <a:pt x="151" y="0"/>
                          <a:pt x="70" y="39"/>
                          <a:pt x="22" y="124"/>
                        </a:cubicBezTo>
                        <a:cubicBezTo>
                          <a:pt x="1" y="239"/>
                          <a:pt x="85" y="344"/>
                          <a:pt x="189" y="365"/>
                        </a:cubicBezTo>
                        <a:cubicBezTo>
                          <a:pt x="219" y="376"/>
                          <a:pt x="248" y="381"/>
                          <a:pt x="276" y="381"/>
                        </a:cubicBezTo>
                        <a:cubicBezTo>
                          <a:pt x="359" y="381"/>
                          <a:pt x="431" y="336"/>
                          <a:pt x="462" y="250"/>
                        </a:cubicBezTo>
                        <a:cubicBezTo>
                          <a:pt x="475" y="96"/>
                          <a:pt x="354" y="0"/>
                          <a:pt x="22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50" name="Google Shape;850;p27"/>
              <p:cNvSpPr/>
              <p:nvPr/>
            </p:nvSpPr>
            <p:spPr>
              <a:xfrm>
                <a:off x="14450" y="247294"/>
                <a:ext cx="9120845" cy="206500"/>
              </a:xfrm>
              <a:custGeom>
                <a:avLst/>
                <a:gdLst/>
                <a:ahLst/>
                <a:cxnLst/>
                <a:rect l="l" t="t" r="r" b="b"/>
                <a:pathLst>
                  <a:path w="28723" h="798" extrusionOk="0">
                    <a:moveTo>
                      <a:pt x="0" y="0"/>
                    </a:moveTo>
                    <a:lnTo>
                      <a:pt x="0" y="797"/>
                    </a:lnTo>
                    <a:lnTo>
                      <a:pt x="28722" y="797"/>
                    </a:lnTo>
                    <a:lnTo>
                      <a:pt x="287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51" name="Google Shape;851;p27"/>
            <p:cNvSpPr/>
            <p:nvPr/>
          </p:nvSpPr>
          <p:spPr>
            <a:xfrm>
              <a:off x="384093" y="4954718"/>
              <a:ext cx="219363" cy="57966"/>
            </a:xfrm>
            <a:custGeom>
              <a:avLst/>
              <a:gdLst/>
              <a:ahLst/>
              <a:cxnLst/>
              <a:rect l="l" t="t" r="r" b="b"/>
              <a:pathLst>
                <a:path w="691" h="578" extrusionOk="0">
                  <a:moveTo>
                    <a:pt x="366" y="0"/>
                  </a:moveTo>
                  <a:cubicBezTo>
                    <a:pt x="269" y="0"/>
                    <a:pt x="171" y="48"/>
                    <a:pt x="114" y="149"/>
                  </a:cubicBezTo>
                  <a:cubicBezTo>
                    <a:pt x="1" y="346"/>
                    <a:pt x="150" y="578"/>
                    <a:pt x="356" y="578"/>
                  </a:cubicBezTo>
                  <a:cubicBezTo>
                    <a:pt x="379" y="578"/>
                    <a:pt x="403" y="575"/>
                    <a:pt x="428" y="568"/>
                  </a:cubicBezTo>
                  <a:cubicBezTo>
                    <a:pt x="596" y="526"/>
                    <a:pt x="690" y="358"/>
                    <a:pt x="638" y="201"/>
                  </a:cubicBezTo>
                  <a:cubicBezTo>
                    <a:pt x="598" y="70"/>
                    <a:pt x="483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8540543" y="4954718"/>
              <a:ext cx="219363" cy="57966"/>
            </a:xfrm>
            <a:custGeom>
              <a:avLst/>
              <a:gdLst/>
              <a:ahLst/>
              <a:cxnLst/>
              <a:rect l="l" t="t" r="r" b="b"/>
              <a:pathLst>
                <a:path w="691" h="578" extrusionOk="0">
                  <a:moveTo>
                    <a:pt x="366" y="0"/>
                  </a:moveTo>
                  <a:cubicBezTo>
                    <a:pt x="269" y="0"/>
                    <a:pt x="171" y="48"/>
                    <a:pt x="114" y="149"/>
                  </a:cubicBezTo>
                  <a:cubicBezTo>
                    <a:pt x="1" y="346"/>
                    <a:pt x="150" y="578"/>
                    <a:pt x="356" y="578"/>
                  </a:cubicBezTo>
                  <a:cubicBezTo>
                    <a:pt x="379" y="578"/>
                    <a:pt x="403" y="575"/>
                    <a:pt x="428" y="568"/>
                  </a:cubicBezTo>
                  <a:cubicBezTo>
                    <a:pt x="596" y="526"/>
                    <a:pt x="690" y="358"/>
                    <a:pt x="638" y="201"/>
                  </a:cubicBezTo>
                  <a:cubicBezTo>
                    <a:pt x="598" y="70"/>
                    <a:pt x="483" y="0"/>
                    <a:pt x="3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_1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4" name="Google Shape;854;p28"/>
          <p:cNvGrpSpPr/>
          <p:nvPr/>
        </p:nvGrpSpPr>
        <p:grpSpPr>
          <a:xfrm>
            <a:off x="-540125" y="-190500"/>
            <a:ext cx="10224238" cy="5634425"/>
            <a:chOff x="-540125" y="-190500"/>
            <a:chExt cx="10224238" cy="5634425"/>
          </a:xfrm>
        </p:grpSpPr>
        <p:grpSp>
          <p:nvGrpSpPr>
            <p:cNvPr id="855" name="Google Shape;855;p28"/>
            <p:cNvGrpSpPr/>
            <p:nvPr/>
          </p:nvGrpSpPr>
          <p:grpSpPr>
            <a:xfrm>
              <a:off x="-375736" y="5125200"/>
              <a:ext cx="9889274" cy="318725"/>
              <a:chOff x="-375736" y="5125200"/>
              <a:chExt cx="9889274" cy="318725"/>
            </a:xfrm>
          </p:grpSpPr>
          <p:sp>
            <p:nvSpPr>
              <p:cNvPr id="856" name="Google Shape;856;p28"/>
              <p:cNvSpPr/>
              <p:nvPr/>
            </p:nvSpPr>
            <p:spPr>
              <a:xfrm flipH="1">
                <a:off x="-135238" y="5125200"/>
                <a:ext cx="9437035" cy="206502"/>
              </a:xfrm>
              <a:custGeom>
                <a:avLst/>
                <a:gdLst/>
                <a:ahLst/>
                <a:cxnLst/>
                <a:rect l="l" t="t" r="r" b="b"/>
                <a:pathLst>
                  <a:path w="30842" h="1312" extrusionOk="0">
                    <a:moveTo>
                      <a:pt x="882" y="0"/>
                    </a:moveTo>
                    <a:cubicBezTo>
                      <a:pt x="1" y="0"/>
                      <a:pt x="1" y="1311"/>
                      <a:pt x="882" y="1311"/>
                    </a:cubicBezTo>
                    <a:lnTo>
                      <a:pt x="30191" y="1311"/>
                    </a:lnTo>
                    <a:cubicBezTo>
                      <a:pt x="30548" y="1311"/>
                      <a:pt x="30841" y="1018"/>
                      <a:pt x="30841" y="651"/>
                    </a:cubicBezTo>
                    <a:cubicBezTo>
                      <a:pt x="30841" y="294"/>
                      <a:pt x="30548" y="0"/>
                      <a:pt x="30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28"/>
              <p:cNvSpPr/>
              <p:nvPr/>
            </p:nvSpPr>
            <p:spPr>
              <a:xfrm flipH="1">
                <a:off x="-375736" y="5296761"/>
                <a:ext cx="9889274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32320" h="935" extrusionOk="0">
                    <a:moveTo>
                      <a:pt x="945" y="1"/>
                    </a:moveTo>
                    <a:cubicBezTo>
                      <a:pt x="420" y="1"/>
                      <a:pt x="1" y="420"/>
                      <a:pt x="1" y="934"/>
                    </a:cubicBezTo>
                    <a:lnTo>
                      <a:pt x="32320" y="934"/>
                    </a:lnTo>
                    <a:cubicBezTo>
                      <a:pt x="32320" y="420"/>
                      <a:pt x="31900" y="1"/>
                      <a:pt x="31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28"/>
              <p:cNvSpPr/>
              <p:nvPr/>
            </p:nvSpPr>
            <p:spPr>
              <a:xfrm flipH="1">
                <a:off x="4369693" y="5296761"/>
                <a:ext cx="3603526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935" extrusionOk="0">
                    <a:moveTo>
                      <a:pt x="11758" y="1"/>
                    </a:moveTo>
                    <a:cubicBezTo>
                      <a:pt x="11752" y="1"/>
                      <a:pt x="11746" y="1"/>
                      <a:pt x="11739" y="1"/>
                    </a:cubicBezTo>
                    <a:lnTo>
                      <a:pt x="11776" y="1"/>
                    </a:lnTo>
                    <a:cubicBezTo>
                      <a:pt x="11770" y="1"/>
                      <a:pt x="11764" y="1"/>
                      <a:pt x="11758" y="1"/>
                    </a:cubicBezTo>
                    <a:close/>
                    <a:moveTo>
                      <a:pt x="758" y="1"/>
                    </a:moveTo>
                    <a:cubicBezTo>
                      <a:pt x="336" y="1"/>
                      <a:pt x="0" y="353"/>
                      <a:pt x="0" y="777"/>
                    </a:cubicBezTo>
                    <a:lnTo>
                      <a:pt x="0" y="934"/>
                    </a:lnTo>
                    <a:lnTo>
                      <a:pt x="11000" y="934"/>
                    </a:lnTo>
                    <a:lnTo>
                      <a:pt x="11000" y="777"/>
                    </a:lnTo>
                    <a:cubicBezTo>
                      <a:pt x="11000" y="359"/>
                      <a:pt x="11327" y="11"/>
                      <a:pt x="11739" y="1"/>
                    </a:cubicBezTo>
                    <a:lnTo>
                      <a:pt x="776" y="1"/>
                    </a:lnTo>
                    <a:cubicBezTo>
                      <a:pt x="770" y="1"/>
                      <a:pt x="764" y="1"/>
                      <a:pt x="758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28"/>
              <p:cNvSpPr/>
              <p:nvPr/>
            </p:nvSpPr>
            <p:spPr>
              <a:xfrm flipH="1">
                <a:off x="1764230" y="5296761"/>
                <a:ext cx="1854851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935" extrusionOk="0">
                    <a:moveTo>
                      <a:pt x="776" y="1"/>
                    </a:moveTo>
                    <a:cubicBezTo>
                      <a:pt x="346" y="1"/>
                      <a:pt x="0" y="347"/>
                      <a:pt x="0" y="777"/>
                    </a:cubicBezTo>
                    <a:lnTo>
                      <a:pt x="0" y="934"/>
                    </a:lnTo>
                    <a:lnTo>
                      <a:pt x="5296" y="934"/>
                    </a:lnTo>
                    <a:lnTo>
                      <a:pt x="5296" y="777"/>
                    </a:lnTo>
                    <a:cubicBezTo>
                      <a:pt x="5296" y="347"/>
                      <a:pt x="5631" y="1"/>
                      <a:pt x="6061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0" name="Google Shape;860;p28"/>
            <p:cNvGrpSpPr/>
            <p:nvPr/>
          </p:nvGrpSpPr>
          <p:grpSpPr>
            <a:xfrm>
              <a:off x="-540125" y="-190500"/>
              <a:ext cx="10224238" cy="644300"/>
              <a:chOff x="-540125" y="-190500"/>
              <a:chExt cx="10224238" cy="644300"/>
            </a:xfrm>
          </p:grpSpPr>
          <p:sp>
            <p:nvSpPr>
              <p:cNvPr id="861" name="Google Shape;861;p28"/>
              <p:cNvSpPr/>
              <p:nvPr/>
            </p:nvSpPr>
            <p:spPr>
              <a:xfrm flipH="1">
                <a:off x="-130835" y="34637"/>
                <a:ext cx="9409084" cy="261761"/>
              </a:xfrm>
              <a:custGeom>
                <a:avLst/>
                <a:gdLst/>
                <a:ahLst/>
                <a:cxnLst/>
                <a:rect l="l" t="t" r="r" b="b"/>
                <a:pathLst>
                  <a:path w="30138" h="1658" extrusionOk="0">
                    <a:moveTo>
                      <a:pt x="902" y="0"/>
                    </a:moveTo>
                    <a:cubicBezTo>
                      <a:pt x="0" y="0"/>
                      <a:pt x="0" y="1657"/>
                      <a:pt x="902" y="1657"/>
                    </a:cubicBezTo>
                    <a:lnTo>
                      <a:pt x="29247" y="1657"/>
                    </a:lnTo>
                    <a:cubicBezTo>
                      <a:pt x="30138" y="1657"/>
                      <a:pt x="30138" y="0"/>
                      <a:pt x="292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28"/>
              <p:cNvSpPr/>
              <p:nvPr/>
            </p:nvSpPr>
            <p:spPr>
              <a:xfrm flipH="1">
                <a:off x="-540125" y="-190500"/>
                <a:ext cx="10224238" cy="266655"/>
              </a:xfrm>
              <a:custGeom>
                <a:avLst/>
                <a:gdLst/>
                <a:ahLst/>
                <a:cxnLst/>
                <a:rect l="l" t="t" r="r" b="b"/>
                <a:pathLst>
                  <a:path w="32749" h="1689" extrusionOk="0">
                    <a:moveTo>
                      <a:pt x="0" y="0"/>
                    </a:moveTo>
                    <a:lnTo>
                      <a:pt x="0" y="315"/>
                    </a:lnTo>
                    <a:lnTo>
                      <a:pt x="902" y="1028"/>
                    </a:lnTo>
                    <a:cubicBezTo>
                      <a:pt x="902" y="1395"/>
                      <a:pt x="1195" y="1688"/>
                      <a:pt x="1562" y="1688"/>
                    </a:cubicBezTo>
                    <a:lnTo>
                      <a:pt x="31186" y="1688"/>
                    </a:lnTo>
                    <a:cubicBezTo>
                      <a:pt x="31553" y="1688"/>
                      <a:pt x="31847" y="1395"/>
                      <a:pt x="31847" y="1028"/>
                    </a:cubicBezTo>
                    <a:lnTo>
                      <a:pt x="32749" y="315"/>
                    </a:lnTo>
                    <a:lnTo>
                      <a:pt x="327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28"/>
              <p:cNvSpPr/>
              <p:nvPr/>
            </p:nvSpPr>
            <p:spPr>
              <a:xfrm flipH="1">
                <a:off x="-537003" y="-190500"/>
                <a:ext cx="10221116" cy="49731"/>
              </a:xfrm>
              <a:custGeom>
                <a:avLst/>
                <a:gdLst/>
                <a:ahLst/>
                <a:cxnLst/>
                <a:rect l="l" t="t" r="r" b="b"/>
                <a:pathLst>
                  <a:path w="32739" h="315" extrusionOk="0">
                    <a:moveTo>
                      <a:pt x="0" y="0"/>
                    </a:moveTo>
                    <a:lnTo>
                      <a:pt x="0" y="315"/>
                    </a:lnTo>
                    <a:lnTo>
                      <a:pt x="32738" y="315"/>
                    </a:lnTo>
                    <a:lnTo>
                      <a:pt x="32738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28"/>
              <p:cNvSpPr/>
              <p:nvPr/>
            </p:nvSpPr>
            <p:spPr>
              <a:xfrm flipH="1">
                <a:off x="4985805" y="111806"/>
                <a:ext cx="3444951" cy="99841"/>
              </a:xfrm>
              <a:custGeom>
                <a:avLst/>
                <a:gdLst/>
                <a:ahLst/>
                <a:cxnLst/>
                <a:rect l="l" t="t" r="r" b="b"/>
                <a:pathLst>
                  <a:path w="23187" h="672" extrusionOk="0">
                    <a:moveTo>
                      <a:pt x="441" y="0"/>
                    </a:moveTo>
                    <a:cubicBezTo>
                      <a:pt x="231" y="11"/>
                      <a:pt x="64" y="147"/>
                      <a:pt x="1" y="336"/>
                    </a:cubicBezTo>
                    <a:cubicBezTo>
                      <a:pt x="64" y="535"/>
                      <a:pt x="231" y="672"/>
                      <a:pt x="441" y="672"/>
                    </a:cubicBezTo>
                    <a:lnTo>
                      <a:pt x="22746" y="672"/>
                    </a:lnTo>
                    <a:cubicBezTo>
                      <a:pt x="22945" y="672"/>
                      <a:pt x="23123" y="535"/>
                      <a:pt x="23186" y="336"/>
                    </a:cubicBezTo>
                    <a:cubicBezTo>
                      <a:pt x="23123" y="147"/>
                      <a:pt x="22945" y="11"/>
                      <a:pt x="22746" y="0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28"/>
              <p:cNvSpPr/>
              <p:nvPr/>
            </p:nvSpPr>
            <p:spPr>
              <a:xfrm flipH="1">
                <a:off x="-337197" y="-59775"/>
                <a:ext cx="9821812" cy="34891"/>
              </a:xfrm>
              <a:custGeom>
                <a:avLst/>
                <a:gdLst/>
                <a:ahLst/>
                <a:cxnLst/>
                <a:rect l="l" t="t" r="r" b="b"/>
                <a:pathLst>
                  <a:path w="31460" h="221" extrusionOk="0">
                    <a:moveTo>
                      <a:pt x="1" y="0"/>
                    </a:moveTo>
                    <a:lnTo>
                      <a:pt x="263" y="200"/>
                    </a:lnTo>
                    <a:lnTo>
                      <a:pt x="263" y="221"/>
                    </a:lnTo>
                    <a:lnTo>
                      <a:pt x="31208" y="221"/>
                    </a:lnTo>
                    <a:lnTo>
                      <a:pt x="31208" y="200"/>
                    </a:lnTo>
                    <a:lnTo>
                      <a:pt x="31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28"/>
              <p:cNvSpPr/>
              <p:nvPr/>
            </p:nvSpPr>
            <p:spPr>
              <a:xfrm flipH="1">
                <a:off x="-45733" y="247300"/>
                <a:ext cx="9230208" cy="206500"/>
              </a:xfrm>
              <a:custGeom>
                <a:avLst/>
                <a:gdLst/>
                <a:ahLst/>
                <a:cxnLst/>
                <a:rect l="l" t="t" r="r" b="b"/>
                <a:pathLst>
                  <a:path w="28723" h="798" extrusionOk="0">
                    <a:moveTo>
                      <a:pt x="0" y="0"/>
                    </a:moveTo>
                    <a:lnTo>
                      <a:pt x="0" y="797"/>
                    </a:lnTo>
                    <a:lnTo>
                      <a:pt x="28722" y="797"/>
                    </a:lnTo>
                    <a:lnTo>
                      <a:pt x="287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67" name="Google Shape;867;p28"/>
          <p:cNvSpPr txBox="1">
            <a:spLocks noGrp="1"/>
          </p:cNvSpPr>
          <p:nvPr>
            <p:ph type="title"/>
          </p:nvPr>
        </p:nvSpPr>
        <p:spPr>
          <a:xfrm>
            <a:off x="2368400" y="1407100"/>
            <a:ext cx="5265000" cy="9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28"/>
          <p:cNvSpPr txBox="1">
            <a:spLocks noGrp="1"/>
          </p:cNvSpPr>
          <p:nvPr>
            <p:ph type="subTitle" idx="1"/>
          </p:nvPr>
        </p:nvSpPr>
        <p:spPr>
          <a:xfrm>
            <a:off x="2368475" y="2378200"/>
            <a:ext cx="526500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CUSTOM_13_1">
    <p:bg>
      <p:bgPr>
        <a:solidFill>
          <a:schemeClr val="dk1"/>
        </a:solidFill>
        <a:effectLst/>
      </p:bgPr>
    </p:bg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8" name="Google Shape;1168;p39"/>
          <p:cNvGrpSpPr/>
          <p:nvPr/>
        </p:nvGrpSpPr>
        <p:grpSpPr>
          <a:xfrm flipH="1">
            <a:off x="-540119" y="-190500"/>
            <a:ext cx="10224238" cy="5634425"/>
            <a:chOff x="-540125" y="-190500"/>
            <a:chExt cx="10224238" cy="5634425"/>
          </a:xfrm>
        </p:grpSpPr>
        <p:grpSp>
          <p:nvGrpSpPr>
            <p:cNvPr id="1169" name="Google Shape;1169;p39"/>
            <p:cNvGrpSpPr/>
            <p:nvPr/>
          </p:nvGrpSpPr>
          <p:grpSpPr>
            <a:xfrm>
              <a:off x="123156" y="409580"/>
              <a:ext cx="262232" cy="352736"/>
              <a:chOff x="694982" y="773654"/>
              <a:chExt cx="262232" cy="350632"/>
            </a:xfrm>
          </p:grpSpPr>
          <p:sp>
            <p:nvSpPr>
              <p:cNvPr id="1170" name="Google Shape;1170;p39"/>
              <p:cNvSpPr/>
              <p:nvPr/>
            </p:nvSpPr>
            <p:spPr>
              <a:xfrm>
                <a:off x="694982" y="920890"/>
                <a:ext cx="187201" cy="203396"/>
              </a:xfrm>
              <a:custGeom>
                <a:avLst/>
                <a:gdLst/>
                <a:ahLst/>
                <a:cxnLst/>
                <a:rect l="l" t="t" r="r" b="b"/>
                <a:pathLst>
                  <a:path w="1260" h="1369" extrusionOk="0">
                    <a:moveTo>
                      <a:pt x="673" y="1"/>
                    </a:moveTo>
                    <a:cubicBezTo>
                      <a:pt x="413" y="1"/>
                      <a:pt x="159" y="235"/>
                      <a:pt x="85" y="559"/>
                    </a:cubicBezTo>
                    <a:cubicBezTo>
                      <a:pt x="1" y="926"/>
                      <a:pt x="179" y="1283"/>
                      <a:pt x="473" y="1356"/>
                    </a:cubicBezTo>
                    <a:cubicBezTo>
                      <a:pt x="508" y="1365"/>
                      <a:pt x="544" y="1369"/>
                      <a:pt x="580" y="1369"/>
                    </a:cubicBezTo>
                    <a:cubicBezTo>
                      <a:pt x="848" y="1369"/>
                      <a:pt x="1101" y="1135"/>
                      <a:pt x="1175" y="811"/>
                    </a:cubicBezTo>
                    <a:cubicBezTo>
                      <a:pt x="1259" y="433"/>
                      <a:pt x="1081" y="77"/>
                      <a:pt x="777" y="14"/>
                    </a:cubicBezTo>
                    <a:cubicBezTo>
                      <a:pt x="742" y="5"/>
                      <a:pt x="708" y="1"/>
                      <a:pt x="673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39"/>
              <p:cNvSpPr/>
              <p:nvPr/>
            </p:nvSpPr>
            <p:spPr>
              <a:xfrm>
                <a:off x="886642" y="773654"/>
                <a:ext cx="70572" cy="56606"/>
              </a:xfrm>
              <a:custGeom>
                <a:avLst/>
                <a:gdLst/>
                <a:ahLst/>
                <a:cxnLst/>
                <a:rect l="l" t="t" r="r" b="b"/>
                <a:pathLst>
                  <a:path w="475" h="381" extrusionOk="0">
                    <a:moveTo>
                      <a:pt x="229" y="0"/>
                    </a:moveTo>
                    <a:cubicBezTo>
                      <a:pt x="151" y="0"/>
                      <a:pt x="70" y="39"/>
                      <a:pt x="22" y="124"/>
                    </a:cubicBezTo>
                    <a:cubicBezTo>
                      <a:pt x="1" y="239"/>
                      <a:pt x="85" y="344"/>
                      <a:pt x="189" y="365"/>
                    </a:cubicBezTo>
                    <a:cubicBezTo>
                      <a:pt x="219" y="376"/>
                      <a:pt x="248" y="381"/>
                      <a:pt x="276" y="381"/>
                    </a:cubicBezTo>
                    <a:cubicBezTo>
                      <a:pt x="359" y="381"/>
                      <a:pt x="431" y="336"/>
                      <a:pt x="462" y="250"/>
                    </a:cubicBezTo>
                    <a:cubicBezTo>
                      <a:pt x="475" y="96"/>
                      <a:pt x="354" y="0"/>
                      <a:pt x="2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72" name="Google Shape;1172;p39"/>
            <p:cNvGrpSpPr/>
            <p:nvPr/>
          </p:nvGrpSpPr>
          <p:grpSpPr>
            <a:xfrm>
              <a:off x="-540125" y="-190500"/>
              <a:ext cx="10224238" cy="5634425"/>
              <a:chOff x="-540125" y="-190500"/>
              <a:chExt cx="10224238" cy="5634425"/>
            </a:xfrm>
          </p:grpSpPr>
          <p:grpSp>
            <p:nvGrpSpPr>
              <p:cNvPr id="1173" name="Google Shape;1173;p39"/>
              <p:cNvGrpSpPr/>
              <p:nvPr/>
            </p:nvGrpSpPr>
            <p:grpSpPr>
              <a:xfrm>
                <a:off x="123150" y="4810250"/>
                <a:ext cx="9020846" cy="318721"/>
                <a:chOff x="66882" y="4401145"/>
                <a:chExt cx="9060713" cy="305875"/>
              </a:xfrm>
            </p:grpSpPr>
            <p:sp>
              <p:nvSpPr>
                <p:cNvPr id="1174" name="Google Shape;1174;p39"/>
                <p:cNvSpPr/>
                <p:nvPr/>
              </p:nvSpPr>
              <p:spPr>
                <a:xfrm>
                  <a:off x="66882" y="4401145"/>
                  <a:ext cx="9060713" cy="30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71" h="3178" extrusionOk="0">
                      <a:moveTo>
                        <a:pt x="1" y="0"/>
                      </a:moveTo>
                      <a:lnTo>
                        <a:pt x="1" y="3177"/>
                      </a:lnTo>
                      <a:lnTo>
                        <a:pt x="27171" y="3177"/>
                      </a:lnTo>
                      <a:lnTo>
                        <a:pt x="271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5" name="Google Shape;1175;p39"/>
                <p:cNvSpPr/>
                <p:nvPr/>
              </p:nvSpPr>
              <p:spPr>
                <a:xfrm>
                  <a:off x="1201135" y="4401147"/>
                  <a:ext cx="6647593" cy="305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48" h="3178" extrusionOk="0">
                      <a:moveTo>
                        <a:pt x="1" y="0"/>
                      </a:moveTo>
                      <a:lnTo>
                        <a:pt x="378" y="3177"/>
                      </a:lnTo>
                      <a:lnTo>
                        <a:pt x="20470" y="3177"/>
                      </a:lnTo>
                      <a:lnTo>
                        <a:pt x="20848" y="0"/>
                      </a:ln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6" name="Google Shape;1176;p39"/>
                <p:cNvSpPr/>
                <p:nvPr/>
              </p:nvSpPr>
              <p:spPr>
                <a:xfrm>
                  <a:off x="743887" y="4570540"/>
                  <a:ext cx="220332" cy="55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1" h="578" extrusionOk="0">
                      <a:moveTo>
                        <a:pt x="366" y="0"/>
                      </a:moveTo>
                      <a:cubicBezTo>
                        <a:pt x="269" y="0"/>
                        <a:pt x="171" y="48"/>
                        <a:pt x="114" y="149"/>
                      </a:cubicBezTo>
                      <a:cubicBezTo>
                        <a:pt x="1" y="346"/>
                        <a:pt x="150" y="578"/>
                        <a:pt x="356" y="578"/>
                      </a:cubicBezTo>
                      <a:cubicBezTo>
                        <a:pt x="379" y="578"/>
                        <a:pt x="403" y="575"/>
                        <a:pt x="428" y="568"/>
                      </a:cubicBezTo>
                      <a:cubicBezTo>
                        <a:pt x="596" y="526"/>
                        <a:pt x="690" y="358"/>
                        <a:pt x="638" y="201"/>
                      </a:cubicBezTo>
                      <a:cubicBezTo>
                        <a:pt x="598" y="70"/>
                        <a:pt x="483" y="0"/>
                        <a:pt x="36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77" name="Google Shape;1177;p39"/>
              <p:cNvSpPr/>
              <p:nvPr/>
            </p:nvSpPr>
            <p:spPr>
              <a:xfrm>
                <a:off x="-134261" y="34637"/>
                <a:ext cx="9409084" cy="261761"/>
              </a:xfrm>
              <a:custGeom>
                <a:avLst/>
                <a:gdLst/>
                <a:ahLst/>
                <a:cxnLst/>
                <a:rect l="l" t="t" r="r" b="b"/>
                <a:pathLst>
                  <a:path w="30138" h="1658" extrusionOk="0">
                    <a:moveTo>
                      <a:pt x="902" y="0"/>
                    </a:moveTo>
                    <a:cubicBezTo>
                      <a:pt x="0" y="0"/>
                      <a:pt x="0" y="1657"/>
                      <a:pt x="902" y="1657"/>
                    </a:cubicBezTo>
                    <a:lnTo>
                      <a:pt x="29247" y="1657"/>
                    </a:lnTo>
                    <a:cubicBezTo>
                      <a:pt x="30138" y="1657"/>
                      <a:pt x="30138" y="0"/>
                      <a:pt x="292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39"/>
              <p:cNvSpPr/>
              <p:nvPr/>
            </p:nvSpPr>
            <p:spPr>
              <a:xfrm>
                <a:off x="-540125" y="-190500"/>
                <a:ext cx="10224238" cy="266655"/>
              </a:xfrm>
              <a:custGeom>
                <a:avLst/>
                <a:gdLst/>
                <a:ahLst/>
                <a:cxnLst/>
                <a:rect l="l" t="t" r="r" b="b"/>
                <a:pathLst>
                  <a:path w="32749" h="1689" extrusionOk="0">
                    <a:moveTo>
                      <a:pt x="0" y="0"/>
                    </a:moveTo>
                    <a:lnTo>
                      <a:pt x="0" y="315"/>
                    </a:lnTo>
                    <a:lnTo>
                      <a:pt x="902" y="1028"/>
                    </a:lnTo>
                    <a:cubicBezTo>
                      <a:pt x="902" y="1395"/>
                      <a:pt x="1195" y="1688"/>
                      <a:pt x="1562" y="1688"/>
                    </a:cubicBezTo>
                    <a:lnTo>
                      <a:pt x="31186" y="1688"/>
                    </a:lnTo>
                    <a:cubicBezTo>
                      <a:pt x="31553" y="1688"/>
                      <a:pt x="31847" y="1395"/>
                      <a:pt x="31847" y="1028"/>
                    </a:cubicBezTo>
                    <a:lnTo>
                      <a:pt x="32749" y="315"/>
                    </a:lnTo>
                    <a:lnTo>
                      <a:pt x="3274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39"/>
              <p:cNvSpPr/>
              <p:nvPr/>
            </p:nvSpPr>
            <p:spPr>
              <a:xfrm>
                <a:off x="-540125" y="-190500"/>
                <a:ext cx="10221116" cy="49731"/>
              </a:xfrm>
              <a:custGeom>
                <a:avLst/>
                <a:gdLst/>
                <a:ahLst/>
                <a:cxnLst/>
                <a:rect l="l" t="t" r="r" b="b"/>
                <a:pathLst>
                  <a:path w="32739" h="315" extrusionOk="0">
                    <a:moveTo>
                      <a:pt x="0" y="0"/>
                    </a:moveTo>
                    <a:lnTo>
                      <a:pt x="0" y="315"/>
                    </a:lnTo>
                    <a:lnTo>
                      <a:pt x="32738" y="315"/>
                    </a:lnTo>
                    <a:lnTo>
                      <a:pt x="32738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39"/>
              <p:cNvSpPr/>
              <p:nvPr/>
            </p:nvSpPr>
            <p:spPr>
              <a:xfrm>
                <a:off x="713232" y="111806"/>
                <a:ext cx="3444951" cy="99841"/>
              </a:xfrm>
              <a:custGeom>
                <a:avLst/>
                <a:gdLst/>
                <a:ahLst/>
                <a:cxnLst/>
                <a:rect l="l" t="t" r="r" b="b"/>
                <a:pathLst>
                  <a:path w="23187" h="672" extrusionOk="0">
                    <a:moveTo>
                      <a:pt x="441" y="0"/>
                    </a:moveTo>
                    <a:cubicBezTo>
                      <a:pt x="231" y="11"/>
                      <a:pt x="64" y="147"/>
                      <a:pt x="1" y="336"/>
                    </a:cubicBezTo>
                    <a:cubicBezTo>
                      <a:pt x="64" y="535"/>
                      <a:pt x="231" y="672"/>
                      <a:pt x="441" y="672"/>
                    </a:cubicBezTo>
                    <a:lnTo>
                      <a:pt x="22746" y="672"/>
                    </a:lnTo>
                    <a:cubicBezTo>
                      <a:pt x="22945" y="672"/>
                      <a:pt x="23123" y="535"/>
                      <a:pt x="23186" y="336"/>
                    </a:cubicBezTo>
                    <a:cubicBezTo>
                      <a:pt x="23123" y="147"/>
                      <a:pt x="22945" y="11"/>
                      <a:pt x="22746" y="0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39"/>
              <p:cNvSpPr/>
              <p:nvPr/>
            </p:nvSpPr>
            <p:spPr>
              <a:xfrm>
                <a:off x="-340627" y="-59775"/>
                <a:ext cx="9821812" cy="34891"/>
              </a:xfrm>
              <a:custGeom>
                <a:avLst/>
                <a:gdLst/>
                <a:ahLst/>
                <a:cxnLst/>
                <a:rect l="l" t="t" r="r" b="b"/>
                <a:pathLst>
                  <a:path w="31460" h="221" extrusionOk="0">
                    <a:moveTo>
                      <a:pt x="1" y="0"/>
                    </a:moveTo>
                    <a:lnTo>
                      <a:pt x="263" y="200"/>
                    </a:lnTo>
                    <a:lnTo>
                      <a:pt x="263" y="221"/>
                    </a:lnTo>
                    <a:lnTo>
                      <a:pt x="31208" y="221"/>
                    </a:lnTo>
                    <a:lnTo>
                      <a:pt x="31208" y="200"/>
                    </a:lnTo>
                    <a:lnTo>
                      <a:pt x="31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39"/>
              <p:cNvSpPr/>
              <p:nvPr/>
            </p:nvSpPr>
            <p:spPr>
              <a:xfrm>
                <a:off x="-157810" y="5125200"/>
                <a:ext cx="9437035" cy="206502"/>
              </a:xfrm>
              <a:custGeom>
                <a:avLst/>
                <a:gdLst/>
                <a:ahLst/>
                <a:cxnLst/>
                <a:rect l="l" t="t" r="r" b="b"/>
                <a:pathLst>
                  <a:path w="30842" h="1312" extrusionOk="0">
                    <a:moveTo>
                      <a:pt x="882" y="0"/>
                    </a:moveTo>
                    <a:cubicBezTo>
                      <a:pt x="1" y="0"/>
                      <a:pt x="1" y="1311"/>
                      <a:pt x="882" y="1311"/>
                    </a:cubicBezTo>
                    <a:lnTo>
                      <a:pt x="30191" y="1311"/>
                    </a:lnTo>
                    <a:cubicBezTo>
                      <a:pt x="30548" y="1311"/>
                      <a:pt x="30841" y="1018"/>
                      <a:pt x="30841" y="651"/>
                    </a:cubicBezTo>
                    <a:cubicBezTo>
                      <a:pt x="30841" y="294"/>
                      <a:pt x="30548" y="0"/>
                      <a:pt x="3019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39"/>
              <p:cNvSpPr/>
              <p:nvPr/>
            </p:nvSpPr>
            <p:spPr>
              <a:xfrm>
                <a:off x="-369550" y="5296761"/>
                <a:ext cx="9889274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32320" h="935" extrusionOk="0">
                    <a:moveTo>
                      <a:pt x="945" y="1"/>
                    </a:moveTo>
                    <a:cubicBezTo>
                      <a:pt x="420" y="1"/>
                      <a:pt x="1" y="420"/>
                      <a:pt x="1" y="934"/>
                    </a:cubicBezTo>
                    <a:lnTo>
                      <a:pt x="32320" y="934"/>
                    </a:lnTo>
                    <a:cubicBezTo>
                      <a:pt x="32320" y="420"/>
                      <a:pt x="31900" y="1"/>
                      <a:pt x="3138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39"/>
              <p:cNvSpPr/>
              <p:nvPr/>
            </p:nvSpPr>
            <p:spPr>
              <a:xfrm>
                <a:off x="1170769" y="5296761"/>
                <a:ext cx="3603526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11777" h="935" extrusionOk="0">
                    <a:moveTo>
                      <a:pt x="11758" y="1"/>
                    </a:moveTo>
                    <a:cubicBezTo>
                      <a:pt x="11752" y="1"/>
                      <a:pt x="11746" y="1"/>
                      <a:pt x="11739" y="1"/>
                    </a:cubicBezTo>
                    <a:lnTo>
                      <a:pt x="11776" y="1"/>
                    </a:lnTo>
                    <a:cubicBezTo>
                      <a:pt x="11770" y="1"/>
                      <a:pt x="11764" y="1"/>
                      <a:pt x="11758" y="1"/>
                    </a:cubicBezTo>
                    <a:close/>
                    <a:moveTo>
                      <a:pt x="758" y="1"/>
                    </a:moveTo>
                    <a:cubicBezTo>
                      <a:pt x="336" y="1"/>
                      <a:pt x="0" y="353"/>
                      <a:pt x="0" y="777"/>
                    </a:cubicBezTo>
                    <a:lnTo>
                      <a:pt x="0" y="934"/>
                    </a:lnTo>
                    <a:lnTo>
                      <a:pt x="11000" y="934"/>
                    </a:lnTo>
                    <a:lnTo>
                      <a:pt x="11000" y="777"/>
                    </a:lnTo>
                    <a:cubicBezTo>
                      <a:pt x="11000" y="359"/>
                      <a:pt x="11327" y="11"/>
                      <a:pt x="11739" y="1"/>
                    </a:cubicBezTo>
                    <a:lnTo>
                      <a:pt x="776" y="1"/>
                    </a:lnTo>
                    <a:cubicBezTo>
                      <a:pt x="770" y="1"/>
                      <a:pt x="764" y="1"/>
                      <a:pt x="758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39"/>
              <p:cNvSpPr/>
              <p:nvPr/>
            </p:nvSpPr>
            <p:spPr>
              <a:xfrm>
                <a:off x="5524907" y="5296761"/>
                <a:ext cx="1854851" cy="147164"/>
              </a:xfrm>
              <a:custGeom>
                <a:avLst/>
                <a:gdLst/>
                <a:ahLst/>
                <a:cxnLst/>
                <a:rect l="l" t="t" r="r" b="b"/>
                <a:pathLst>
                  <a:path w="6062" h="935" extrusionOk="0">
                    <a:moveTo>
                      <a:pt x="776" y="1"/>
                    </a:moveTo>
                    <a:cubicBezTo>
                      <a:pt x="346" y="1"/>
                      <a:pt x="0" y="347"/>
                      <a:pt x="0" y="777"/>
                    </a:cubicBezTo>
                    <a:lnTo>
                      <a:pt x="0" y="934"/>
                    </a:lnTo>
                    <a:lnTo>
                      <a:pt x="5296" y="934"/>
                    </a:lnTo>
                    <a:lnTo>
                      <a:pt x="5296" y="777"/>
                    </a:lnTo>
                    <a:cubicBezTo>
                      <a:pt x="5296" y="347"/>
                      <a:pt x="5631" y="1"/>
                      <a:pt x="6061" y="1"/>
                    </a:cubicBezTo>
                    <a:close/>
                  </a:path>
                </a:pathLst>
              </a:custGeom>
              <a:solidFill>
                <a:srgbClr val="FFFCF7">
                  <a:alpha val="1955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39"/>
              <p:cNvSpPr/>
              <p:nvPr/>
            </p:nvSpPr>
            <p:spPr>
              <a:xfrm>
                <a:off x="8945550" y="247650"/>
                <a:ext cx="197174" cy="4618732"/>
              </a:xfrm>
              <a:custGeom>
                <a:avLst/>
                <a:gdLst/>
                <a:ahLst/>
                <a:cxnLst/>
                <a:rect l="l" t="t" r="r" b="b"/>
                <a:pathLst>
                  <a:path w="86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60" y="38737"/>
                    </a:lnTo>
                    <a:lnTo>
                      <a:pt x="8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87" name="Google Shape;1187;p39"/>
              <p:cNvGrpSpPr/>
              <p:nvPr/>
            </p:nvGrpSpPr>
            <p:grpSpPr>
              <a:xfrm>
                <a:off x="8694552" y="444361"/>
                <a:ext cx="448838" cy="855480"/>
                <a:chOff x="4189590" y="628348"/>
                <a:chExt cx="448838" cy="855480"/>
              </a:xfrm>
            </p:grpSpPr>
            <p:sp>
              <p:nvSpPr>
                <p:cNvPr id="1188" name="Google Shape;1188;p39"/>
                <p:cNvSpPr/>
                <p:nvPr/>
              </p:nvSpPr>
              <p:spPr>
                <a:xfrm>
                  <a:off x="4189590" y="628348"/>
                  <a:ext cx="448838" cy="85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1" h="5758" extrusionOk="0">
                      <a:moveTo>
                        <a:pt x="1" y="1"/>
                      </a:moveTo>
                      <a:lnTo>
                        <a:pt x="1" y="357"/>
                      </a:lnTo>
                      <a:cubicBezTo>
                        <a:pt x="1" y="546"/>
                        <a:pt x="148" y="703"/>
                        <a:pt x="336" y="703"/>
                      </a:cubicBezTo>
                      <a:lnTo>
                        <a:pt x="336" y="871"/>
                      </a:lnTo>
                      <a:cubicBezTo>
                        <a:pt x="323" y="868"/>
                        <a:pt x="310" y="867"/>
                        <a:pt x="298" y="867"/>
                      </a:cubicBezTo>
                      <a:cubicBezTo>
                        <a:pt x="132" y="867"/>
                        <a:pt x="97" y="1122"/>
                        <a:pt x="127" y="1259"/>
                      </a:cubicBezTo>
                      <a:cubicBezTo>
                        <a:pt x="151" y="1439"/>
                        <a:pt x="310" y="1562"/>
                        <a:pt x="484" y="1562"/>
                      </a:cubicBezTo>
                      <a:cubicBezTo>
                        <a:pt x="532" y="1562"/>
                        <a:pt x="582" y="1552"/>
                        <a:pt x="630" y="1532"/>
                      </a:cubicBezTo>
                      <a:lnTo>
                        <a:pt x="640" y="1532"/>
                      </a:lnTo>
                      <a:cubicBezTo>
                        <a:pt x="652" y="1528"/>
                        <a:pt x="664" y="1526"/>
                        <a:pt x="675" y="1526"/>
                      </a:cubicBezTo>
                      <a:cubicBezTo>
                        <a:pt x="822" y="1526"/>
                        <a:pt x="903" y="1826"/>
                        <a:pt x="777" y="1972"/>
                      </a:cubicBezTo>
                      <a:cubicBezTo>
                        <a:pt x="703" y="2056"/>
                        <a:pt x="640" y="2213"/>
                        <a:pt x="640" y="2528"/>
                      </a:cubicBezTo>
                      <a:cubicBezTo>
                        <a:pt x="640" y="3335"/>
                        <a:pt x="1196" y="3723"/>
                        <a:pt x="1448" y="3723"/>
                      </a:cubicBezTo>
                      <a:lnTo>
                        <a:pt x="1448" y="4174"/>
                      </a:lnTo>
                      <a:cubicBezTo>
                        <a:pt x="2192" y="4174"/>
                        <a:pt x="2077" y="5422"/>
                        <a:pt x="1699" y="5422"/>
                      </a:cubicBezTo>
                      <a:lnTo>
                        <a:pt x="1699" y="5758"/>
                      </a:lnTo>
                      <a:lnTo>
                        <a:pt x="2947" y="5758"/>
                      </a:lnTo>
                      <a:lnTo>
                        <a:pt x="3021" y="1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9" name="Google Shape;1189;p39"/>
                <p:cNvSpPr/>
                <p:nvPr/>
              </p:nvSpPr>
              <p:spPr>
                <a:xfrm>
                  <a:off x="4231636" y="771574"/>
                  <a:ext cx="73395" cy="60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" h="405" extrusionOk="0">
                      <a:moveTo>
                        <a:pt x="269" y="0"/>
                      </a:moveTo>
                      <a:cubicBezTo>
                        <a:pt x="230" y="0"/>
                        <a:pt x="192" y="11"/>
                        <a:pt x="158" y="33"/>
                      </a:cubicBezTo>
                      <a:cubicBezTo>
                        <a:pt x="53" y="85"/>
                        <a:pt x="1" y="201"/>
                        <a:pt x="53" y="316"/>
                      </a:cubicBezTo>
                      <a:cubicBezTo>
                        <a:pt x="92" y="374"/>
                        <a:pt x="155" y="405"/>
                        <a:pt x="219" y="405"/>
                      </a:cubicBezTo>
                      <a:cubicBezTo>
                        <a:pt x="259" y="405"/>
                        <a:pt x="300" y="393"/>
                        <a:pt x="336" y="369"/>
                      </a:cubicBezTo>
                      <a:cubicBezTo>
                        <a:pt x="441" y="316"/>
                        <a:pt x="494" y="201"/>
                        <a:pt x="452" y="96"/>
                      </a:cubicBezTo>
                      <a:cubicBezTo>
                        <a:pt x="411" y="35"/>
                        <a:pt x="340" y="0"/>
                        <a:pt x="26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0" name="Google Shape;1190;p39"/>
                <p:cNvSpPr/>
                <p:nvPr/>
              </p:nvSpPr>
              <p:spPr>
                <a:xfrm>
                  <a:off x="4322118" y="921485"/>
                  <a:ext cx="183933" cy="2035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8" h="1370" extrusionOk="0">
                      <a:moveTo>
                        <a:pt x="594" y="0"/>
                      </a:moveTo>
                      <a:cubicBezTo>
                        <a:pt x="564" y="0"/>
                        <a:pt x="534" y="3"/>
                        <a:pt x="503" y="10"/>
                      </a:cubicBezTo>
                      <a:cubicBezTo>
                        <a:pt x="199" y="62"/>
                        <a:pt x="0" y="398"/>
                        <a:pt x="63" y="775"/>
                      </a:cubicBezTo>
                      <a:cubicBezTo>
                        <a:pt x="130" y="1129"/>
                        <a:pt x="380" y="1369"/>
                        <a:pt x="662" y="1369"/>
                      </a:cubicBezTo>
                      <a:cubicBezTo>
                        <a:pt x="689" y="1369"/>
                        <a:pt x="717" y="1367"/>
                        <a:pt x="745" y="1362"/>
                      </a:cubicBezTo>
                      <a:cubicBezTo>
                        <a:pt x="1049" y="1310"/>
                        <a:pt x="1237" y="964"/>
                        <a:pt x="1174" y="586"/>
                      </a:cubicBezTo>
                      <a:cubicBezTo>
                        <a:pt x="1118" y="247"/>
                        <a:pt x="866" y="0"/>
                        <a:pt x="59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91" name="Google Shape;1191;p39"/>
              <p:cNvSpPr/>
              <p:nvPr/>
            </p:nvSpPr>
            <p:spPr>
              <a:xfrm>
                <a:off x="100" y="247650"/>
                <a:ext cx="183874" cy="4895805"/>
              </a:xfrm>
              <a:custGeom>
                <a:avLst/>
                <a:gdLst/>
                <a:ahLst/>
                <a:cxnLst/>
                <a:rect l="l" t="t" r="r" b="b"/>
                <a:pathLst>
                  <a:path w="850" h="38738" extrusionOk="0">
                    <a:moveTo>
                      <a:pt x="0" y="0"/>
                    </a:moveTo>
                    <a:lnTo>
                      <a:pt x="0" y="38737"/>
                    </a:lnTo>
                    <a:lnTo>
                      <a:pt x="850" y="38737"/>
                    </a:lnTo>
                    <a:lnTo>
                      <a:pt x="8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92" name="Google Shape;1192;p39"/>
              <p:cNvGrpSpPr/>
              <p:nvPr/>
            </p:nvGrpSpPr>
            <p:grpSpPr>
              <a:xfrm>
                <a:off x="-10709" y="444378"/>
                <a:ext cx="448838" cy="860613"/>
                <a:chOff x="561117" y="628348"/>
                <a:chExt cx="448838" cy="855480"/>
              </a:xfrm>
            </p:grpSpPr>
            <p:sp>
              <p:nvSpPr>
                <p:cNvPr id="1193" name="Google Shape;1193;p39"/>
                <p:cNvSpPr/>
                <p:nvPr/>
              </p:nvSpPr>
              <p:spPr>
                <a:xfrm>
                  <a:off x="561117" y="628348"/>
                  <a:ext cx="448838" cy="85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21" h="5758" extrusionOk="0">
                      <a:moveTo>
                        <a:pt x="3020" y="1"/>
                      </a:moveTo>
                      <a:lnTo>
                        <a:pt x="0" y="11"/>
                      </a:lnTo>
                      <a:lnTo>
                        <a:pt x="73" y="5758"/>
                      </a:lnTo>
                      <a:lnTo>
                        <a:pt x="1321" y="5758"/>
                      </a:lnTo>
                      <a:lnTo>
                        <a:pt x="1321" y="5422"/>
                      </a:lnTo>
                      <a:cubicBezTo>
                        <a:pt x="944" y="5422"/>
                        <a:pt x="828" y="4174"/>
                        <a:pt x="1573" y="4174"/>
                      </a:cubicBezTo>
                      <a:lnTo>
                        <a:pt x="1573" y="3723"/>
                      </a:lnTo>
                      <a:cubicBezTo>
                        <a:pt x="1825" y="3723"/>
                        <a:pt x="2380" y="3335"/>
                        <a:pt x="2380" y="2528"/>
                      </a:cubicBezTo>
                      <a:cubicBezTo>
                        <a:pt x="2380" y="2213"/>
                        <a:pt x="2318" y="2056"/>
                        <a:pt x="2244" y="1972"/>
                      </a:cubicBezTo>
                      <a:cubicBezTo>
                        <a:pt x="2108" y="1826"/>
                        <a:pt x="2189" y="1526"/>
                        <a:pt x="2344" y="1526"/>
                      </a:cubicBezTo>
                      <a:cubicBezTo>
                        <a:pt x="2355" y="1526"/>
                        <a:pt x="2368" y="1528"/>
                        <a:pt x="2380" y="1532"/>
                      </a:cubicBezTo>
                      <a:lnTo>
                        <a:pt x="2391" y="1532"/>
                      </a:lnTo>
                      <a:cubicBezTo>
                        <a:pt x="2437" y="1552"/>
                        <a:pt x="2485" y="1562"/>
                        <a:pt x="2532" y="1562"/>
                      </a:cubicBezTo>
                      <a:cubicBezTo>
                        <a:pt x="2701" y="1562"/>
                        <a:pt x="2861" y="1439"/>
                        <a:pt x="2894" y="1259"/>
                      </a:cubicBezTo>
                      <a:cubicBezTo>
                        <a:pt x="2914" y="1122"/>
                        <a:pt x="2888" y="867"/>
                        <a:pt x="2714" y="867"/>
                      </a:cubicBezTo>
                      <a:cubicBezTo>
                        <a:pt x="2702" y="867"/>
                        <a:pt x="2688" y="868"/>
                        <a:pt x="2674" y="871"/>
                      </a:cubicBezTo>
                      <a:lnTo>
                        <a:pt x="2674" y="703"/>
                      </a:lnTo>
                      <a:cubicBezTo>
                        <a:pt x="2863" y="703"/>
                        <a:pt x="3020" y="546"/>
                        <a:pt x="3020" y="357"/>
                      </a:cubicBezTo>
                      <a:lnTo>
                        <a:pt x="302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4" name="Google Shape;1194;p39"/>
                <p:cNvSpPr/>
                <p:nvPr/>
              </p:nvSpPr>
              <p:spPr>
                <a:xfrm>
                  <a:off x="694982" y="920890"/>
                  <a:ext cx="187201" cy="20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" h="1369" extrusionOk="0">
                      <a:moveTo>
                        <a:pt x="673" y="1"/>
                      </a:moveTo>
                      <a:cubicBezTo>
                        <a:pt x="413" y="1"/>
                        <a:pt x="159" y="235"/>
                        <a:pt x="85" y="559"/>
                      </a:cubicBezTo>
                      <a:cubicBezTo>
                        <a:pt x="1" y="926"/>
                        <a:pt x="179" y="1283"/>
                        <a:pt x="473" y="1356"/>
                      </a:cubicBezTo>
                      <a:cubicBezTo>
                        <a:pt x="508" y="1365"/>
                        <a:pt x="544" y="1369"/>
                        <a:pt x="580" y="1369"/>
                      </a:cubicBezTo>
                      <a:cubicBezTo>
                        <a:pt x="848" y="1369"/>
                        <a:pt x="1101" y="1135"/>
                        <a:pt x="1175" y="811"/>
                      </a:cubicBezTo>
                      <a:cubicBezTo>
                        <a:pt x="1259" y="433"/>
                        <a:pt x="1081" y="77"/>
                        <a:pt x="777" y="14"/>
                      </a:cubicBezTo>
                      <a:cubicBezTo>
                        <a:pt x="742" y="5"/>
                        <a:pt x="708" y="1"/>
                        <a:pt x="67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39"/>
                <p:cNvSpPr/>
                <p:nvPr/>
              </p:nvSpPr>
              <p:spPr>
                <a:xfrm>
                  <a:off x="886642" y="773654"/>
                  <a:ext cx="70572" cy="5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381" extrusionOk="0">
                      <a:moveTo>
                        <a:pt x="229" y="0"/>
                      </a:moveTo>
                      <a:cubicBezTo>
                        <a:pt x="151" y="0"/>
                        <a:pt x="70" y="39"/>
                        <a:pt x="22" y="124"/>
                      </a:cubicBezTo>
                      <a:cubicBezTo>
                        <a:pt x="1" y="239"/>
                        <a:pt x="85" y="344"/>
                        <a:pt x="189" y="365"/>
                      </a:cubicBezTo>
                      <a:cubicBezTo>
                        <a:pt x="219" y="376"/>
                        <a:pt x="248" y="381"/>
                        <a:pt x="276" y="381"/>
                      </a:cubicBezTo>
                      <a:cubicBezTo>
                        <a:pt x="359" y="381"/>
                        <a:pt x="431" y="336"/>
                        <a:pt x="462" y="250"/>
                      </a:cubicBezTo>
                      <a:cubicBezTo>
                        <a:pt x="475" y="96"/>
                        <a:pt x="354" y="0"/>
                        <a:pt x="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96" name="Google Shape;1196;p39"/>
            <p:cNvSpPr/>
            <p:nvPr/>
          </p:nvSpPr>
          <p:spPr>
            <a:xfrm>
              <a:off x="14450" y="247294"/>
              <a:ext cx="9120845" cy="206500"/>
            </a:xfrm>
            <a:custGeom>
              <a:avLst/>
              <a:gdLst/>
              <a:ahLst/>
              <a:cxnLst/>
              <a:rect l="l" t="t" r="r" b="b"/>
              <a:pathLst>
                <a:path w="28723" h="798" extrusionOk="0">
                  <a:moveTo>
                    <a:pt x="0" y="0"/>
                  </a:moveTo>
                  <a:lnTo>
                    <a:pt x="0" y="797"/>
                  </a:lnTo>
                  <a:lnTo>
                    <a:pt x="28722" y="797"/>
                  </a:lnTo>
                  <a:lnTo>
                    <a:pt x="287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39"/>
          <p:cNvSpPr txBox="1">
            <a:spLocks noGrp="1"/>
          </p:cNvSpPr>
          <p:nvPr>
            <p:ph type="subTitle" idx="1"/>
          </p:nvPr>
        </p:nvSpPr>
        <p:spPr>
          <a:xfrm>
            <a:off x="713250" y="1095700"/>
            <a:ext cx="4514700" cy="35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98" name="Google Shape;1198;p3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53"/>
          <p:cNvGrpSpPr/>
          <p:nvPr/>
        </p:nvGrpSpPr>
        <p:grpSpPr>
          <a:xfrm>
            <a:off x="-540125" y="-190500"/>
            <a:ext cx="10224238" cy="5634425"/>
            <a:chOff x="-540125" y="-190500"/>
            <a:chExt cx="10224238" cy="5634425"/>
          </a:xfrm>
        </p:grpSpPr>
        <p:grpSp>
          <p:nvGrpSpPr>
            <p:cNvPr id="1659" name="Google Shape;1659;p53"/>
            <p:cNvGrpSpPr/>
            <p:nvPr/>
          </p:nvGrpSpPr>
          <p:grpSpPr>
            <a:xfrm>
              <a:off x="-540125" y="-190500"/>
              <a:ext cx="10224238" cy="5634425"/>
              <a:chOff x="-540125" y="-190500"/>
              <a:chExt cx="10224238" cy="5634425"/>
            </a:xfrm>
          </p:grpSpPr>
          <p:grpSp>
            <p:nvGrpSpPr>
              <p:cNvPr id="1660" name="Google Shape;1660;p53"/>
              <p:cNvGrpSpPr/>
              <p:nvPr/>
            </p:nvGrpSpPr>
            <p:grpSpPr>
              <a:xfrm>
                <a:off x="123156" y="409580"/>
                <a:ext cx="262232" cy="352736"/>
                <a:chOff x="694982" y="773654"/>
                <a:chExt cx="262232" cy="350632"/>
              </a:xfrm>
            </p:grpSpPr>
            <p:sp>
              <p:nvSpPr>
                <p:cNvPr id="1661" name="Google Shape;1661;p53"/>
                <p:cNvSpPr/>
                <p:nvPr/>
              </p:nvSpPr>
              <p:spPr>
                <a:xfrm>
                  <a:off x="694982" y="920890"/>
                  <a:ext cx="187201" cy="20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" h="1369" extrusionOk="0">
                      <a:moveTo>
                        <a:pt x="673" y="1"/>
                      </a:moveTo>
                      <a:cubicBezTo>
                        <a:pt x="413" y="1"/>
                        <a:pt x="159" y="235"/>
                        <a:pt x="85" y="559"/>
                      </a:cubicBezTo>
                      <a:cubicBezTo>
                        <a:pt x="1" y="926"/>
                        <a:pt x="179" y="1283"/>
                        <a:pt x="473" y="1356"/>
                      </a:cubicBezTo>
                      <a:cubicBezTo>
                        <a:pt x="508" y="1365"/>
                        <a:pt x="544" y="1369"/>
                        <a:pt x="580" y="1369"/>
                      </a:cubicBezTo>
                      <a:cubicBezTo>
                        <a:pt x="848" y="1369"/>
                        <a:pt x="1101" y="1135"/>
                        <a:pt x="1175" y="811"/>
                      </a:cubicBezTo>
                      <a:cubicBezTo>
                        <a:pt x="1259" y="433"/>
                        <a:pt x="1081" y="77"/>
                        <a:pt x="777" y="14"/>
                      </a:cubicBezTo>
                      <a:cubicBezTo>
                        <a:pt x="742" y="5"/>
                        <a:pt x="708" y="1"/>
                        <a:pt x="673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2" name="Google Shape;1662;p53"/>
                <p:cNvSpPr/>
                <p:nvPr/>
              </p:nvSpPr>
              <p:spPr>
                <a:xfrm>
                  <a:off x="886642" y="773654"/>
                  <a:ext cx="70572" cy="5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381" extrusionOk="0">
                      <a:moveTo>
                        <a:pt x="229" y="0"/>
                      </a:moveTo>
                      <a:cubicBezTo>
                        <a:pt x="151" y="0"/>
                        <a:pt x="70" y="39"/>
                        <a:pt x="22" y="124"/>
                      </a:cubicBezTo>
                      <a:cubicBezTo>
                        <a:pt x="1" y="239"/>
                        <a:pt x="85" y="344"/>
                        <a:pt x="189" y="365"/>
                      </a:cubicBezTo>
                      <a:cubicBezTo>
                        <a:pt x="219" y="376"/>
                        <a:pt x="248" y="381"/>
                        <a:pt x="276" y="381"/>
                      </a:cubicBezTo>
                      <a:cubicBezTo>
                        <a:pt x="359" y="381"/>
                        <a:pt x="431" y="336"/>
                        <a:pt x="462" y="250"/>
                      </a:cubicBezTo>
                      <a:cubicBezTo>
                        <a:pt x="475" y="96"/>
                        <a:pt x="354" y="0"/>
                        <a:pt x="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663" name="Google Shape;1663;p53"/>
              <p:cNvGrpSpPr/>
              <p:nvPr/>
            </p:nvGrpSpPr>
            <p:grpSpPr>
              <a:xfrm>
                <a:off x="-540125" y="-190500"/>
                <a:ext cx="10224238" cy="5634425"/>
                <a:chOff x="-540125" y="-190500"/>
                <a:chExt cx="10224238" cy="5634425"/>
              </a:xfrm>
            </p:grpSpPr>
            <p:grpSp>
              <p:nvGrpSpPr>
                <p:cNvPr id="1664" name="Google Shape;1664;p53"/>
                <p:cNvGrpSpPr/>
                <p:nvPr/>
              </p:nvGrpSpPr>
              <p:grpSpPr>
                <a:xfrm>
                  <a:off x="123150" y="4810250"/>
                  <a:ext cx="9020846" cy="318721"/>
                  <a:chOff x="66882" y="4401145"/>
                  <a:chExt cx="9060713" cy="305875"/>
                </a:xfrm>
              </p:grpSpPr>
              <p:sp>
                <p:nvSpPr>
                  <p:cNvPr id="1665" name="Google Shape;1665;p53"/>
                  <p:cNvSpPr/>
                  <p:nvPr/>
                </p:nvSpPr>
                <p:spPr>
                  <a:xfrm>
                    <a:off x="66882" y="4401145"/>
                    <a:ext cx="9060713" cy="305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71" h="3178" extrusionOk="0">
                        <a:moveTo>
                          <a:pt x="1" y="0"/>
                        </a:moveTo>
                        <a:lnTo>
                          <a:pt x="1" y="3177"/>
                        </a:lnTo>
                        <a:lnTo>
                          <a:pt x="27171" y="3177"/>
                        </a:lnTo>
                        <a:lnTo>
                          <a:pt x="2717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6" name="Google Shape;1666;p53"/>
                  <p:cNvSpPr/>
                  <p:nvPr/>
                </p:nvSpPr>
                <p:spPr>
                  <a:xfrm>
                    <a:off x="1201135" y="4401147"/>
                    <a:ext cx="6647593" cy="305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8" h="3178" extrusionOk="0">
                        <a:moveTo>
                          <a:pt x="1" y="0"/>
                        </a:moveTo>
                        <a:lnTo>
                          <a:pt x="378" y="3177"/>
                        </a:lnTo>
                        <a:lnTo>
                          <a:pt x="20470" y="3177"/>
                        </a:lnTo>
                        <a:lnTo>
                          <a:pt x="20848" y="0"/>
                        </a:lnTo>
                        <a:close/>
                      </a:path>
                    </a:pathLst>
                  </a:custGeom>
                  <a:solidFill>
                    <a:srgbClr val="FFFCF7">
                      <a:alpha val="195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7" name="Google Shape;1667;p53"/>
                  <p:cNvSpPr/>
                  <p:nvPr/>
                </p:nvSpPr>
                <p:spPr>
                  <a:xfrm>
                    <a:off x="743887" y="4570540"/>
                    <a:ext cx="220332" cy="556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578" extrusionOk="0">
                        <a:moveTo>
                          <a:pt x="366" y="0"/>
                        </a:moveTo>
                        <a:cubicBezTo>
                          <a:pt x="269" y="0"/>
                          <a:pt x="171" y="48"/>
                          <a:pt x="114" y="149"/>
                        </a:cubicBezTo>
                        <a:cubicBezTo>
                          <a:pt x="1" y="346"/>
                          <a:pt x="150" y="578"/>
                          <a:pt x="356" y="578"/>
                        </a:cubicBezTo>
                        <a:cubicBezTo>
                          <a:pt x="379" y="578"/>
                          <a:pt x="403" y="575"/>
                          <a:pt x="428" y="568"/>
                        </a:cubicBezTo>
                        <a:cubicBezTo>
                          <a:pt x="596" y="526"/>
                          <a:pt x="690" y="358"/>
                          <a:pt x="638" y="201"/>
                        </a:cubicBezTo>
                        <a:cubicBezTo>
                          <a:pt x="598" y="70"/>
                          <a:pt x="483" y="0"/>
                          <a:pt x="36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668" name="Google Shape;1668;p53"/>
                <p:cNvSpPr/>
                <p:nvPr/>
              </p:nvSpPr>
              <p:spPr>
                <a:xfrm>
                  <a:off x="-134261" y="34637"/>
                  <a:ext cx="9409084" cy="26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8" h="1658" extrusionOk="0">
                      <a:moveTo>
                        <a:pt x="902" y="0"/>
                      </a:moveTo>
                      <a:cubicBezTo>
                        <a:pt x="0" y="0"/>
                        <a:pt x="0" y="1657"/>
                        <a:pt x="902" y="1657"/>
                      </a:cubicBezTo>
                      <a:lnTo>
                        <a:pt x="29247" y="1657"/>
                      </a:lnTo>
                      <a:cubicBezTo>
                        <a:pt x="30138" y="1657"/>
                        <a:pt x="30138" y="0"/>
                        <a:pt x="2924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9" name="Google Shape;1669;p53"/>
                <p:cNvSpPr/>
                <p:nvPr/>
              </p:nvSpPr>
              <p:spPr>
                <a:xfrm>
                  <a:off x="-540125" y="-190500"/>
                  <a:ext cx="10224238" cy="266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49" h="1689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902" y="1028"/>
                      </a:lnTo>
                      <a:cubicBezTo>
                        <a:pt x="902" y="1395"/>
                        <a:pt x="1195" y="1688"/>
                        <a:pt x="1562" y="1688"/>
                      </a:cubicBezTo>
                      <a:lnTo>
                        <a:pt x="31186" y="1688"/>
                      </a:lnTo>
                      <a:cubicBezTo>
                        <a:pt x="31553" y="1688"/>
                        <a:pt x="31847" y="1395"/>
                        <a:pt x="31847" y="1028"/>
                      </a:cubicBezTo>
                      <a:lnTo>
                        <a:pt x="32749" y="315"/>
                      </a:lnTo>
                      <a:lnTo>
                        <a:pt x="327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0" name="Google Shape;1670;p53"/>
                <p:cNvSpPr/>
                <p:nvPr/>
              </p:nvSpPr>
              <p:spPr>
                <a:xfrm>
                  <a:off x="-540125" y="-190500"/>
                  <a:ext cx="10221116" cy="49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39" h="315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32738" y="315"/>
                      </a:lnTo>
                      <a:lnTo>
                        <a:pt x="32738" y="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1" name="Google Shape;1671;p53"/>
                <p:cNvSpPr/>
                <p:nvPr/>
              </p:nvSpPr>
              <p:spPr>
                <a:xfrm>
                  <a:off x="713232" y="111806"/>
                  <a:ext cx="3444951" cy="99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87" h="672" extrusionOk="0">
                      <a:moveTo>
                        <a:pt x="441" y="0"/>
                      </a:moveTo>
                      <a:cubicBezTo>
                        <a:pt x="231" y="11"/>
                        <a:pt x="64" y="147"/>
                        <a:pt x="1" y="336"/>
                      </a:cubicBezTo>
                      <a:cubicBezTo>
                        <a:pt x="64" y="535"/>
                        <a:pt x="231" y="672"/>
                        <a:pt x="441" y="672"/>
                      </a:cubicBezTo>
                      <a:lnTo>
                        <a:pt x="22746" y="672"/>
                      </a:lnTo>
                      <a:cubicBezTo>
                        <a:pt x="22945" y="672"/>
                        <a:pt x="23123" y="535"/>
                        <a:pt x="23186" y="336"/>
                      </a:cubicBezTo>
                      <a:cubicBezTo>
                        <a:pt x="23123" y="147"/>
                        <a:pt x="22945" y="11"/>
                        <a:pt x="22746" y="0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2" name="Google Shape;1672;p53"/>
                <p:cNvSpPr/>
                <p:nvPr/>
              </p:nvSpPr>
              <p:spPr>
                <a:xfrm>
                  <a:off x="-340627" y="-59775"/>
                  <a:ext cx="9821812" cy="34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60" h="221" extrusionOk="0">
                      <a:moveTo>
                        <a:pt x="1" y="0"/>
                      </a:moveTo>
                      <a:lnTo>
                        <a:pt x="263" y="200"/>
                      </a:lnTo>
                      <a:lnTo>
                        <a:pt x="263" y="221"/>
                      </a:lnTo>
                      <a:lnTo>
                        <a:pt x="31208" y="221"/>
                      </a:lnTo>
                      <a:lnTo>
                        <a:pt x="31208" y="200"/>
                      </a:lnTo>
                      <a:lnTo>
                        <a:pt x="3146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3" name="Google Shape;1673;p53"/>
                <p:cNvSpPr/>
                <p:nvPr/>
              </p:nvSpPr>
              <p:spPr>
                <a:xfrm>
                  <a:off x="-157810" y="5125200"/>
                  <a:ext cx="9437035" cy="206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42" h="1312" extrusionOk="0">
                      <a:moveTo>
                        <a:pt x="882" y="0"/>
                      </a:moveTo>
                      <a:cubicBezTo>
                        <a:pt x="1" y="0"/>
                        <a:pt x="1" y="1311"/>
                        <a:pt x="882" y="1311"/>
                      </a:cubicBezTo>
                      <a:lnTo>
                        <a:pt x="30191" y="1311"/>
                      </a:lnTo>
                      <a:cubicBezTo>
                        <a:pt x="30548" y="1311"/>
                        <a:pt x="30841" y="1018"/>
                        <a:pt x="30841" y="651"/>
                      </a:cubicBezTo>
                      <a:cubicBezTo>
                        <a:pt x="30841" y="294"/>
                        <a:pt x="30548" y="0"/>
                        <a:pt x="30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4" name="Google Shape;1674;p53"/>
                <p:cNvSpPr/>
                <p:nvPr/>
              </p:nvSpPr>
              <p:spPr>
                <a:xfrm>
                  <a:off x="-369550" y="5296761"/>
                  <a:ext cx="9889274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20" h="935" extrusionOk="0">
                      <a:moveTo>
                        <a:pt x="945" y="1"/>
                      </a:moveTo>
                      <a:cubicBezTo>
                        <a:pt x="420" y="1"/>
                        <a:pt x="1" y="420"/>
                        <a:pt x="1" y="934"/>
                      </a:cubicBezTo>
                      <a:lnTo>
                        <a:pt x="32320" y="934"/>
                      </a:lnTo>
                      <a:cubicBezTo>
                        <a:pt x="32320" y="420"/>
                        <a:pt x="31900" y="1"/>
                        <a:pt x="313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5" name="Google Shape;1675;p53"/>
                <p:cNvSpPr/>
                <p:nvPr/>
              </p:nvSpPr>
              <p:spPr>
                <a:xfrm>
                  <a:off x="1170769" y="5296761"/>
                  <a:ext cx="3603526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7" h="935" extrusionOk="0">
                      <a:moveTo>
                        <a:pt x="11758" y="1"/>
                      </a:moveTo>
                      <a:cubicBezTo>
                        <a:pt x="11752" y="1"/>
                        <a:pt x="11746" y="1"/>
                        <a:pt x="11739" y="1"/>
                      </a:cubicBezTo>
                      <a:lnTo>
                        <a:pt x="11776" y="1"/>
                      </a:lnTo>
                      <a:cubicBezTo>
                        <a:pt x="11770" y="1"/>
                        <a:pt x="11764" y="1"/>
                        <a:pt x="11758" y="1"/>
                      </a:cubicBezTo>
                      <a:close/>
                      <a:moveTo>
                        <a:pt x="758" y="1"/>
                      </a:moveTo>
                      <a:cubicBezTo>
                        <a:pt x="336" y="1"/>
                        <a:pt x="0" y="353"/>
                        <a:pt x="0" y="777"/>
                      </a:cubicBezTo>
                      <a:lnTo>
                        <a:pt x="0" y="934"/>
                      </a:lnTo>
                      <a:lnTo>
                        <a:pt x="11000" y="934"/>
                      </a:lnTo>
                      <a:lnTo>
                        <a:pt x="11000" y="777"/>
                      </a:lnTo>
                      <a:cubicBezTo>
                        <a:pt x="11000" y="359"/>
                        <a:pt x="11327" y="11"/>
                        <a:pt x="11739" y="1"/>
                      </a:cubicBezTo>
                      <a:lnTo>
                        <a:pt x="776" y="1"/>
                      </a:lnTo>
                      <a:cubicBezTo>
                        <a:pt x="770" y="1"/>
                        <a:pt x="764" y="1"/>
                        <a:pt x="758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6" name="Google Shape;1676;p53"/>
                <p:cNvSpPr/>
                <p:nvPr/>
              </p:nvSpPr>
              <p:spPr>
                <a:xfrm>
                  <a:off x="5524907" y="5296761"/>
                  <a:ext cx="1854851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2" h="935" extrusionOk="0">
                      <a:moveTo>
                        <a:pt x="776" y="1"/>
                      </a:moveTo>
                      <a:cubicBezTo>
                        <a:pt x="346" y="1"/>
                        <a:pt x="0" y="347"/>
                        <a:pt x="0" y="777"/>
                      </a:cubicBezTo>
                      <a:lnTo>
                        <a:pt x="0" y="934"/>
                      </a:lnTo>
                      <a:lnTo>
                        <a:pt x="5296" y="934"/>
                      </a:lnTo>
                      <a:lnTo>
                        <a:pt x="5296" y="777"/>
                      </a:lnTo>
                      <a:cubicBezTo>
                        <a:pt x="5296" y="347"/>
                        <a:pt x="5631" y="1"/>
                        <a:pt x="6061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7" name="Google Shape;1677;p53"/>
                <p:cNvSpPr/>
                <p:nvPr/>
              </p:nvSpPr>
              <p:spPr>
                <a:xfrm>
                  <a:off x="8945550" y="247650"/>
                  <a:ext cx="197174" cy="461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60" y="38737"/>
                      </a:lnTo>
                      <a:lnTo>
                        <a:pt x="8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78" name="Google Shape;1678;p53"/>
                <p:cNvGrpSpPr/>
                <p:nvPr/>
              </p:nvGrpSpPr>
              <p:grpSpPr>
                <a:xfrm>
                  <a:off x="8694552" y="444361"/>
                  <a:ext cx="448838" cy="855480"/>
                  <a:chOff x="4189590" y="628348"/>
                  <a:chExt cx="448838" cy="855480"/>
                </a:xfrm>
              </p:grpSpPr>
              <p:sp>
                <p:nvSpPr>
                  <p:cNvPr id="1679" name="Google Shape;1679;p53"/>
                  <p:cNvSpPr/>
                  <p:nvPr/>
                </p:nvSpPr>
                <p:spPr>
                  <a:xfrm>
                    <a:off x="4189590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1" y="1"/>
                        </a:moveTo>
                        <a:lnTo>
                          <a:pt x="1" y="357"/>
                        </a:lnTo>
                        <a:cubicBezTo>
                          <a:pt x="1" y="546"/>
                          <a:pt x="148" y="703"/>
                          <a:pt x="336" y="703"/>
                        </a:cubicBezTo>
                        <a:lnTo>
                          <a:pt x="336" y="871"/>
                        </a:lnTo>
                        <a:cubicBezTo>
                          <a:pt x="323" y="868"/>
                          <a:pt x="310" y="867"/>
                          <a:pt x="298" y="867"/>
                        </a:cubicBezTo>
                        <a:cubicBezTo>
                          <a:pt x="132" y="867"/>
                          <a:pt x="97" y="1122"/>
                          <a:pt x="127" y="1259"/>
                        </a:cubicBezTo>
                        <a:cubicBezTo>
                          <a:pt x="151" y="1439"/>
                          <a:pt x="310" y="1562"/>
                          <a:pt x="484" y="1562"/>
                        </a:cubicBezTo>
                        <a:cubicBezTo>
                          <a:pt x="532" y="1562"/>
                          <a:pt x="582" y="1552"/>
                          <a:pt x="630" y="1532"/>
                        </a:cubicBezTo>
                        <a:lnTo>
                          <a:pt x="640" y="1532"/>
                        </a:lnTo>
                        <a:cubicBezTo>
                          <a:pt x="652" y="1528"/>
                          <a:pt x="664" y="1526"/>
                          <a:pt x="675" y="1526"/>
                        </a:cubicBezTo>
                        <a:cubicBezTo>
                          <a:pt x="822" y="1526"/>
                          <a:pt x="903" y="1826"/>
                          <a:pt x="777" y="1972"/>
                        </a:cubicBezTo>
                        <a:cubicBezTo>
                          <a:pt x="703" y="2056"/>
                          <a:pt x="640" y="2213"/>
                          <a:pt x="640" y="2528"/>
                        </a:cubicBezTo>
                        <a:cubicBezTo>
                          <a:pt x="640" y="3335"/>
                          <a:pt x="1196" y="3723"/>
                          <a:pt x="1448" y="3723"/>
                        </a:cubicBezTo>
                        <a:lnTo>
                          <a:pt x="1448" y="4174"/>
                        </a:lnTo>
                        <a:cubicBezTo>
                          <a:pt x="2192" y="4174"/>
                          <a:pt x="2077" y="5422"/>
                          <a:pt x="1699" y="5422"/>
                        </a:cubicBezTo>
                        <a:lnTo>
                          <a:pt x="1699" y="5758"/>
                        </a:lnTo>
                        <a:lnTo>
                          <a:pt x="2947" y="5758"/>
                        </a:lnTo>
                        <a:lnTo>
                          <a:pt x="3021" y="1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0" name="Google Shape;1680;p53"/>
                  <p:cNvSpPr/>
                  <p:nvPr/>
                </p:nvSpPr>
                <p:spPr>
                  <a:xfrm>
                    <a:off x="4231636" y="771574"/>
                    <a:ext cx="73395" cy="60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405" extrusionOk="0">
                        <a:moveTo>
                          <a:pt x="269" y="0"/>
                        </a:moveTo>
                        <a:cubicBezTo>
                          <a:pt x="230" y="0"/>
                          <a:pt x="192" y="11"/>
                          <a:pt x="158" y="33"/>
                        </a:cubicBezTo>
                        <a:cubicBezTo>
                          <a:pt x="53" y="85"/>
                          <a:pt x="1" y="201"/>
                          <a:pt x="53" y="316"/>
                        </a:cubicBezTo>
                        <a:cubicBezTo>
                          <a:pt x="92" y="374"/>
                          <a:pt x="155" y="405"/>
                          <a:pt x="219" y="405"/>
                        </a:cubicBezTo>
                        <a:cubicBezTo>
                          <a:pt x="259" y="405"/>
                          <a:pt x="300" y="393"/>
                          <a:pt x="336" y="369"/>
                        </a:cubicBezTo>
                        <a:cubicBezTo>
                          <a:pt x="441" y="316"/>
                          <a:pt x="494" y="201"/>
                          <a:pt x="452" y="96"/>
                        </a:cubicBezTo>
                        <a:cubicBezTo>
                          <a:pt x="411" y="35"/>
                          <a:pt x="340" y="0"/>
                          <a:pt x="26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1" name="Google Shape;1681;p53"/>
                  <p:cNvSpPr/>
                  <p:nvPr/>
                </p:nvSpPr>
                <p:spPr>
                  <a:xfrm>
                    <a:off x="4322118" y="921485"/>
                    <a:ext cx="183933" cy="20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" h="1370" extrusionOk="0">
                        <a:moveTo>
                          <a:pt x="594" y="0"/>
                        </a:moveTo>
                        <a:cubicBezTo>
                          <a:pt x="564" y="0"/>
                          <a:pt x="534" y="3"/>
                          <a:pt x="503" y="10"/>
                        </a:cubicBezTo>
                        <a:cubicBezTo>
                          <a:pt x="199" y="62"/>
                          <a:pt x="0" y="398"/>
                          <a:pt x="63" y="775"/>
                        </a:cubicBezTo>
                        <a:cubicBezTo>
                          <a:pt x="130" y="1129"/>
                          <a:pt x="380" y="1369"/>
                          <a:pt x="662" y="1369"/>
                        </a:cubicBezTo>
                        <a:cubicBezTo>
                          <a:pt x="689" y="1369"/>
                          <a:pt x="717" y="1367"/>
                          <a:pt x="745" y="1362"/>
                        </a:cubicBezTo>
                        <a:cubicBezTo>
                          <a:pt x="1049" y="1310"/>
                          <a:pt x="1237" y="964"/>
                          <a:pt x="1174" y="586"/>
                        </a:cubicBezTo>
                        <a:cubicBezTo>
                          <a:pt x="1118" y="247"/>
                          <a:pt x="866" y="0"/>
                          <a:pt x="5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682" name="Google Shape;1682;p53"/>
                <p:cNvSpPr/>
                <p:nvPr/>
              </p:nvSpPr>
              <p:spPr>
                <a:xfrm>
                  <a:off x="100" y="247650"/>
                  <a:ext cx="183874" cy="4895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50" y="38737"/>
                      </a:lnTo>
                      <a:lnTo>
                        <a:pt x="85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83" name="Google Shape;1683;p53"/>
                <p:cNvGrpSpPr/>
                <p:nvPr/>
              </p:nvGrpSpPr>
              <p:grpSpPr>
                <a:xfrm>
                  <a:off x="-10709" y="444378"/>
                  <a:ext cx="448838" cy="860613"/>
                  <a:chOff x="561117" y="628348"/>
                  <a:chExt cx="448838" cy="855480"/>
                </a:xfrm>
              </p:grpSpPr>
              <p:sp>
                <p:nvSpPr>
                  <p:cNvPr id="1684" name="Google Shape;1684;p53"/>
                  <p:cNvSpPr/>
                  <p:nvPr/>
                </p:nvSpPr>
                <p:spPr>
                  <a:xfrm>
                    <a:off x="561117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3020" y="1"/>
                        </a:moveTo>
                        <a:lnTo>
                          <a:pt x="0" y="11"/>
                        </a:lnTo>
                        <a:lnTo>
                          <a:pt x="73" y="5758"/>
                        </a:lnTo>
                        <a:lnTo>
                          <a:pt x="1321" y="5758"/>
                        </a:lnTo>
                        <a:lnTo>
                          <a:pt x="1321" y="5422"/>
                        </a:lnTo>
                        <a:cubicBezTo>
                          <a:pt x="944" y="5422"/>
                          <a:pt x="828" y="4174"/>
                          <a:pt x="1573" y="4174"/>
                        </a:cubicBezTo>
                        <a:lnTo>
                          <a:pt x="1573" y="3723"/>
                        </a:lnTo>
                        <a:cubicBezTo>
                          <a:pt x="1825" y="3723"/>
                          <a:pt x="2380" y="3335"/>
                          <a:pt x="2380" y="2528"/>
                        </a:cubicBezTo>
                        <a:cubicBezTo>
                          <a:pt x="2380" y="2213"/>
                          <a:pt x="2318" y="2056"/>
                          <a:pt x="2244" y="1972"/>
                        </a:cubicBezTo>
                        <a:cubicBezTo>
                          <a:pt x="2108" y="1826"/>
                          <a:pt x="2189" y="1526"/>
                          <a:pt x="2344" y="1526"/>
                        </a:cubicBezTo>
                        <a:cubicBezTo>
                          <a:pt x="2355" y="1526"/>
                          <a:pt x="2368" y="1528"/>
                          <a:pt x="2380" y="1532"/>
                        </a:cubicBezTo>
                        <a:lnTo>
                          <a:pt x="2391" y="1532"/>
                        </a:lnTo>
                        <a:cubicBezTo>
                          <a:pt x="2437" y="1552"/>
                          <a:pt x="2485" y="1562"/>
                          <a:pt x="2532" y="1562"/>
                        </a:cubicBezTo>
                        <a:cubicBezTo>
                          <a:pt x="2701" y="1562"/>
                          <a:pt x="2861" y="1439"/>
                          <a:pt x="2894" y="1259"/>
                        </a:cubicBezTo>
                        <a:cubicBezTo>
                          <a:pt x="2914" y="1122"/>
                          <a:pt x="2888" y="867"/>
                          <a:pt x="2714" y="867"/>
                        </a:cubicBezTo>
                        <a:cubicBezTo>
                          <a:pt x="2702" y="867"/>
                          <a:pt x="2688" y="868"/>
                          <a:pt x="2674" y="871"/>
                        </a:cubicBezTo>
                        <a:lnTo>
                          <a:pt x="2674" y="703"/>
                        </a:lnTo>
                        <a:cubicBezTo>
                          <a:pt x="2863" y="703"/>
                          <a:pt x="3020" y="546"/>
                          <a:pt x="3020" y="357"/>
                        </a:cubicBezTo>
                        <a:lnTo>
                          <a:pt x="302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5" name="Google Shape;1685;p53"/>
                  <p:cNvSpPr/>
                  <p:nvPr/>
                </p:nvSpPr>
                <p:spPr>
                  <a:xfrm>
                    <a:off x="694982" y="920890"/>
                    <a:ext cx="187201" cy="203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0" h="1369" extrusionOk="0">
                        <a:moveTo>
                          <a:pt x="673" y="1"/>
                        </a:moveTo>
                        <a:cubicBezTo>
                          <a:pt x="413" y="1"/>
                          <a:pt x="159" y="235"/>
                          <a:pt x="85" y="559"/>
                        </a:cubicBezTo>
                        <a:cubicBezTo>
                          <a:pt x="1" y="926"/>
                          <a:pt x="179" y="1283"/>
                          <a:pt x="473" y="1356"/>
                        </a:cubicBezTo>
                        <a:cubicBezTo>
                          <a:pt x="508" y="1365"/>
                          <a:pt x="544" y="1369"/>
                          <a:pt x="580" y="1369"/>
                        </a:cubicBezTo>
                        <a:cubicBezTo>
                          <a:pt x="848" y="1369"/>
                          <a:pt x="1101" y="1135"/>
                          <a:pt x="1175" y="811"/>
                        </a:cubicBezTo>
                        <a:cubicBezTo>
                          <a:pt x="1259" y="433"/>
                          <a:pt x="1081" y="77"/>
                          <a:pt x="777" y="14"/>
                        </a:cubicBezTo>
                        <a:cubicBezTo>
                          <a:pt x="742" y="5"/>
                          <a:pt x="708" y="1"/>
                          <a:pt x="673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6" name="Google Shape;1686;p53"/>
                  <p:cNvSpPr/>
                  <p:nvPr/>
                </p:nvSpPr>
                <p:spPr>
                  <a:xfrm>
                    <a:off x="886642" y="773654"/>
                    <a:ext cx="70572" cy="566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81" extrusionOk="0">
                        <a:moveTo>
                          <a:pt x="229" y="0"/>
                        </a:moveTo>
                        <a:cubicBezTo>
                          <a:pt x="151" y="0"/>
                          <a:pt x="70" y="39"/>
                          <a:pt x="22" y="124"/>
                        </a:cubicBezTo>
                        <a:cubicBezTo>
                          <a:pt x="1" y="239"/>
                          <a:pt x="85" y="344"/>
                          <a:pt x="189" y="365"/>
                        </a:cubicBezTo>
                        <a:cubicBezTo>
                          <a:pt x="219" y="376"/>
                          <a:pt x="248" y="381"/>
                          <a:pt x="276" y="381"/>
                        </a:cubicBezTo>
                        <a:cubicBezTo>
                          <a:pt x="359" y="381"/>
                          <a:pt x="431" y="336"/>
                          <a:pt x="462" y="250"/>
                        </a:cubicBezTo>
                        <a:cubicBezTo>
                          <a:pt x="475" y="96"/>
                          <a:pt x="354" y="0"/>
                          <a:pt x="22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687" name="Google Shape;1687;p53"/>
              <p:cNvSpPr/>
              <p:nvPr/>
            </p:nvSpPr>
            <p:spPr>
              <a:xfrm>
                <a:off x="14450" y="247294"/>
                <a:ext cx="9120845" cy="206500"/>
              </a:xfrm>
              <a:custGeom>
                <a:avLst/>
                <a:gdLst/>
                <a:ahLst/>
                <a:cxnLst/>
                <a:rect l="l" t="t" r="r" b="b"/>
                <a:pathLst>
                  <a:path w="28723" h="798" extrusionOk="0">
                    <a:moveTo>
                      <a:pt x="0" y="0"/>
                    </a:moveTo>
                    <a:lnTo>
                      <a:pt x="0" y="797"/>
                    </a:lnTo>
                    <a:lnTo>
                      <a:pt x="28722" y="797"/>
                    </a:lnTo>
                    <a:lnTo>
                      <a:pt x="287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8" name="Google Shape;1688;p53"/>
            <p:cNvGrpSpPr/>
            <p:nvPr/>
          </p:nvGrpSpPr>
          <p:grpSpPr>
            <a:xfrm>
              <a:off x="384093" y="4954718"/>
              <a:ext cx="8375813" cy="57966"/>
              <a:chOff x="384093" y="4954718"/>
              <a:chExt cx="8375813" cy="57966"/>
            </a:xfrm>
          </p:grpSpPr>
          <p:sp>
            <p:nvSpPr>
              <p:cNvPr id="1689" name="Google Shape;1689;p53"/>
              <p:cNvSpPr/>
              <p:nvPr/>
            </p:nvSpPr>
            <p:spPr>
              <a:xfrm>
                <a:off x="38409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53"/>
              <p:cNvSpPr/>
              <p:nvPr/>
            </p:nvSpPr>
            <p:spPr>
              <a:xfrm>
                <a:off x="854054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1" name="Google Shape;1691;p53"/>
          <p:cNvGrpSpPr/>
          <p:nvPr/>
        </p:nvGrpSpPr>
        <p:grpSpPr>
          <a:xfrm>
            <a:off x="8106581" y="1095706"/>
            <a:ext cx="648376" cy="880878"/>
            <a:chOff x="638276" y="3526008"/>
            <a:chExt cx="714936" cy="971200"/>
          </a:xfrm>
        </p:grpSpPr>
        <p:sp>
          <p:nvSpPr>
            <p:cNvPr id="1692" name="Google Shape;1692;p53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3" name="Google Shape;1693;p53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1694" name="Google Shape;1694;p53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53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53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53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53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53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53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53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53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53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53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53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53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53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53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53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53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53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53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53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53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53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53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53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53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53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20" name="Google Shape;1720;p53"/>
          <p:cNvSpPr/>
          <p:nvPr/>
        </p:nvSpPr>
        <p:spPr>
          <a:xfrm>
            <a:off x="4" y="1017700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1" name="Google Shape;1721;p53"/>
          <p:cNvGrpSpPr/>
          <p:nvPr/>
        </p:nvGrpSpPr>
        <p:grpSpPr>
          <a:xfrm>
            <a:off x="389043" y="1095706"/>
            <a:ext cx="648376" cy="880878"/>
            <a:chOff x="638276" y="3526008"/>
            <a:chExt cx="714936" cy="971200"/>
          </a:xfrm>
        </p:grpSpPr>
        <p:sp>
          <p:nvSpPr>
            <p:cNvPr id="1722" name="Google Shape;1722;p53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3" name="Google Shape;1723;p53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1724" name="Google Shape;1724;p53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53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53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53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53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53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53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53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53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53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53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53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53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53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53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53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53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53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53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53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53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53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53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53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53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53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50" name="Google Shape;1750;p53"/>
          <p:cNvGrpSpPr/>
          <p:nvPr/>
        </p:nvGrpSpPr>
        <p:grpSpPr>
          <a:xfrm rot="1321491" flipH="1">
            <a:off x="8028423" y="3186133"/>
            <a:ext cx="714934" cy="378491"/>
            <a:chOff x="-1074225" y="4512538"/>
            <a:chExt cx="714950" cy="378500"/>
          </a:xfrm>
        </p:grpSpPr>
        <p:sp>
          <p:nvSpPr>
            <p:cNvPr id="1751" name="Google Shape;1751;p53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3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3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3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3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3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3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3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3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3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3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2" name="Google Shape;1762;p53"/>
          <p:cNvGrpSpPr/>
          <p:nvPr/>
        </p:nvGrpSpPr>
        <p:grpSpPr>
          <a:xfrm flipH="1">
            <a:off x="310883" y="4091175"/>
            <a:ext cx="714950" cy="378500"/>
            <a:chOff x="-1074225" y="4512538"/>
            <a:chExt cx="714950" cy="378500"/>
          </a:xfrm>
        </p:grpSpPr>
        <p:sp>
          <p:nvSpPr>
            <p:cNvPr id="1763" name="Google Shape;1763;p53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3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3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3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3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3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3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3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3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3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3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3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1"/>
        </a:solidFill>
        <a:effectLst/>
      </p:bgPr>
    </p:bg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54"/>
          <p:cNvGrpSpPr/>
          <p:nvPr/>
        </p:nvGrpSpPr>
        <p:grpSpPr>
          <a:xfrm flipH="1">
            <a:off x="-540125" y="-190500"/>
            <a:ext cx="10224238" cy="5634425"/>
            <a:chOff x="-540125" y="-190500"/>
            <a:chExt cx="10224238" cy="5634425"/>
          </a:xfrm>
        </p:grpSpPr>
        <p:grpSp>
          <p:nvGrpSpPr>
            <p:cNvPr id="1777" name="Google Shape;1777;p54"/>
            <p:cNvGrpSpPr/>
            <p:nvPr/>
          </p:nvGrpSpPr>
          <p:grpSpPr>
            <a:xfrm>
              <a:off x="-540125" y="-190500"/>
              <a:ext cx="10224238" cy="5634425"/>
              <a:chOff x="-540125" y="-190500"/>
              <a:chExt cx="10224238" cy="5634425"/>
            </a:xfrm>
          </p:grpSpPr>
          <p:grpSp>
            <p:nvGrpSpPr>
              <p:cNvPr id="1778" name="Google Shape;1778;p54"/>
              <p:cNvGrpSpPr/>
              <p:nvPr/>
            </p:nvGrpSpPr>
            <p:grpSpPr>
              <a:xfrm>
                <a:off x="123156" y="409580"/>
                <a:ext cx="262232" cy="352736"/>
                <a:chOff x="694982" y="773654"/>
                <a:chExt cx="262232" cy="350632"/>
              </a:xfrm>
            </p:grpSpPr>
            <p:sp>
              <p:nvSpPr>
                <p:cNvPr id="1779" name="Google Shape;1779;p54"/>
                <p:cNvSpPr/>
                <p:nvPr/>
              </p:nvSpPr>
              <p:spPr>
                <a:xfrm>
                  <a:off x="694982" y="920890"/>
                  <a:ext cx="187201" cy="2033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" h="1369" extrusionOk="0">
                      <a:moveTo>
                        <a:pt x="673" y="1"/>
                      </a:moveTo>
                      <a:cubicBezTo>
                        <a:pt x="413" y="1"/>
                        <a:pt x="159" y="235"/>
                        <a:pt x="85" y="559"/>
                      </a:cubicBezTo>
                      <a:cubicBezTo>
                        <a:pt x="1" y="926"/>
                        <a:pt x="179" y="1283"/>
                        <a:pt x="473" y="1356"/>
                      </a:cubicBezTo>
                      <a:cubicBezTo>
                        <a:pt x="508" y="1365"/>
                        <a:pt x="544" y="1369"/>
                        <a:pt x="580" y="1369"/>
                      </a:cubicBezTo>
                      <a:cubicBezTo>
                        <a:pt x="848" y="1369"/>
                        <a:pt x="1101" y="1135"/>
                        <a:pt x="1175" y="811"/>
                      </a:cubicBezTo>
                      <a:cubicBezTo>
                        <a:pt x="1259" y="433"/>
                        <a:pt x="1081" y="77"/>
                        <a:pt x="777" y="14"/>
                      </a:cubicBezTo>
                      <a:cubicBezTo>
                        <a:pt x="742" y="5"/>
                        <a:pt x="708" y="1"/>
                        <a:pt x="673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54"/>
                <p:cNvSpPr/>
                <p:nvPr/>
              </p:nvSpPr>
              <p:spPr>
                <a:xfrm>
                  <a:off x="886642" y="773654"/>
                  <a:ext cx="70572" cy="566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" h="381" extrusionOk="0">
                      <a:moveTo>
                        <a:pt x="229" y="0"/>
                      </a:moveTo>
                      <a:cubicBezTo>
                        <a:pt x="151" y="0"/>
                        <a:pt x="70" y="39"/>
                        <a:pt x="22" y="124"/>
                      </a:cubicBezTo>
                      <a:cubicBezTo>
                        <a:pt x="1" y="239"/>
                        <a:pt x="85" y="344"/>
                        <a:pt x="189" y="365"/>
                      </a:cubicBezTo>
                      <a:cubicBezTo>
                        <a:pt x="219" y="376"/>
                        <a:pt x="248" y="381"/>
                        <a:pt x="276" y="381"/>
                      </a:cubicBezTo>
                      <a:cubicBezTo>
                        <a:pt x="359" y="381"/>
                        <a:pt x="431" y="336"/>
                        <a:pt x="462" y="250"/>
                      </a:cubicBezTo>
                      <a:cubicBezTo>
                        <a:pt x="475" y="96"/>
                        <a:pt x="354" y="0"/>
                        <a:pt x="22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81" name="Google Shape;1781;p54"/>
              <p:cNvGrpSpPr/>
              <p:nvPr/>
            </p:nvGrpSpPr>
            <p:grpSpPr>
              <a:xfrm>
                <a:off x="-540125" y="-190500"/>
                <a:ext cx="10224238" cy="5634425"/>
                <a:chOff x="-540125" y="-190500"/>
                <a:chExt cx="10224238" cy="5634425"/>
              </a:xfrm>
            </p:grpSpPr>
            <p:grpSp>
              <p:nvGrpSpPr>
                <p:cNvPr id="1782" name="Google Shape;1782;p54"/>
                <p:cNvGrpSpPr/>
                <p:nvPr/>
              </p:nvGrpSpPr>
              <p:grpSpPr>
                <a:xfrm>
                  <a:off x="123150" y="4810250"/>
                  <a:ext cx="9020846" cy="318721"/>
                  <a:chOff x="66882" y="4401145"/>
                  <a:chExt cx="9060713" cy="305875"/>
                </a:xfrm>
              </p:grpSpPr>
              <p:sp>
                <p:nvSpPr>
                  <p:cNvPr id="1783" name="Google Shape;1783;p54"/>
                  <p:cNvSpPr/>
                  <p:nvPr/>
                </p:nvSpPr>
                <p:spPr>
                  <a:xfrm>
                    <a:off x="66882" y="4401145"/>
                    <a:ext cx="9060713" cy="305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71" h="3178" extrusionOk="0">
                        <a:moveTo>
                          <a:pt x="1" y="0"/>
                        </a:moveTo>
                        <a:lnTo>
                          <a:pt x="1" y="3177"/>
                        </a:lnTo>
                        <a:lnTo>
                          <a:pt x="27171" y="3177"/>
                        </a:lnTo>
                        <a:lnTo>
                          <a:pt x="27171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4" name="Google Shape;1784;p54"/>
                  <p:cNvSpPr/>
                  <p:nvPr/>
                </p:nvSpPr>
                <p:spPr>
                  <a:xfrm>
                    <a:off x="1201135" y="4401147"/>
                    <a:ext cx="6647593" cy="3058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848" h="3178" extrusionOk="0">
                        <a:moveTo>
                          <a:pt x="1" y="0"/>
                        </a:moveTo>
                        <a:lnTo>
                          <a:pt x="378" y="3177"/>
                        </a:lnTo>
                        <a:lnTo>
                          <a:pt x="20470" y="3177"/>
                        </a:lnTo>
                        <a:lnTo>
                          <a:pt x="20848" y="0"/>
                        </a:lnTo>
                        <a:close/>
                      </a:path>
                    </a:pathLst>
                  </a:custGeom>
                  <a:solidFill>
                    <a:srgbClr val="FFFCF7">
                      <a:alpha val="1955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85" name="Google Shape;1785;p54"/>
                  <p:cNvSpPr/>
                  <p:nvPr/>
                </p:nvSpPr>
                <p:spPr>
                  <a:xfrm>
                    <a:off x="743887" y="4570540"/>
                    <a:ext cx="220332" cy="556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1" h="578" extrusionOk="0">
                        <a:moveTo>
                          <a:pt x="366" y="0"/>
                        </a:moveTo>
                        <a:cubicBezTo>
                          <a:pt x="269" y="0"/>
                          <a:pt x="171" y="48"/>
                          <a:pt x="114" y="149"/>
                        </a:cubicBezTo>
                        <a:cubicBezTo>
                          <a:pt x="1" y="346"/>
                          <a:pt x="150" y="578"/>
                          <a:pt x="356" y="578"/>
                        </a:cubicBezTo>
                        <a:cubicBezTo>
                          <a:pt x="379" y="578"/>
                          <a:pt x="403" y="575"/>
                          <a:pt x="428" y="568"/>
                        </a:cubicBezTo>
                        <a:cubicBezTo>
                          <a:pt x="596" y="526"/>
                          <a:pt x="690" y="358"/>
                          <a:pt x="638" y="201"/>
                        </a:cubicBezTo>
                        <a:cubicBezTo>
                          <a:pt x="598" y="70"/>
                          <a:pt x="483" y="0"/>
                          <a:pt x="36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86" name="Google Shape;1786;p54"/>
                <p:cNvSpPr/>
                <p:nvPr/>
              </p:nvSpPr>
              <p:spPr>
                <a:xfrm>
                  <a:off x="-134261" y="34637"/>
                  <a:ext cx="9409084" cy="26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8" h="1658" extrusionOk="0">
                      <a:moveTo>
                        <a:pt x="902" y="0"/>
                      </a:moveTo>
                      <a:cubicBezTo>
                        <a:pt x="0" y="0"/>
                        <a:pt x="0" y="1657"/>
                        <a:pt x="902" y="1657"/>
                      </a:cubicBezTo>
                      <a:lnTo>
                        <a:pt x="29247" y="1657"/>
                      </a:lnTo>
                      <a:cubicBezTo>
                        <a:pt x="30138" y="1657"/>
                        <a:pt x="30138" y="0"/>
                        <a:pt x="2924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787;p54"/>
                <p:cNvSpPr/>
                <p:nvPr/>
              </p:nvSpPr>
              <p:spPr>
                <a:xfrm>
                  <a:off x="-540125" y="-190500"/>
                  <a:ext cx="10224238" cy="266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49" h="1689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902" y="1028"/>
                      </a:lnTo>
                      <a:cubicBezTo>
                        <a:pt x="902" y="1395"/>
                        <a:pt x="1195" y="1688"/>
                        <a:pt x="1562" y="1688"/>
                      </a:cubicBezTo>
                      <a:lnTo>
                        <a:pt x="31186" y="1688"/>
                      </a:lnTo>
                      <a:cubicBezTo>
                        <a:pt x="31553" y="1688"/>
                        <a:pt x="31847" y="1395"/>
                        <a:pt x="31847" y="1028"/>
                      </a:cubicBezTo>
                      <a:lnTo>
                        <a:pt x="32749" y="315"/>
                      </a:lnTo>
                      <a:lnTo>
                        <a:pt x="32749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8" name="Google Shape;1788;p54"/>
                <p:cNvSpPr/>
                <p:nvPr/>
              </p:nvSpPr>
              <p:spPr>
                <a:xfrm>
                  <a:off x="-540125" y="-190500"/>
                  <a:ext cx="10221116" cy="497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739" h="315" extrusionOk="0">
                      <a:moveTo>
                        <a:pt x="0" y="0"/>
                      </a:moveTo>
                      <a:lnTo>
                        <a:pt x="0" y="315"/>
                      </a:lnTo>
                      <a:lnTo>
                        <a:pt x="32738" y="315"/>
                      </a:lnTo>
                      <a:lnTo>
                        <a:pt x="32738" y="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9" name="Google Shape;1789;p54"/>
                <p:cNvSpPr/>
                <p:nvPr/>
              </p:nvSpPr>
              <p:spPr>
                <a:xfrm>
                  <a:off x="713232" y="111806"/>
                  <a:ext cx="3444951" cy="998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87" h="672" extrusionOk="0">
                      <a:moveTo>
                        <a:pt x="441" y="0"/>
                      </a:moveTo>
                      <a:cubicBezTo>
                        <a:pt x="231" y="11"/>
                        <a:pt x="64" y="147"/>
                        <a:pt x="1" y="336"/>
                      </a:cubicBezTo>
                      <a:cubicBezTo>
                        <a:pt x="64" y="535"/>
                        <a:pt x="231" y="672"/>
                        <a:pt x="441" y="672"/>
                      </a:cubicBezTo>
                      <a:lnTo>
                        <a:pt x="22746" y="672"/>
                      </a:lnTo>
                      <a:cubicBezTo>
                        <a:pt x="22945" y="672"/>
                        <a:pt x="23123" y="535"/>
                        <a:pt x="23186" y="336"/>
                      </a:cubicBezTo>
                      <a:cubicBezTo>
                        <a:pt x="23123" y="147"/>
                        <a:pt x="22945" y="11"/>
                        <a:pt x="22746" y="0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0" name="Google Shape;1790;p54"/>
                <p:cNvSpPr/>
                <p:nvPr/>
              </p:nvSpPr>
              <p:spPr>
                <a:xfrm>
                  <a:off x="-340627" y="-59775"/>
                  <a:ext cx="9821812" cy="348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60" h="221" extrusionOk="0">
                      <a:moveTo>
                        <a:pt x="1" y="0"/>
                      </a:moveTo>
                      <a:lnTo>
                        <a:pt x="263" y="200"/>
                      </a:lnTo>
                      <a:lnTo>
                        <a:pt x="263" y="221"/>
                      </a:lnTo>
                      <a:lnTo>
                        <a:pt x="31208" y="221"/>
                      </a:lnTo>
                      <a:lnTo>
                        <a:pt x="31208" y="200"/>
                      </a:lnTo>
                      <a:lnTo>
                        <a:pt x="3146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1" name="Google Shape;1791;p54"/>
                <p:cNvSpPr/>
                <p:nvPr/>
              </p:nvSpPr>
              <p:spPr>
                <a:xfrm>
                  <a:off x="-157810" y="5125200"/>
                  <a:ext cx="9437035" cy="206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42" h="1312" extrusionOk="0">
                      <a:moveTo>
                        <a:pt x="882" y="0"/>
                      </a:moveTo>
                      <a:cubicBezTo>
                        <a:pt x="1" y="0"/>
                        <a:pt x="1" y="1311"/>
                        <a:pt x="882" y="1311"/>
                      </a:cubicBezTo>
                      <a:lnTo>
                        <a:pt x="30191" y="1311"/>
                      </a:lnTo>
                      <a:cubicBezTo>
                        <a:pt x="30548" y="1311"/>
                        <a:pt x="30841" y="1018"/>
                        <a:pt x="30841" y="651"/>
                      </a:cubicBezTo>
                      <a:cubicBezTo>
                        <a:pt x="30841" y="294"/>
                        <a:pt x="30548" y="0"/>
                        <a:pt x="301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2" name="Google Shape;1792;p54"/>
                <p:cNvSpPr/>
                <p:nvPr/>
              </p:nvSpPr>
              <p:spPr>
                <a:xfrm>
                  <a:off x="-369550" y="5296761"/>
                  <a:ext cx="9889274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20" h="935" extrusionOk="0">
                      <a:moveTo>
                        <a:pt x="945" y="1"/>
                      </a:moveTo>
                      <a:cubicBezTo>
                        <a:pt x="420" y="1"/>
                        <a:pt x="1" y="420"/>
                        <a:pt x="1" y="934"/>
                      </a:cubicBezTo>
                      <a:lnTo>
                        <a:pt x="32320" y="934"/>
                      </a:lnTo>
                      <a:cubicBezTo>
                        <a:pt x="32320" y="420"/>
                        <a:pt x="31900" y="1"/>
                        <a:pt x="313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3" name="Google Shape;1793;p54"/>
                <p:cNvSpPr/>
                <p:nvPr/>
              </p:nvSpPr>
              <p:spPr>
                <a:xfrm>
                  <a:off x="1170769" y="5296761"/>
                  <a:ext cx="3603526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77" h="935" extrusionOk="0">
                      <a:moveTo>
                        <a:pt x="11758" y="1"/>
                      </a:moveTo>
                      <a:cubicBezTo>
                        <a:pt x="11752" y="1"/>
                        <a:pt x="11746" y="1"/>
                        <a:pt x="11739" y="1"/>
                      </a:cubicBezTo>
                      <a:lnTo>
                        <a:pt x="11776" y="1"/>
                      </a:lnTo>
                      <a:cubicBezTo>
                        <a:pt x="11770" y="1"/>
                        <a:pt x="11764" y="1"/>
                        <a:pt x="11758" y="1"/>
                      </a:cubicBezTo>
                      <a:close/>
                      <a:moveTo>
                        <a:pt x="758" y="1"/>
                      </a:moveTo>
                      <a:cubicBezTo>
                        <a:pt x="336" y="1"/>
                        <a:pt x="0" y="353"/>
                        <a:pt x="0" y="777"/>
                      </a:cubicBezTo>
                      <a:lnTo>
                        <a:pt x="0" y="934"/>
                      </a:lnTo>
                      <a:lnTo>
                        <a:pt x="11000" y="934"/>
                      </a:lnTo>
                      <a:lnTo>
                        <a:pt x="11000" y="777"/>
                      </a:lnTo>
                      <a:cubicBezTo>
                        <a:pt x="11000" y="359"/>
                        <a:pt x="11327" y="11"/>
                        <a:pt x="11739" y="1"/>
                      </a:cubicBezTo>
                      <a:lnTo>
                        <a:pt x="776" y="1"/>
                      </a:lnTo>
                      <a:cubicBezTo>
                        <a:pt x="770" y="1"/>
                        <a:pt x="764" y="1"/>
                        <a:pt x="758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4" name="Google Shape;1794;p54"/>
                <p:cNvSpPr/>
                <p:nvPr/>
              </p:nvSpPr>
              <p:spPr>
                <a:xfrm>
                  <a:off x="5524907" y="5296761"/>
                  <a:ext cx="1854851" cy="14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62" h="935" extrusionOk="0">
                      <a:moveTo>
                        <a:pt x="776" y="1"/>
                      </a:moveTo>
                      <a:cubicBezTo>
                        <a:pt x="346" y="1"/>
                        <a:pt x="0" y="347"/>
                        <a:pt x="0" y="777"/>
                      </a:cubicBezTo>
                      <a:lnTo>
                        <a:pt x="0" y="934"/>
                      </a:lnTo>
                      <a:lnTo>
                        <a:pt x="5296" y="934"/>
                      </a:lnTo>
                      <a:lnTo>
                        <a:pt x="5296" y="777"/>
                      </a:lnTo>
                      <a:cubicBezTo>
                        <a:pt x="5296" y="347"/>
                        <a:pt x="5631" y="1"/>
                        <a:pt x="6061" y="1"/>
                      </a:cubicBezTo>
                      <a:close/>
                    </a:path>
                  </a:pathLst>
                </a:custGeom>
                <a:solidFill>
                  <a:srgbClr val="FFFCF7">
                    <a:alpha val="1955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5" name="Google Shape;1795;p54"/>
                <p:cNvSpPr/>
                <p:nvPr/>
              </p:nvSpPr>
              <p:spPr>
                <a:xfrm>
                  <a:off x="8945550" y="247650"/>
                  <a:ext cx="197174" cy="46187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60" y="38737"/>
                      </a:lnTo>
                      <a:lnTo>
                        <a:pt x="86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796" name="Google Shape;1796;p54"/>
                <p:cNvGrpSpPr/>
                <p:nvPr/>
              </p:nvGrpSpPr>
              <p:grpSpPr>
                <a:xfrm>
                  <a:off x="8694552" y="444361"/>
                  <a:ext cx="448838" cy="855480"/>
                  <a:chOff x="4189590" y="628348"/>
                  <a:chExt cx="448838" cy="855480"/>
                </a:xfrm>
              </p:grpSpPr>
              <p:sp>
                <p:nvSpPr>
                  <p:cNvPr id="1797" name="Google Shape;1797;p54"/>
                  <p:cNvSpPr/>
                  <p:nvPr/>
                </p:nvSpPr>
                <p:spPr>
                  <a:xfrm>
                    <a:off x="4189590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1" y="1"/>
                        </a:moveTo>
                        <a:lnTo>
                          <a:pt x="1" y="357"/>
                        </a:lnTo>
                        <a:cubicBezTo>
                          <a:pt x="1" y="546"/>
                          <a:pt x="148" y="703"/>
                          <a:pt x="336" y="703"/>
                        </a:cubicBezTo>
                        <a:lnTo>
                          <a:pt x="336" y="871"/>
                        </a:lnTo>
                        <a:cubicBezTo>
                          <a:pt x="323" y="868"/>
                          <a:pt x="310" y="867"/>
                          <a:pt x="298" y="867"/>
                        </a:cubicBezTo>
                        <a:cubicBezTo>
                          <a:pt x="132" y="867"/>
                          <a:pt x="97" y="1122"/>
                          <a:pt x="127" y="1259"/>
                        </a:cubicBezTo>
                        <a:cubicBezTo>
                          <a:pt x="151" y="1439"/>
                          <a:pt x="310" y="1562"/>
                          <a:pt x="484" y="1562"/>
                        </a:cubicBezTo>
                        <a:cubicBezTo>
                          <a:pt x="532" y="1562"/>
                          <a:pt x="582" y="1552"/>
                          <a:pt x="630" y="1532"/>
                        </a:cubicBezTo>
                        <a:lnTo>
                          <a:pt x="640" y="1532"/>
                        </a:lnTo>
                        <a:cubicBezTo>
                          <a:pt x="652" y="1528"/>
                          <a:pt x="664" y="1526"/>
                          <a:pt x="675" y="1526"/>
                        </a:cubicBezTo>
                        <a:cubicBezTo>
                          <a:pt x="822" y="1526"/>
                          <a:pt x="903" y="1826"/>
                          <a:pt x="777" y="1972"/>
                        </a:cubicBezTo>
                        <a:cubicBezTo>
                          <a:pt x="703" y="2056"/>
                          <a:pt x="640" y="2213"/>
                          <a:pt x="640" y="2528"/>
                        </a:cubicBezTo>
                        <a:cubicBezTo>
                          <a:pt x="640" y="3335"/>
                          <a:pt x="1196" y="3723"/>
                          <a:pt x="1448" y="3723"/>
                        </a:cubicBezTo>
                        <a:lnTo>
                          <a:pt x="1448" y="4174"/>
                        </a:lnTo>
                        <a:cubicBezTo>
                          <a:pt x="2192" y="4174"/>
                          <a:pt x="2077" y="5422"/>
                          <a:pt x="1699" y="5422"/>
                        </a:cubicBezTo>
                        <a:lnTo>
                          <a:pt x="1699" y="5758"/>
                        </a:lnTo>
                        <a:lnTo>
                          <a:pt x="2947" y="5758"/>
                        </a:lnTo>
                        <a:lnTo>
                          <a:pt x="3021" y="11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8" name="Google Shape;1798;p54"/>
                  <p:cNvSpPr/>
                  <p:nvPr/>
                </p:nvSpPr>
                <p:spPr>
                  <a:xfrm>
                    <a:off x="4231636" y="771574"/>
                    <a:ext cx="73395" cy="601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4" h="405" extrusionOk="0">
                        <a:moveTo>
                          <a:pt x="269" y="0"/>
                        </a:moveTo>
                        <a:cubicBezTo>
                          <a:pt x="230" y="0"/>
                          <a:pt x="192" y="11"/>
                          <a:pt x="158" y="33"/>
                        </a:cubicBezTo>
                        <a:cubicBezTo>
                          <a:pt x="53" y="85"/>
                          <a:pt x="1" y="201"/>
                          <a:pt x="53" y="316"/>
                        </a:cubicBezTo>
                        <a:cubicBezTo>
                          <a:pt x="92" y="374"/>
                          <a:pt x="155" y="405"/>
                          <a:pt x="219" y="405"/>
                        </a:cubicBezTo>
                        <a:cubicBezTo>
                          <a:pt x="259" y="405"/>
                          <a:pt x="300" y="393"/>
                          <a:pt x="336" y="369"/>
                        </a:cubicBezTo>
                        <a:cubicBezTo>
                          <a:pt x="441" y="316"/>
                          <a:pt x="494" y="201"/>
                          <a:pt x="452" y="96"/>
                        </a:cubicBezTo>
                        <a:cubicBezTo>
                          <a:pt x="411" y="35"/>
                          <a:pt x="340" y="0"/>
                          <a:pt x="26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99" name="Google Shape;1799;p54"/>
                  <p:cNvSpPr/>
                  <p:nvPr/>
                </p:nvSpPr>
                <p:spPr>
                  <a:xfrm>
                    <a:off x="4322118" y="921485"/>
                    <a:ext cx="183933" cy="2035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" h="1370" extrusionOk="0">
                        <a:moveTo>
                          <a:pt x="594" y="0"/>
                        </a:moveTo>
                        <a:cubicBezTo>
                          <a:pt x="564" y="0"/>
                          <a:pt x="534" y="3"/>
                          <a:pt x="503" y="10"/>
                        </a:cubicBezTo>
                        <a:cubicBezTo>
                          <a:pt x="199" y="62"/>
                          <a:pt x="0" y="398"/>
                          <a:pt x="63" y="775"/>
                        </a:cubicBezTo>
                        <a:cubicBezTo>
                          <a:pt x="130" y="1129"/>
                          <a:pt x="380" y="1369"/>
                          <a:pt x="662" y="1369"/>
                        </a:cubicBezTo>
                        <a:cubicBezTo>
                          <a:pt x="689" y="1369"/>
                          <a:pt x="717" y="1367"/>
                          <a:pt x="745" y="1362"/>
                        </a:cubicBezTo>
                        <a:cubicBezTo>
                          <a:pt x="1049" y="1310"/>
                          <a:pt x="1237" y="964"/>
                          <a:pt x="1174" y="586"/>
                        </a:cubicBezTo>
                        <a:cubicBezTo>
                          <a:pt x="1118" y="247"/>
                          <a:pt x="866" y="0"/>
                          <a:pt x="594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800" name="Google Shape;1800;p54"/>
                <p:cNvSpPr/>
                <p:nvPr/>
              </p:nvSpPr>
              <p:spPr>
                <a:xfrm>
                  <a:off x="100" y="247650"/>
                  <a:ext cx="183874" cy="4895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0" h="38738" extrusionOk="0">
                      <a:moveTo>
                        <a:pt x="0" y="0"/>
                      </a:moveTo>
                      <a:lnTo>
                        <a:pt x="0" y="38737"/>
                      </a:lnTo>
                      <a:lnTo>
                        <a:pt x="850" y="38737"/>
                      </a:lnTo>
                      <a:lnTo>
                        <a:pt x="85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801" name="Google Shape;1801;p54"/>
                <p:cNvGrpSpPr/>
                <p:nvPr/>
              </p:nvGrpSpPr>
              <p:grpSpPr>
                <a:xfrm>
                  <a:off x="-10709" y="444378"/>
                  <a:ext cx="448838" cy="860613"/>
                  <a:chOff x="561117" y="628348"/>
                  <a:chExt cx="448838" cy="855480"/>
                </a:xfrm>
              </p:grpSpPr>
              <p:sp>
                <p:nvSpPr>
                  <p:cNvPr id="1802" name="Google Shape;1802;p54"/>
                  <p:cNvSpPr/>
                  <p:nvPr/>
                </p:nvSpPr>
                <p:spPr>
                  <a:xfrm>
                    <a:off x="561117" y="628348"/>
                    <a:ext cx="448838" cy="8554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21" h="5758" extrusionOk="0">
                        <a:moveTo>
                          <a:pt x="3020" y="1"/>
                        </a:moveTo>
                        <a:lnTo>
                          <a:pt x="0" y="11"/>
                        </a:lnTo>
                        <a:lnTo>
                          <a:pt x="73" y="5758"/>
                        </a:lnTo>
                        <a:lnTo>
                          <a:pt x="1321" y="5758"/>
                        </a:lnTo>
                        <a:lnTo>
                          <a:pt x="1321" y="5422"/>
                        </a:lnTo>
                        <a:cubicBezTo>
                          <a:pt x="944" y="5422"/>
                          <a:pt x="828" y="4174"/>
                          <a:pt x="1573" y="4174"/>
                        </a:cubicBezTo>
                        <a:lnTo>
                          <a:pt x="1573" y="3723"/>
                        </a:lnTo>
                        <a:cubicBezTo>
                          <a:pt x="1825" y="3723"/>
                          <a:pt x="2380" y="3335"/>
                          <a:pt x="2380" y="2528"/>
                        </a:cubicBezTo>
                        <a:cubicBezTo>
                          <a:pt x="2380" y="2213"/>
                          <a:pt x="2318" y="2056"/>
                          <a:pt x="2244" y="1972"/>
                        </a:cubicBezTo>
                        <a:cubicBezTo>
                          <a:pt x="2108" y="1826"/>
                          <a:pt x="2189" y="1526"/>
                          <a:pt x="2344" y="1526"/>
                        </a:cubicBezTo>
                        <a:cubicBezTo>
                          <a:pt x="2355" y="1526"/>
                          <a:pt x="2368" y="1528"/>
                          <a:pt x="2380" y="1532"/>
                        </a:cubicBezTo>
                        <a:lnTo>
                          <a:pt x="2391" y="1532"/>
                        </a:lnTo>
                        <a:cubicBezTo>
                          <a:pt x="2437" y="1552"/>
                          <a:pt x="2485" y="1562"/>
                          <a:pt x="2532" y="1562"/>
                        </a:cubicBezTo>
                        <a:cubicBezTo>
                          <a:pt x="2701" y="1562"/>
                          <a:pt x="2861" y="1439"/>
                          <a:pt x="2894" y="1259"/>
                        </a:cubicBezTo>
                        <a:cubicBezTo>
                          <a:pt x="2914" y="1122"/>
                          <a:pt x="2888" y="867"/>
                          <a:pt x="2714" y="867"/>
                        </a:cubicBezTo>
                        <a:cubicBezTo>
                          <a:pt x="2702" y="867"/>
                          <a:pt x="2688" y="868"/>
                          <a:pt x="2674" y="871"/>
                        </a:cubicBezTo>
                        <a:lnTo>
                          <a:pt x="2674" y="703"/>
                        </a:lnTo>
                        <a:cubicBezTo>
                          <a:pt x="2863" y="703"/>
                          <a:pt x="3020" y="546"/>
                          <a:pt x="3020" y="357"/>
                        </a:cubicBezTo>
                        <a:lnTo>
                          <a:pt x="3020" y="1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3" name="Google Shape;1803;p54"/>
                  <p:cNvSpPr/>
                  <p:nvPr/>
                </p:nvSpPr>
                <p:spPr>
                  <a:xfrm>
                    <a:off x="694982" y="920890"/>
                    <a:ext cx="187201" cy="2033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60" h="1369" extrusionOk="0">
                        <a:moveTo>
                          <a:pt x="673" y="1"/>
                        </a:moveTo>
                        <a:cubicBezTo>
                          <a:pt x="413" y="1"/>
                          <a:pt x="159" y="235"/>
                          <a:pt x="85" y="559"/>
                        </a:cubicBezTo>
                        <a:cubicBezTo>
                          <a:pt x="1" y="926"/>
                          <a:pt x="179" y="1283"/>
                          <a:pt x="473" y="1356"/>
                        </a:cubicBezTo>
                        <a:cubicBezTo>
                          <a:pt x="508" y="1365"/>
                          <a:pt x="544" y="1369"/>
                          <a:pt x="580" y="1369"/>
                        </a:cubicBezTo>
                        <a:cubicBezTo>
                          <a:pt x="848" y="1369"/>
                          <a:pt x="1101" y="1135"/>
                          <a:pt x="1175" y="811"/>
                        </a:cubicBezTo>
                        <a:cubicBezTo>
                          <a:pt x="1259" y="433"/>
                          <a:pt x="1081" y="77"/>
                          <a:pt x="777" y="14"/>
                        </a:cubicBezTo>
                        <a:cubicBezTo>
                          <a:pt x="742" y="5"/>
                          <a:pt x="708" y="1"/>
                          <a:pt x="673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04" name="Google Shape;1804;p54"/>
                  <p:cNvSpPr/>
                  <p:nvPr/>
                </p:nvSpPr>
                <p:spPr>
                  <a:xfrm>
                    <a:off x="886642" y="773654"/>
                    <a:ext cx="70572" cy="566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81" extrusionOk="0">
                        <a:moveTo>
                          <a:pt x="229" y="0"/>
                        </a:moveTo>
                        <a:cubicBezTo>
                          <a:pt x="151" y="0"/>
                          <a:pt x="70" y="39"/>
                          <a:pt x="22" y="124"/>
                        </a:cubicBezTo>
                        <a:cubicBezTo>
                          <a:pt x="1" y="239"/>
                          <a:pt x="85" y="344"/>
                          <a:pt x="189" y="365"/>
                        </a:cubicBezTo>
                        <a:cubicBezTo>
                          <a:pt x="219" y="376"/>
                          <a:pt x="248" y="381"/>
                          <a:pt x="276" y="381"/>
                        </a:cubicBezTo>
                        <a:cubicBezTo>
                          <a:pt x="359" y="381"/>
                          <a:pt x="431" y="336"/>
                          <a:pt x="462" y="250"/>
                        </a:cubicBezTo>
                        <a:cubicBezTo>
                          <a:pt x="475" y="96"/>
                          <a:pt x="354" y="0"/>
                          <a:pt x="229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805" name="Google Shape;1805;p54"/>
              <p:cNvSpPr/>
              <p:nvPr/>
            </p:nvSpPr>
            <p:spPr>
              <a:xfrm>
                <a:off x="14450" y="247294"/>
                <a:ext cx="9120845" cy="206500"/>
              </a:xfrm>
              <a:custGeom>
                <a:avLst/>
                <a:gdLst/>
                <a:ahLst/>
                <a:cxnLst/>
                <a:rect l="l" t="t" r="r" b="b"/>
                <a:pathLst>
                  <a:path w="28723" h="798" extrusionOk="0">
                    <a:moveTo>
                      <a:pt x="0" y="0"/>
                    </a:moveTo>
                    <a:lnTo>
                      <a:pt x="0" y="797"/>
                    </a:lnTo>
                    <a:lnTo>
                      <a:pt x="28722" y="797"/>
                    </a:lnTo>
                    <a:lnTo>
                      <a:pt x="2872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06" name="Google Shape;1806;p54"/>
            <p:cNvGrpSpPr/>
            <p:nvPr/>
          </p:nvGrpSpPr>
          <p:grpSpPr>
            <a:xfrm>
              <a:off x="384093" y="4954718"/>
              <a:ext cx="8375813" cy="57966"/>
              <a:chOff x="384093" y="4954718"/>
              <a:chExt cx="8375813" cy="57966"/>
            </a:xfrm>
          </p:grpSpPr>
          <p:sp>
            <p:nvSpPr>
              <p:cNvPr id="1807" name="Google Shape;1807;p54"/>
              <p:cNvSpPr/>
              <p:nvPr/>
            </p:nvSpPr>
            <p:spPr>
              <a:xfrm>
                <a:off x="38409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Google Shape;1808;p54"/>
              <p:cNvSpPr/>
              <p:nvPr/>
            </p:nvSpPr>
            <p:spPr>
              <a:xfrm>
                <a:off x="8540543" y="4954718"/>
                <a:ext cx="219363" cy="57966"/>
              </a:xfrm>
              <a:custGeom>
                <a:avLst/>
                <a:gdLst/>
                <a:ahLst/>
                <a:cxnLst/>
                <a:rect l="l" t="t" r="r" b="b"/>
                <a:pathLst>
                  <a:path w="691" h="578" extrusionOk="0">
                    <a:moveTo>
                      <a:pt x="366" y="0"/>
                    </a:moveTo>
                    <a:cubicBezTo>
                      <a:pt x="269" y="0"/>
                      <a:pt x="171" y="48"/>
                      <a:pt x="114" y="149"/>
                    </a:cubicBezTo>
                    <a:cubicBezTo>
                      <a:pt x="1" y="346"/>
                      <a:pt x="150" y="578"/>
                      <a:pt x="356" y="578"/>
                    </a:cubicBezTo>
                    <a:cubicBezTo>
                      <a:pt x="379" y="578"/>
                      <a:pt x="403" y="575"/>
                      <a:pt x="428" y="568"/>
                    </a:cubicBezTo>
                    <a:cubicBezTo>
                      <a:pt x="596" y="526"/>
                      <a:pt x="690" y="358"/>
                      <a:pt x="638" y="201"/>
                    </a:cubicBezTo>
                    <a:cubicBezTo>
                      <a:pt x="598" y="70"/>
                      <a:pt x="483" y="0"/>
                      <a:pt x="3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09" name="Google Shape;1809;p54"/>
          <p:cNvGrpSpPr/>
          <p:nvPr/>
        </p:nvGrpSpPr>
        <p:grpSpPr>
          <a:xfrm>
            <a:off x="8106580" y="1095706"/>
            <a:ext cx="648376" cy="880878"/>
            <a:chOff x="638276" y="3526008"/>
            <a:chExt cx="714936" cy="971200"/>
          </a:xfrm>
        </p:grpSpPr>
        <p:sp>
          <p:nvSpPr>
            <p:cNvPr id="1810" name="Google Shape;1810;p54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11" name="Google Shape;1811;p54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1812" name="Google Shape;1812;p54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Google Shape;1813;p54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Google Shape;1814;p54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Google Shape;1815;p54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Google Shape;1816;p54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Google Shape;1817;p54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Google Shape;1818;p54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Google Shape;1819;p54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Google Shape;1820;p54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Google Shape;1821;p54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Google Shape;1822;p54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Google Shape;1823;p54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Google Shape;1824;p54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Google Shape;1825;p54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Google Shape;1826;p54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Google Shape;1827;p54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Google Shape;1828;p54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Google Shape;1829;p54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Google Shape;1830;p54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Google Shape;1831;p54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Google Shape;1832;p54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Google Shape;1833;p54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Google Shape;1834;p54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Google Shape;1835;p54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Google Shape;1836;p54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Google Shape;1837;p54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38" name="Google Shape;1838;p54"/>
          <p:cNvGrpSpPr/>
          <p:nvPr/>
        </p:nvGrpSpPr>
        <p:grpSpPr>
          <a:xfrm rot="1321491" flipH="1">
            <a:off x="355764" y="3186133"/>
            <a:ext cx="714934" cy="378491"/>
            <a:chOff x="-1074225" y="4512538"/>
            <a:chExt cx="714950" cy="378500"/>
          </a:xfrm>
        </p:grpSpPr>
        <p:sp>
          <p:nvSpPr>
            <p:cNvPr id="1839" name="Google Shape;1839;p54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54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54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54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54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54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54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54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54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54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54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0" name="Google Shape;1850;p54"/>
          <p:cNvGrpSpPr/>
          <p:nvPr/>
        </p:nvGrpSpPr>
        <p:grpSpPr>
          <a:xfrm>
            <a:off x="8073288" y="4091175"/>
            <a:ext cx="714950" cy="378500"/>
            <a:chOff x="-1074225" y="4512538"/>
            <a:chExt cx="714950" cy="378500"/>
          </a:xfrm>
        </p:grpSpPr>
        <p:sp>
          <p:nvSpPr>
            <p:cNvPr id="1851" name="Google Shape;1851;p54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54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54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54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54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54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54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54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54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54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54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54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3" name="Google Shape;1863;p54"/>
          <p:cNvSpPr/>
          <p:nvPr/>
        </p:nvSpPr>
        <p:spPr>
          <a:xfrm>
            <a:off x="4" y="1017700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8" r:id="rId5"/>
    <p:sldLayoutId id="2147483663" r:id="rId6"/>
    <p:sldLayoutId id="2147483664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3" r:id="rId13"/>
    <p:sldLayoutId id="2147483674" r:id="rId14"/>
    <p:sldLayoutId id="2147483685" r:id="rId15"/>
    <p:sldLayoutId id="2147483699" r:id="rId16"/>
    <p:sldLayoutId id="2147483700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60"/>
          <p:cNvSpPr txBox="1">
            <a:spLocks noGrp="1"/>
          </p:cNvSpPr>
          <p:nvPr>
            <p:ph type="ctrTitle"/>
          </p:nvPr>
        </p:nvSpPr>
        <p:spPr>
          <a:xfrm>
            <a:off x="1181700" y="1784775"/>
            <a:ext cx="6780600" cy="17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8000" dirty="0" err="1">
                <a:solidFill>
                  <a:schemeClr val="lt1"/>
                </a:solidFill>
              </a:rPr>
              <a:t>Review</a:t>
            </a:r>
            <a:r>
              <a:rPr lang="es-EC" sz="8000" dirty="0">
                <a:solidFill>
                  <a:schemeClr val="lt1"/>
                </a:solidFill>
              </a:rPr>
              <a:t> </a:t>
            </a:r>
            <a:r>
              <a:rPr lang="es-EC" sz="8000" dirty="0" err="1">
                <a:solidFill>
                  <a:schemeClr val="lt1"/>
                </a:solidFill>
              </a:rPr>
              <a:t>BookHub</a:t>
            </a:r>
            <a:endParaRPr sz="9600" dirty="0">
              <a:solidFill>
                <a:schemeClr val="lt1"/>
              </a:solidFill>
            </a:endParaRPr>
          </a:p>
        </p:txBody>
      </p:sp>
      <p:sp>
        <p:nvSpPr>
          <p:cNvPr id="1879" name="Google Shape;1879;p60"/>
          <p:cNvSpPr txBox="1">
            <a:spLocks noGrp="1"/>
          </p:cNvSpPr>
          <p:nvPr>
            <p:ph type="subTitle" idx="1"/>
          </p:nvPr>
        </p:nvSpPr>
        <p:spPr>
          <a:xfrm>
            <a:off x="2307600" y="3618619"/>
            <a:ext cx="4528800" cy="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Construcción</a:t>
            </a:r>
            <a:r>
              <a:rPr lang="en-US" dirty="0"/>
              <a:t> De Software</a:t>
            </a:r>
          </a:p>
        </p:txBody>
      </p:sp>
      <p:grpSp>
        <p:nvGrpSpPr>
          <p:cNvPr id="1880" name="Google Shape;1880;p60"/>
          <p:cNvGrpSpPr/>
          <p:nvPr/>
        </p:nvGrpSpPr>
        <p:grpSpPr>
          <a:xfrm>
            <a:off x="713263" y="852042"/>
            <a:ext cx="3268775" cy="380199"/>
            <a:chOff x="975489" y="863689"/>
            <a:chExt cx="3268775" cy="380199"/>
          </a:xfrm>
        </p:grpSpPr>
        <p:grpSp>
          <p:nvGrpSpPr>
            <p:cNvPr id="1881" name="Google Shape;1881;p60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1882" name="Google Shape;1882;p60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Google Shape;1883;p60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60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60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Google Shape;1886;p60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Google Shape;1887;p60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60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60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Google Shape;1890;p60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Google Shape;1891;p60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Google Shape;1892;p60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60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60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60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60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60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60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Google Shape;1899;p60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Google Shape;1900;p60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60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60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60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60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60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60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Google Shape;1907;p60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Google Shape;1908;p60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Google Shape;1909;p60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Google Shape;1910;p60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Google Shape;1911;p60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Google Shape;1912;p60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Google Shape;1913;p60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Google Shape;1914;p60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Google Shape;1915;p60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Google Shape;1916;p60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Google Shape;1917;p60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60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60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60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60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60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60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60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60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60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Google Shape;1927;p60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Google Shape;1928;p60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60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60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60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60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60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60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60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60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60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Google Shape;1938;p60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Google Shape;1939;p60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Google Shape;1940;p60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Google Shape;1941;p60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Google Shape;1942;p60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Google Shape;1943;p60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Google Shape;1944;p60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Google Shape;1945;p60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60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60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60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60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60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60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60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60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60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60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60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60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60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60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Google Shape;1960;p60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Google Shape;1961;p60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60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60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60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60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60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60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60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60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60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60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60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60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60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60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60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60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60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60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60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60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60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60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60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60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60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60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88" name="Google Shape;1988;p60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60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60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60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60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60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60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60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60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60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8" name="Google Shape;1998;p60"/>
          <p:cNvGrpSpPr/>
          <p:nvPr/>
        </p:nvGrpSpPr>
        <p:grpSpPr>
          <a:xfrm>
            <a:off x="638276" y="3531757"/>
            <a:ext cx="714936" cy="971200"/>
            <a:chOff x="638276" y="3526008"/>
            <a:chExt cx="714936" cy="971200"/>
          </a:xfrm>
        </p:grpSpPr>
        <p:sp>
          <p:nvSpPr>
            <p:cNvPr id="1999" name="Google Shape;1999;p60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00" name="Google Shape;2000;p60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2001" name="Google Shape;2001;p60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60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60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60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60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60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60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60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60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60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60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60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60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60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60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60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60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60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60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60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60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60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60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60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60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60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27" name="Google Shape;2027;p60"/>
          <p:cNvSpPr/>
          <p:nvPr/>
        </p:nvSpPr>
        <p:spPr>
          <a:xfrm>
            <a:off x="8057887" y="3784087"/>
            <a:ext cx="388460" cy="388464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9EBAB">
                  <a:alpha val="21960"/>
                  <a:alpha val="21910"/>
                </a:srgbClr>
              </a:gs>
              <a:gs pos="41000">
                <a:srgbClr val="F9EBAB">
                  <a:alpha val="53333"/>
                  <a:alpha val="21910"/>
                </a:srgbClr>
              </a:gs>
              <a:gs pos="100000">
                <a:srgbClr val="F9EBAB">
                  <a:alpha val="77254"/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8" name="Google Shape;2028;p60"/>
          <p:cNvGrpSpPr/>
          <p:nvPr/>
        </p:nvGrpSpPr>
        <p:grpSpPr>
          <a:xfrm>
            <a:off x="7894651" y="3533367"/>
            <a:ext cx="714936" cy="971200"/>
            <a:chOff x="9141124" y="2771118"/>
            <a:chExt cx="319239" cy="433649"/>
          </a:xfrm>
        </p:grpSpPr>
        <p:sp>
          <p:nvSpPr>
            <p:cNvPr id="2029" name="Google Shape;2029;p60"/>
            <p:cNvSpPr/>
            <p:nvPr/>
          </p:nvSpPr>
          <p:spPr>
            <a:xfrm>
              <a:off x="9271960" y="3034862"/>
              <a:ext cx="17824" cy="25355"/>
            </a:xfrm>
            <a:custGeom>
              <a:avLst/>
              <a:gdLst/>
              <a:ahLst/>
              <a:cxnLst/>
              <a:rect l="l" t="t" r="r" b="b"/>
              <a:pathLst>
                <a:path w="1110" h="1579" extrusionOk="0">
                  <a:moveTo>
                    <a:pt x="641" y="0"/>
                  </a:moveTo>
                  <a:cubicBezTo>
                    <a:pt x="385" y="0"/>
                    <a:pt x="129" y="384"/>
                    <a:pt x="43" y="811"/>
                  </a:cubicBezTo>
                  <a:cubicBezTo>
                    <a:pt x="1" y="1237"/>
                    <a:pt x="214" y="1579"/>
                    <a:pt x="470" y="1579"/>
                  </a:cubicBezTo>
                  <a:cubicBezTo>
                    <a:pt x="769" y="1579"/>
                    <a:pt x="1025" y="1237"/>
                    <a:pt x="1067" y="811"/>
                  </a:cubicBezTo>
                  <a:cubicBezTo>
                    <a:pt x="1110" y="384"/>
                    <a:pt x="939" y="0"/>
                    <a:pt x="641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60"/>
            <p:cNvSpPr/>
            <p:nvPr/>
          </p:nvSpPr>
          <p:spPr>
            <a:xfrm>
              <a:off x="9267175" y="2928674"/>
              <a:ext cx="54965" cy="93728"/>
            </a:xfrm>
            <a:custGeom>
              <a:avLst/>
              <a:gdLst/>
              <a:ahLst/>
              <a:cxnLst/>
              <a:rect l="l" t="t" r="r" b="b"/>
              <a:pathLst>
                <a:path w="3423" h="5837" extrusionOk="0">
                  <a:moveTo>
                    <a:pt x="1195" y="1"/>
                  </a:moveTo>
                  <a:cubicBezTo>
                    <a:pt x="1195" y="1"/>
                    <a:pt x="1962" y="1707"/>
                    <a:pt x="1109" y="2518"/>
                  </a:cubicBezTo>
                  <a:cubicBezTo>
                    <a:pt x="85" y="3499"/>
                    <a:pt x="0" y="5419"/>
                    <a:pt x="1579" y="5803"/>
                  </a:cubicBezTo>
                  <a:cubicBezTo>
                    <a:pt x="1673" y="5826"/>
                    <a:pt x="1762" y="5837"/>
                    <a:pt x="1847" y="5837"/>
                  </a:cubicBezTo>
                  <a:cubicBezTo>
                    <a:pt x="3190" y="5837"/>
                    <a:pt x="3423" y="3127"/>
                    <a:pt x="2901" y="1963"/>
                  </a:cubicBezTo>
                  <a:cubicBezTo>
                    <a:pt x="2517" y="1195"/>
                    <a:pt x="1920" y="513"/>
                    <a:pt x="1195" y="1"/>
                  </a:cubicBezTo>
                  <a:close/>
                </a:path>
              </a:pathLst>
            </a:custGeom>
            <a:solidFill>
              <a:srgbClr val="F2D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60"/>
            <p:cNvSpPr/>
            <p:nvPr/>
          </p:nvSpPr>
          <p:spPr>
            <a:xfrm>
              <a:off x="9274706" y="3031330"/>
              <a:ext cx="53439" cy="115213"/>
            </a:xfrm>
            <a:custGeom>
              <a:avLst/>
              <a:gdLst/>
              <a:ahLst/>
              <a:cxnLst/>
              <a:rect l="l" t="t" r="r" b="b"/>
              <a:pathLst>
                <a:path w="3328" h="7175" extrusionOk="0">
                  <a:moveTo>
                    <a:pt x="2456" y="0"/>
                  </a:moveTo>
                  <a:cubicBezTo>
                    <a:pt x="2434" y="0"/>
                    <a:pt x="2411" y="3"/>
                    <a:pt x="2389" y="7"/>
                  </a:cubicBezTo>
                  <a:lnTo>
                    <a:pt x="726" y="135"/>
                  </a:lnTo>
                  <a:cubicBezTo>
                    <a:pt x="512" y="135"/>
                    <a:pt x="342" y="306"/>
                    <a:pt x="342" y="519"/>
                  </a:cubicBezTo>
                  <a:cubicBezTo>
                    <a:pt x="171" y="3207"/>
                    <a:pt x="0" y="5937"/>
                    <a:pt x="214" y="7174"/>
                  </a:cubicBezTo>
                  <a:lnTo>
                    <a:pt x="3115" y="7174"/>
                  </a:lnTo>
                  <a:cubicBezTo>
                    <a:pt x="3328" y="5852"/>
                    <a:pt x="2944" y="3036"/>
                    <a:pt x="2859" y="391"/>
                  </a:cubicBezTo>
                  <a:cubicBezTo>
                    <a:pt x="2859" y="161"/>
                    <a:pt x="2653" y="0"/>
                    <a:pt x="2456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60"/>
            <p:cNvSpPr/>
            <p:nvPr/>
          </p:nvSpPr>
          <p:spPr>
            <a:xfrm>
              <a:off x="9209625" y="3132139"/>
              <a:ext cx="185657" cy="54804"/>
            </a:xfrm>
            <a:custGeom>
              <a:avLst/>
              <a:gdLst/>
              <a:ahLst/>
              <a:cxnLst/>
              <a:rect l="l" t="t" r="r" b="b"/>
              <a:pathLst>
                <a:path w="11562" h="3413" extrusionOk="0">
                  <a:moveTo>
                    <a:pt x="5760" y="0"/>
                  </a:moveTo>
                  <a:cubicBezTo>
                    <a:pt x="3669" y="0"/>
                    <a:pt x="1" y="1067"/>
                    <a:pt x="1" y="1920"/>
                  </a:cubicBezTo>
                  <a:cubicBezTo>
                    <a:pt x="1" y="2730"/>
                    <a:pt x="2560" y="3413"/>
                    <a:pt x="5760" y="3413"/>
                  </a:cubicBezTo>
                  <a:cubicBezTo>
                    <a:pt x="8959" y="3413"/>
                    <a:pt x="11562" y="2730"/>
                    <a:pt x="11562" y="1920"/>
                  </a:cubicBezTo>
                  <a:cubicBezTo>
                    <a:pt x="11562" y="1067"/>
                    <a:pt x="7893" y="0"/>
                    <a:pt x="5760" y="0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60"/>
            <p:cNvSpPr/>
            <p:nvPr/>
          </p:nvSpPr>
          <p:spPr>
            <a:xfrm>
              <a:off x="9193872" y="2882091"/>
              <a:ext cx="15078" cy="289790"/>
            </a:xfrm>
            <a:custGeom>
              <a:avLst/>
              <a:gdLst/>
              <a:ahLst/>
              <a:cxnLst/>
              <a:rect l="l" t="t" r="r" b="b"/>
              <a:pathLst>
                <a:path w="939" h="18047" extrusionOk="0">
                  <a:moveTo>
                    <a:pt x="0" y="1"/>
                  </a:moveTo>
                  <a:lnTo>
                    <a:pt x="0" y="18046"/>
                  </a:lnTo>
                  <a:lnTo>
                    <a:pt x="939" y="18046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60"/>
            <p:cNvSpPr/>
            <p:nvPr/>
          </p:nvSpPr>
          <p:spPr>
            <a:xfrm>
              <a:off x="9392520" y="2882091"/>
              <a:ext cx="15094" cy="289790"/>
            </a:xfrm>
            <a:custGeom>
              <a:avLst/>
              <a:gdLst/>
              <a:ahLst/>
              <a:cxnLst/>
              <a:rect l="l" t="t" r="r" b="b"/>
              <a:pathLst>
                <a:path w="940" h="18047" extrusionOk="0">
                  <a:moveTo>
                    <a:pt x="1" y="1"/>
                  </a:moveTo>
                  <a:lnTo>
                    <a:pt x="1" y="18046"/>
                  </a:lnTo>
                  <a:lnTo>
                    <a:pt x="940" y="18046"/>
                  </a:lnTo>
                  <a:lnTo>
                    <a:pt x="940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60"/>
            <p:cNvSpPr/>
            <p:nvPr/>
          </p:nvSpPr>
          <p:spPr>
            <a:xfrm>
              <a:off x="9338406" y="2882091"/>
              <a:ext cx="15094" cy="289790"/>
            </a:xfrm>
            <a:custGeom>
              <a:avLst/>
              <a:gdLst/>
              <a:ahLst/>
              <a:cxnLst/>
              <a:rect l="l" t="t" r="r" b="b"/>
              <a:pathLst>
                <a:path w="940" h="18047" extrusionOk="0">
                  <a:moveTo>
                    <a:pt x="1" y="1"/>
                  </a:moveTo>
                  <a:lnTo>
                    <a:pt x="1" y="18046"/>
                  </a:lnTo>
                  <a:lnTo>
                    <a:pt x="939" y="18046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60"/>
            <p:cNvSpPr/>
            <p:nvPr/>
          </p:nvSpPr>
          <p:spPr>
            <a:xfrm>
              <a:off x="9182231" y="2880726"/>
              <a:ext cx="237025" cy="17824"/>
            </a:xfrm>
            <a:custGeom>
              <a:avLst/>
              <a:gdLst/>
              <a:ahLst/>
              <a:cxnLst/>
              <a:rect l="l" t="t" r="r" b="b"/>
              <a:pathLst>
                <a:path w="14761" h="1110" extrusionOk="0">
                  <a:moveTo>
                    <a:pt x="0" y="1"/>
                  </a:moveTo>
                  <a:lnTo>
                    <a:pt x="0" y="299"/>
                  </a:lnTo>
                  <a:cubicBezTo>
                    <a:pt x="0" y="768"/>
                    <a:pt x="384" y="1110"/>
                    <a:pt x="811" y="1110"/>
                  </a:cubicBezTo>
                  <a:lnTo>
                    <a:pt x="13993" y="1110"/>
                  </a:lnTo>
                  <a:cubicBezTo>
                    <a:pt x="14419" y="1110"/>
                    <a:pt x="14761" y="768"/>
                    <a:pt x="14761" y="299"/>
                  </a:cubicBezTo>
                  <a:lnTo>
                    <a:pt x="14761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60"/>
            <p:cNvSpPr/>
            <p:nvPr/>
          </p:nvSpPr>
          <p:spPr>
            <a:xfrm>
              <a:off x="9182231" y="3152676"/>
              <a:ext cx="237025" cy="30172"/>
            </a:xfrm>
            <a:custGeom>
              <a:avLst/>
              <a:gdLst/>
              <a:ahLst/>
              <a:cxnLst/>
              <a:rect l="l" t="t" r="r" b="b"/>
              <a:pathLst>
                <a:path w="14761" h="1879" extrusionOk="0">
                  <a:moveTo>
                    <a:pt x="1024" y="1"/>
                  </a:moveTo>
                  <a:cubicBezTo>
                    <a:pt x="469" y="1"/>
                    <a:pt x="0" y="470"/>
                    <a:pt x="0" y="1025"/>
                  </a:cubicBezTo>
                  <a:lnTo>
                    <a:pt x="0" y="1878"/>
                  </a:lnTo>
                  <a:lnTo>
                    <a:pt x="14761" y="1878"/>
                  </a:lnTo>
                  <a:lnTo>
                    <a:pt x="14761" y="1025"/>
                  </a:lnTo>
                  <a:cubicBezTo>
                    <a:pt x="14761" y="470"/>
                    <a:pt x="14334" y="1"/>
                    <a:pt x="13737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60"/>
            <p:cNvSpPr/>
            <p:nvPr/>
          </p:nvSpPr>
          <p:spPr>
            <a:xfrm>
              <a:off x="9180175" y="2803313"/>
              <a:ext cx="254158" cy="68533"/>
            </a:xfrm>
            <a:custGeom>
              <a:avLst/>
              <a:gdLst/>
              <a:ahLst/>
              <a:cxnLst/>
              <a:rect l="l" t="t" r="r" b="b"/>
              <a:pathLst>
                <a:path w="15828" h="4268" extrusionOk="0">
                  <a:moveTo>
                    <a:pt x="7892" y="1"/>
                  </a:moveTo>
                  <a:cubicBezTo>
                    <a:pt x="3882" y="1"/>
                    <a:pt x="555" y="1835"/>
                    <a:pt x="0" y="4267"/>
                  </a:cubicBezTo>
                  <a:lnTo>
                    <a:pt x="15827" y="4267"/>
                  </a:lnTo>
                  <a:cubicBezTo>
                    <a:pt x="15230" y="1835"/>
                    <a:pt x="11902" y="1"/>
                    <a:pt x="7892" y="1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60"/>
            <p:cNvSpPr/>
            <p:nvPr/>
          </p:nvSpPr>
          <p:spPr>
            <a:xfrm>
              <a:off x="9296624" y="2771118"/>
              <a:ext cx="20570" cy="35648"/>
            </a:xfrm>
            <a:custGeom>
              <a:avLst/>
              <a:gdLst/>
              <a:ahLst/>
              <a:cxnLst/>
              <a:rect l="l" t="t" r="r" b="b"/>
              <a:pathLst>
                <a:path w="1281" h="2220" extrusionOk="0">
                  <a:moveTo>
                    <a:pt x="640" y="1"/>
                  </a:moveTo>
                  <a:cubicBezTo>
                    <a:pt x="320" y="1"/>
                    <a:pt x="0" y="257"/>
                    <a:pt x="0" y="769"/>
                  </a:cubicBezTo>
                  <a:lnTo>
                    <a:pt x="0" y="2219"/>
                  </a:lnTo>
                  <a:lnTo>
                    <a:pt x="1280" y="2219"/>
                  </a:lnTo>
                  <a:lnTo>
                    <a:pt x="1280" y="769"/>
                  </a:lnTo>
                  <a:cubicBezTo>
                    <a:pt x="1280" y="257"/>
                    <a:pt x="960" y="1"/>
                    <a:pt x="640" y="1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60"/>
            <p:cNvSpPr/>
            <p:nvPr/>
          </p:nvSpPr>
          <p:spPr>
            <a:xfrm>
              <a:off x="9141124" y="2856062"/>
              <a:ext cx="319239" cy="28791"/>
            </a:xfrm>
            <a:custGeom>
              <a:avLst/>
              <a:gdLst/>
              <a:ahLst/>
              <a:cxnLst/>
              <a:rect l="l" t="t" r="r" b="b"/>
              <a:pathLst>
                <a:path w="19881" h="1793" extrusionOk="0">
                  <a:moveTo>
                    <a:pt x="1707" y="1"/>
                  </a:moveTo>
                  <a:cubicBezTo>
                    <a:pt x="1" y="1"/>
                    <a:pt x="1" y="1793"/>
                    <a:pt x="1707" y="1793"/>
                  </a:cubicBezTo>
                  <a:lnTo>
                    <a:pt x="18217" y="1793"/>
                  </a:lnTo>
                  <a:cubicBezTo>
                    <a:pt x="19880" y="1793"/>
                    <a:pt x="19880" y="1"/>
                    <a:pt x="18217" y="1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60"/>
            <p:cNvSpPr/>
            <p:nvPr/>
          </p:nvSpPr>
          <p:spPr>
            <a:xfrm>
              <a:off x="9152091" y="3174611"/>
              <a:ext cx="301415" cy="30156"/>
            </a:xfrm>
            <a:custGeom>
              <a:avLst/>
              <a:gdLst/>
              <a:ahLst/>
              <a:cxnLst/>
              <a:rect l="l" t="t" r="r" b="b"/>
              <a:pathLst>
                <a:path w="18771" h="1878" extrusionOk="0">
                  <a:moveTo>
                    <a:pt x="1024" y="0"/>
                  </a:moveTo>
                  <a:cubicBezTo>
                    <a:pt x="0" y="0"/>
                    <a:pt x="0" y="1877"/>
                    <a:pt x="1024" y="1877"/>
                  </a:cubicBezTo>
                  <a:lnTo>
                    <a:pt x="17534" y="1877"/>
                  </a:lnTo>
                  <a:cubicBezTo>
                    <a:pt x="18771" y="1877"/>
                    <a:pt x="18771" y="0"/>
                    <a:pt x="17534" y="0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60"/>
            <p:cNvSpPr/>
            <p:nvPr/>
          </p:nvSpPr>
          <p:spPr>
            <a:xfrm>
              <a:off x="9215101" y="2803281"/>
              <a:ext cx="197989" cy="42584"/>
            </a:xfrm>
            <a:custGeom>
              <a:avLst/>
              <a:gdLst/>
              <a:ahLst/>
              <a:cxnLst/>
              <a:rect l="l" t="t" r="r" b="b"/>
              <a:pathLst>
                <a:path w="12330" h="2652" extrusionOk="0">
                  <a:moveTo>
                    <a:pt x="5486" y="0"/>
                  </a:moveTo>
                  <a:cubicBezTo>
                    <a:pt x="3561" y="0"/>
                    <a:pt x="1683" y="512"/>
                    <a:pt x="1" y="1496"/>
                  </a:cubicBezTo>
                  <a:cubicBezTo>
                    <a:pt x="2270" y="2266"/>
                    <a:pt x="4655" y="2651"/>
                    <a:pt x="7010" y="2651"/>
                  </a:cubicBezTo>
                  <a:cubicBezTo>
                    <a:pt x="7134" y="2651"/>
                    <a:pt x="7257" y="2650"/>
                    <a:pt x="7381" y="2648"/>
                  </a:cubicBezTo>
                  <a:cubicBezTo>
                    <a:pt x="9045" y="2648"/>
                    <a:pt x="10709" y="2477"/>
                    <a:pt x="12330" y="2179"/>
                  </a:cubicBezTo>
                  <a:cubicBezTo>
                    <a:pt x="10879" y="856"/>
                    <a:pt x="8490" y="3"/>
                    <a:pt x="5717" y="3"/>
                  </a:cubicBezTo>
                  <a:cubicBezTo>
                    <a:pt x="5640" y="1"/>
                    <a:pt x="5563" y="0"/>
                    <a:pt x="5486" y="0"/>
                  </a:cubicBezTo>
                  <a:close/>
                </a:path>
              </a:pathLst>
            </a:custGeom>
            <a:solidFill>
              <a:srgbClr val="8C6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60"/>
            <p:cNvSpPr/>
            <p:nvPr/>
          </p:nvSpPr>
          <p:spPr>
            <a:xfrm>
              <a:off x="9150710" y="2856062"/>
              <a:ext cx="300741" cy="14516"/>
            </a:xfrm>
            <a:custGeom>
              <a:avLst/>
              <a:gdLst/>
              <a:ahLst/>
              <a:cxnLst/>
              <a:rect l="l" t="t" r="r" b="b"/>
              <a:pathLst>
                <a:path w="18729" h="904" extrusionOk="0">
                  <a:moveTo>
                    <a:pt x="1110" y="1"/>
                  </a:moveTo>
                  <a:cubicBezTo>
                    <a:pt x="683" y="1"/>
                    <a:pt x="257" y="129"/>
                    <a:pt x="1" y="470"/>
                  </a:cubicBezTo>
                  <a:cubicBezTo>
                    <a:pt x="231" y="738"/>
                    <a:pt x="598" y="903"/>
                    <a:pt x="979" y="903"/>
                  </a:cubicBezTo>
                  <a:cubicBezTo>
                    <a:pt x="1023" y="903"/>
                    <a:pt x="1066" y="901"/>
                    <a:pt x="1110" y="897"/>
                  </a:cubicBezTo>
                  <a:lnTo>
                    <a:pt x="17620" y="897"/>
                  </a:lnTo>
                  <a:cubicBezTo>
                    <a:pt x="17659" y="901"/>
                    <a:pt x="17698" y="903"/>
                    <a:pt x="17738" y="903"/>
                  </a:cubicBezTo>
                  <a:cubicBezTo>
                    <a:pt x="18089" y="903"/>
                    <a:pt x="18461" y="738"/>
                    <a:pt x="18729" y="470"/>
                  </a:cubicBezTo>
                  <a:cubicBezTo>
                    <a:pt x="18430" y="129"/>
                    <a:pt x="18004" y="1"/>
                    <a:pt x="17620" y="1"/>
                  </a:cubicBezTo>
                  <a:close/>
                </a:path>
              </a:pathLst>
            </a:custGeom>
            <a:solidFill>
              <a:srgbClr val="8C6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60"/>
            <p:cNvSpPr/>
            <p:nvPr/>
          </p:nvSpPr>
          <p:spPr>
            <a:xfrm>
              <a:off x="9158257" y="3174498"/>
              <a:ext cx="289083" cy="13826"/>
            </a:xfrm>
            <a:custGeom>
              <a:avLst/>
              <a:gdLst/>
              <a:ahLst/>
              <a:cxnLst/>
              <a:rect l="l" t="t" r="r" b="b"/>
              <a:pathLst>
                <a:path w="18003" h="861" extrusionOk="0">
                  <a:moveTo>
                    <a:pt x="17253" y="1"/>
                  </a:moveTo>
                  <a:cubicBezTo>
                    <a:pt x="17219" y="1"/>
                    <a:pt x="17184" y="3"/>
                    <a:pt x="17150" y="7"/>
                  </a:cubicBezTo>
                  <a:lnTo>
                    <a:pt x="640" y="7"/>
                  </a:lnTo>
                  <a:cubicBezTo>
                    <a:pt x="341" y="7"/>
                    <a:pt x="85" y="178"/>
                    <a:pt x="0" y="434"/>
                  </a:cubicBezTo>
                  <a:cubicBezTo>
                    <a:pt x="85" y="690"/>
                    <a:pt x="341" y="860"/>
                    <a:pt x="640" y="860"/>
                  </a:cubicBezTo>
                  <a:lnTo>
                    <a:pt x="17150" y="860"/>
                  </a:lnTo>
                  <a:cubicBezTo>
                    <a:pt x="17491" y="860"/>
                    <a:pt x="17790" y="690"/>
                    <a:pt x="18003" y="434"/>
                  </a:cubicBezTo>
                  <a:cubicBezTo>
                    <a:pt x="17811" y="166"/>
                    <a:pt x="17551" y="1"/>
                    <a:pt x="17253" y="1"/>
                  </a:cubicBezTo>
                  <a:close/>
                </a:path>
              </a:pathLst>
            </a:custGeom>
            <a:solidFill>
              <a:srgbClr val="8C6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60"/>
            <p:cNvSpPr/>
            <p:nvPr/>
          </p:nvSpPr>
          <p:spPr>
            <a:xfrm>
              <a:off x="9187016" y="3174611"/>
              <a:ext cx="79485" cy="13713"/>
            </a:xfrm>
            <a:custGeom>
              <a:avLst/>
              <a:gdLst/>
              <a:ahLst/>
              <a:cxnLst/>
              <a:rect l="l" t="t" r="r" b="b"/>
              <a:pathLst>
                <a:path w="4950" h="854" extrusionOk="0">
                  <a:moveTo>
                    <a:pt x="214" y="0"/>
                  </a:moveTo>
                  <a:cubicBezTo>
                    <a:pt x="129" y="0"/>
                    <a:pt x="86" y="171"/>
                    <a:pt x="43" y="427"/>
                  </a:cubicBezTo>
                  <a:cubicBezTo>
                    <a:pt x="1" y="640"/>
                    <a:pt x="129" y="853"/>
                    <a:pt x="214" y="853"/>
                  </a:cubicBezTo>
                  <a:lnTo>
                    <a:pt x="4693" y="853"/>
                  </a:lnTo>
                  <a:cubicBezTo>
                    <a:pt x="4821" y="853"/>
                    <a:pt x="4907" y="640"/>
                    <a:pt x="4949" y="427"/>
                  </a:cubicBezTo>
                  <a:cubicBezTo>
                    <a:pt x="4907" y="171"/>
                    <a:pt x="4821" y="0"/>
                    <a:pt x="4693" y="0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60"/>
            <p:cNvSpPr/>
            <p:nvPr/>
          </p:nvSpPr>
          <p:spPr>
            <a:xfrm>
              <a:off x="9277436" y="3031426"/>
              <a:ext cx="40433" cy="80175"/>
            </a:xfrm>
            <a:custGeom>
              <a:avLst/>
              <a:gdLst/>
              <a:ahLst/>
              <a:cxnLst/>
              <a:rect l="l" t="t" r="r" b="b"/>
              <a:pathLst>
                <a:path w="2518" h="4993" extrusionOk="0">
                  <a:moveTo>
                    <a:pt x="2219" y="1"/>
                  </a:moveTo>
                  <a:lnTo>
                    <a:pt x="598" y="172"/>
                  </a:lnTo>
                  <a:cubicBezTo>
                    <a:pt x="385" y="172"/>
                    <a:pt x="214" y="342"/>
                    <a:pt x="172" y="556"/>
                  </a:cubicBezTo>
                  <a:cubicBezTo>
                    <a:pt x="129" y="1665"/>
                    <a:pt x="44" y="2817"/>
                    <a:pt x="1" y="3840"/>
                  </a:cubicBezTo>
                  <a:cubicBezTo>
                    <a:pt x="257" y="4523"/>
                    <a:pt x="641" y="4992"/>
                    <a:pt x="1068" y="4992"/>
                  </a:cubicBezTo>
                  <a:cubicBezTo>
                    <a:pt x="1835" y="4992"/>
                    <a:pt x="2518" y="3371"/>
                    <a:pt x="2518" y="1323"/>
                  </a:cubicBezTo>
                  <a:cubicBezTo>
                    <a:pt x="2518" y="897"/>
                    <a:pt x="2475" y="428"/>
                    <a:pt x="2390" y="1"/>
                  </a:cubicBezTo>
                  <a:close/>
                </a:path>
              </a:pathLst>
            </a:custGeom>
            <a:solidFill>
              <a:srgbClr val="F7D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60"/>
            <p:cNvSpPr/>
            <p:nvPr/>
          </p:nvSpPr>
          <p:spPr>
            <a:xfrm>
              <a:off x="9277436" y="2974582"/>
              <a:ext cx="40433" cy="47900"/>
            </a:xfrm>
            <a:custGeom>
              <a:avLst/>
              <a:gdLst/>
              <a:ahLst/>
              <a:cxnLst/>
              <a:rect l="l" t="t" r="r" b="b"/>
              <a:pathLst>
                <a:path w="2518" h="2983" extrusionOk="0">
                  <a:moveTo>
                    <a:pt x="1409" y="0"/>
                  </a:moveTo>
                  <a:cubicBezTo>
                    <a:pt x="684" y="0"/>
                    <a:pt x="86" y="1024"/>
                    <a:pt x="1" y="2346"/>
                  </a:cubicBezTo>
                  <a:cubicBezTo>
                    <a:pt x="214" y="2645"/>
                    <a:pt x="556" y="2858"/>
                    <a:pt x="940" y="2944"/>
                  </a:cubicBezTo>
                  <a:cubicBezTo>
                    <a:pt x="1039" y="2970"/>
                    <a:pt x="1134" y="2982"/>
                    <a:pt x="1223" y="2982"/>
                  </a:cubicBezTo>
                  <a:cubicBezTo>
                    <a:pt x="2013" y="2982"/>
                    <a:pt x="2403" y="2020"/>
                    <a:pt x="2518" y="1024"/>
                  </a:cubicBezTo>
                  <a:cubicBezTo>
                    <a:pt x="2219" y="384"/>
                    <a:pt x="1835" y="0"/>
                    <a:pt x="1409" y="0"/>
                  </a:cubicBezTo>
                  <a:close/>
                </a:path>
              </a:pathLst>
            </a:custGeom>
            <a:solidFill>
              <a:srgbClr val="FFAD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60"/>
            <p:cNvSpPr/>
            <p:nvPr/>
          </p:nvSpPr>
          <p:spPr>
            <a:xfrm>
              <a:off x="9284983" y="2993065"/>
              <a:ext cx="24680" cy="28582"/>
            </a:xfrm>
            <a:custGeom>
              <a:avLst/>
              <a:gdLst/>
              <a:ahLst/>
              <a:cxnLst/>
              <a:rect l="l" t="t" r="r" b="b"/>
              <a:pathLst>
                <a:path w="1537" h="1780" extrusionOk="0">
                  <a:moveTo>
                    <a:pt x="853" y="1"/>
                  </a:moveTo>
                  <a:cubicBezTo>
                    <a:pt x="427" y="1"/>
                    <a:pt x="86" y="598"/>
                    <a:pt x="0" y="1409"/>
                  </a:cubicBezTo>
                  <a:cubicBezTo>
                    <a:pt x="171" y="1579"/>
                    <a:pt x="384" y="1707"/>
                    <a:pt x="598" y="1750"/>
                  </a:cubicBezTo>
                  <a:cubicBezTo>
                    <a:pt x="667" y="1770"/>
                    <a:pt x="732" y="1779"/>
                    <a:pt x="793" y="1779"/>
                  </a:cubicBezTo>
                  <a:cubicBezTo>
                    <a:pt x="1252" y="1779"/>
                    <a:pt x="1461" y="1239"/>
                    <a:pt x="1536" y="598"/>
                  </a:cubicBezTo>
                  <a:cubicBezTo>
                    <a:pt x="1365" y="214"/>
                    <a:pt x="1152" y="1"/>
                    <a:pt x="853" y="1"/>
                  </a:cubicBezTo>
                  <a:close/>
                </a:path>
              </a:pathLst>
            </a:custGeom>
            <a:solidFill>
              <a:srgbClr val="F2D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60"/>
            <p:cNvSpPr/>
            <p:nvPr/>
          </p:nvSpPr>
          <p:spPr>
            <a:xfrm>
              <a:off x="9278817" y="3075279"/>
              <a:ext cx="26736" cy="19189"/>
            </a:xfrm>
            <a:custGeom>
              <a:avLst/>
              <a:gdLst/>
              <a:ahLst/>
              <a:cxnLst/>
              <a:rect l="l" t="t" r="r" b="b"/>
              <a:pathLst>
                <a:path w="1665" h="1195" extrusionOk="0">
                  <a:moveTo>
                    <a:pt x="0" y="0"/>
                  </a:moveTo>
                  <a:lnTo>
                    <a:pt x="0" y="0"/>
                  </a:lnTo>
                  <a:cubicBezTo>
                    <a:pt x="86" y="683"/>
                    <a:pt x="427" y="1195"/>
                    <a:pt x="854" y="1195"/>
                  </a:cubicBezTo>
                  <a:cubicBezTo>
                    <a:pt x="1237" y="1195"/>
                    <a:pt x="1579" y="726"/>
                    <a:pt x="1664" y="128"/>
                  </a:cubicBezTo>
                  <a:lnTo>
                    <a:pt x="1664" y="128"/>
                  </a:lnTo>
                  <a:cubicBezTo>
                    <a:pt x="1493" y="384"/>
                    <a:pt x="1195" y="555"/>
                    <a:pt x="854" y="555"/>
                  </a:cubicBezTo>
                  <a:cubicBezTo>
                    <a:pt x="512" y="512"/>
                    <a:pt x="171" y="342"/>
                    <a:pt x="0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60"/>
            <p:cNvSpPr/>
            <p:nvPr/>
          </p:nvSpPr>
          <p:spPr>
            <a:xfrm>
              <a:off x="9293879" y="3036918"/>
              <a:ext cx="26045" cy="20586"/>
            </a:xfrm>
            <a:custGeom>
              <a:avLst/>
              <a:gdLst/>
              <a:ahLst/>
              <a:cxnLst/>
              <a:rect l="l" t="t" r="r" b="b"/>
              <a:pathLst>
                <a:path w="1622" h="1282" extrusionOk="0">
                  <a:moveTo>
                    <a:pt x="1579" y="0"/>
                  </a:moveTo>
                  <a:lnTo>
                    <a:pt x="1579" y="0"/>
                  </a:lnTo>
                  <a:cubicBezTo>
                    <a:pt x="1451" y="299"/>
                    <a:pt x="1195" y="555"/>
                    <a:pt x="897" y="726"/>
                  </a:cubicBezTo>
                  <a:cubicBezTo>
                    <a:pt x="802" y="753"/>
                    <a:pt x="699" y="767"/>
                    <a:pt x="596" y="767"/>
                  </a:cubicBezTo>
                  <a:cubicBezTo>
                    <a:pt x="372" y="767"/>
                    <a:pt x="147" y="701"/>
                    <a:pt x="1" y="555"/>
                  </a:cubicBezTo>
                  <a:lnTo>
                    <a:pt x="1" y="555"/>
                  </a:lnTo>
                  <a:cubicBezTo>
                    <a:pt x="141" y="976"/>
                    <a:pt x="455" y="1282"/>
                    <a:pt x="776" y="1282"/>
                  </a:cubicBezTo>
                  <a:cubicBezTo>
                    <a:pt x="845" y="1282"/>
                    <a:pt x="914" y="1268"/>
                    <a:pt x="982" y="1237"/>
                  </a:cubicBezTo>
                  <a:cubicBezTo>
                    <a:pt x="1409" y="981"/>
                    <a:pt x="1622" y="512"/>
                    <a:pt x="1579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60"/>
            <p:cNvSpPr/>
            <p:nvPr/>
          </p:nvSpPr>
          <p:spPr>
            <a:xfrm>
              <a:off x="9208934" y="2856062"/>
              <a:ext cx="85651" cy="14404"/>
            </a:xfrm>
            <a:custGeom>
              <a:avLst/>
              <a:gdLst/>
              <a:ahLst/>
              <a:cxnLst/>
              <a:rect l="l" t="t" r="r" b="b"/>
              <a:pathLst>
                <a:path w="5334" h="897" extrusionOk="0">
                  <a:moveTo>
                    <a:pt x="300" y="1"/>
                  </a:moveTo>
                  <a:cubicBezTo>
                    <a:pt x="129" y="1"/>
                    <a:pt x="44" y="214"/>
                    <a:pt x="1" y="470"/>
                  </a:cubicBezTo>
                  <a:cubicBezTo>
                    <a:pt x="44" y="726"/>
                    <a:pt x="129" y="897"/>
                    <a:pt x="300" y="897"/>
                  </a:cubicBezTo>
                  <a:lnTo>
                    <a:pt x="5035" y="897"/>
                  </a:lnTo>
                  <a:cubicBezTo>
                    <a:pt x="5163" y="897"/>
                    <a:pt x="5291" y="726"/>
                    <a:pt x="5334" y="470"/>
                  </a:cubicBezTo>
                  <a:cubicBezTo>
                    <a:pt x="5291" y="214"/>
                    <a:pt x="5163" y="1"/>
                    <a:pt x="5035" y="1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60"/>
            <p:cNvSpPr/>
            <p:nvPr/>
          </p:nvSpPr>
          <p:spPr>
            <a:xfrm>
              <a:off x="9312377" y="2856062"/>
              <a:ext cx="52765" cy="14404"/>
            </a:xfrm>
            <a:custGeom>
              <a:avLst/>
              <a:gdLst/>
              <a:ahLst/>
              <a:cxnLst/>
              <a:rect l="l" t="t" r="r" b="b"/>
              <a:pathLst>
                <a:path w="3286" h="897" extrusionOk="0">
                  <a:moveTo>
                    <a:pt x="214" y="1"/>
                  </a:moveTo>
                  <a:cubicBezTo>
                    <a:pt x="129" y="1"/>
                    <a:pt x="86" y="214"/>
                    <a:pt x="43" y="470"/>
                  </a:cubicBezTo>
                  <a:cubicBezTo>
                    <a:pt x="1" y="726"/>
                    <a:pt x="129" y="897"/>
                    <a:pt x="214" y="897"/>
                  </a:cubicBezTo>
                  <a:lnTo>
                    <a:pt x="3072" y="897"/>
                  </a:lnTo>
                  <a:cubicBezTo>
                    <a:pt x="3158" y="897"/>
                    <a:pt x="3243" y="726"/>
                    <a:pt x="3243" y="470"/>
                  </a:cubicBezTo>
                  <a:cubicBezTo>
                    <a:pt x="3286" y="214"/>
                    <a:pt x="3158" y="1"/>
                    <a:pt x="3072" y="1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60"/>
            <p:cNvSpPr/>
            <p:nvPr/>
          </p:nvSpPr>
          <p:spPr>
            <a:xfrm>
              <a:off x="9339097" y="2819499"/>
              <a:ext cx="47289" cy="17422"/>
            </a:xfrm>
            <a:custGeom>
              <a:avLst/>
              <a:gdLst/>
              <a:ahLst/>
              <a:cxnLst/>
              <a:rect l="l" t="t" r="r" b="b"/>
              <a:pathLst>
                <a:path w="2945" h="1085" extrusionOk="0">
                  <a:moveTo>
                    <a:pt x="845" y="1"/>
                  </a:moveTo>
                  <a:cubicBezTo>
                    <a:pt x="387" y="1"/>
                    <a:pt x="73" y="96"/>
                    <a:pt x="43" y="273"/>
                  </a:cubicBezTo>
                  <a:cubicBezTo>
                    <a:pt x="0" y="529"/>
                    <a:pt x="555" y="870"/>
                    <a:pt x="1366" y="998"/>
                  </a:cubicBezTo>
                  <a:cubicBezTo>
                    <a:pt x="1644" y="1057"/>
                    <a:pt x="1907" y="1085"/>
                    <a:pt x="2134" y="1085"/>
                  </a:cubicBezTo>
                  <a:cubicBezTo>
                    <a:pt x="2569" y="1085"/>
                    <a:pt x="2873" y="981"/>
                    <a:pt x="2901" y="785"/>
                  </a:cubicBezTo>
                  <a:cubicBezTo>
                    <a:pt x="2944" y="529"/>
                    <a:pt x="2347" y="230"/>
                    <a:pt x="1536" y="59"/>
                  </a:cubicBezTo>
                  <a:cubicBezTo>
                    <a:pt x="1285" y="20"/>
                    <a:pt x="1051" y="1"/>
                    <a:pt x="845" y="1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60"/>
            <p:cNvSpPr/>
            <p:nvPr/>
          </p:nvSpPr>
          <p:spPr>
            <a:xfrm>
              <a:off x="9306901" y="2808805"/>
              <a:ext cx="30846" cy="10293"/>
            </a:xfrm>
            <a:custGeom>
              <a:avLst/>
              <a:gdLst/>
              <a:ahLst/>
              <a:cxnLst/>
              <a:rect l="l" t="t" r="r" b="b"/>
              <a:pathLst>
                <a:path w="1921" h="641" extrusionOk="0">
                  <a:moveTo>
                    <a:pt x="939" y="0"/>
                  </a:moveTo>
                  <a:cubicBezTo>
                    <a:pt x="384" y="0"/>
                    <a:pt x="0" y="171"/>
                    <a:pt x="0" y="342"/>
                  </a:cubicBezTo>
                  <a:cubicBezTo>
                    <a:pt x="0" y="512"/>
                    <a:pt x="427" y="640"/>
                    <a:pt x="939" y="640"/>
                  </a:cubicBezTo>
                  <a:cubicBezTo>
                    <a:pt x="1494" y="640"/>
                    <a:pt x="1920" y="469"/>
                    <a:pt x="1920" y="299"/>
                  </a:cubicBezTo>
                  <a:cubicBezTo>
                    <a:pt x="1920" y="128"/>
                    <a:pt x="1451" y="0"/>
                    <a:pt x="939" y="0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55" name="Google Shape;2055;p60"/>
          <p:cNvGrpSpPr/>
          <p:nvPr/>
        </p:nvGrpSpPr>
        <p:grpSpPr>
          <a:xfrm>
            <a:off x="6596730" y="4103536"/>
            <a:ext cx="795165" cy="401643"/>
            <a:chOff x="760658" y="4632187"/>
            <a:chExt cx="795165" cy="401643"/>
          </a:xfrm>
        </p:grpSpPr>
        <p:sp>
          <p:nvSpPr>
            <p:cNvPr id="2056" name="Google Shape;2056;p60"/>
            <p:cNvSpPr/>
            <p:nvPr/>
          </p:nvSpPr>
          <p:spPr>
            <a:xfrm>
              <a:off x="932345" y="4784242"/>
              <a:ext cx="301263" cy="21157"/>
            </a:xfrm>
            <a:custGeom>
              <a:avLst/>
              <a:gdLst/>
              <a:ahLst/>
              <a:cxnLst/>
              <a:rect l="l" t="t" r="r" b="b"/>
              <a:pathLst>
                <a:path w="4343" h="305" extrusionOk="0">
                  <a:moveTo>
                    <a:pt x="85" y="0"/>
                  </a:moveTo>
                  <a:cubicBezTo>
                    <a:pt x="43" y="0"/>
                    <a:pt x="1" y="63"/>
                    <a:pt x="1" y="147"/>
                  </a:cubicBezTo>
                  <a:cubicBezTo>
                    <a:pt x="1" y="231"/>
                    <a:pt x="43" y="304"/>
                    <a:pt x="85" y="304"/>
                  </a:cubicBezTo>
                  <a:lnTo>
                    <a:pt x="4342" y="304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7" name="Google Shape;2057;p60"/>
            <p:cNvGrpSpPr/>
            <p:nvPr/>
          </p:nvGrpSpPr>
          <p:grpSpPr>
            <a:xfrm>
              <a:off x="932345" y="4632187"/>
              <a:ext cx="623479" cy="173211"/>
              <a:chOff x="932345" y="4632187"/>
              <a:chExt cx="623479" cy="173211"/>
            </a:xfrm>
          </p:grpSpPr>
          <p:sp>
            <p:nvSpPr>
              <p:cNvPr id="2058" name="Google Shape;2058;p60"/>
              <p:cNvSpPr/>
              <p:nvPr/>
            </p:nvSpPr>
            <p:spPr>
              <a:xfrm>
                <a:off x="949826" y="4642384"/>
                <a:ext cx="312847" cy="153510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2213" extrusionOk="0">
                    <a:moveTo>
                      <a:pt x="0" y="0"/>
                    </a:moveTo>
                    <a:cubicBezTo>
                      <a:pt x="483" y="588"/>
                      <a:pt x="462" y="1657"/>
                      <a:pt x="0" y="2213"/>
                    </a:cubicBezTo>
                    <a:lnTo>
                      <a:pt x="4237" y="2213"/>
                    </a:lnTo>
                    <a:cubicBezTo>
                      <a:pt x="4510" y="2213"/>
                      <a:pt x="4510" y="0"/>
                      <a:pt x="4237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60"/>
              <p:cNvSpPr/>
              <p:nvPr/>
            </p:nvSpPr>
            <p:spPr>
              <a:xfrm>
                <a:off x="1194974" y="4632187"/>
                <a:ext cx="360850" cy="173211"/>
              </a:xfrm>
              <a:custGeom>
                <a:avLst/>
                <a:gdLst/>
                <a:ahLst/>
                <a:cxnLst/>
                <a:rect l="l" t="t" r="r" b="b"/>
                <a:pathLst>
                  <a:path w="5202" h="2497" extrusionOk="0">
                    <a:moveTo>
                      <a:pt x="126" y="1"/>
                    </a:moveTo>
                    <a:cubicBezTo>
                      <a:pt x="53" y="1"/>
                      <a:pt x="0" y="74"/>
                      <a:pt x="11" y="147"/>
                    </a:cubicBezTo>
                    <a:cubicBezTo>
                      <a:pt x="0" y="221"/>
                      <a:pt x="53" y="284"/>
                      <a:pt x="126" y="294"/>
                    </a:cubicBezTo>
                    <a:lnTo>
                      <a:pt x="262" y="294"/>
                    </a:lnTo>
                    <a:cubicBezTo>
                      <a:pt x="619" y="294"/>
                      <a:pt x="619" y="2192"/>
                      <a:pt x="262" y="2192"/>
                    </a:cubicBezTo>
                    <a:lnTo>
                      <a:pt x="126" y="2192"/>
                    </a:lnTo>
                    <a:cubicBezTo>
                      <a:pt x="53" y="2203"/>
                      <a:pt x="0" y="2266"/>
                      <a:pt x="11" y="2339"/>
                    </a:cubicBezTo>
                    <a:cubicBezTo>
                      <a:pt x="0" y="2412"/>
                      <a:pt x="53" y="2486"/>
                      <a:pt x="126" y="2496"/>
                    </a:cubicBezTo>
                    <a:lnTo>
                      <a:pt x="4258" y="2496"/>
                    </a:lnTo>
                    <a:cubicBezTo>
                      <a:pt x="5202" y="2496"/>
                      <a:pt x="5202" y="1"/>
                      <a:pt x="42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60"/>
              <p:cNvSpPr/>
              <p:nvPr/>
            </p:nvSpPr>
            <p:spPr>
              <a:xfrm>
                <a:off x="932345" y="4632187"/>
                <a:ext cx="301263" cy="20463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295" extrusionOk="0">
                    <a:moveTo>
                      <a:pt x="85" y="1"/>
                    </a:moveTo>
                    <a:cubicBezTo>
                      <a:pt x="43" y="1"/>
                      <a:pt x="1" y="63"/>
                      <a:pt x="1" y="147"/>
                    </a:cubicBezTo>
                    <a:cubicBezTo>
                      <a:pt x="1" y="231"/>
                      <a:pt x="43" y="294"/>
                      <a:pt x="85" y="294"/>
                    </a:cubicBezTo>
                    <a:lnTo>
                      <a:pt x="4342" y="294"/>
                    </a:lnTo>
                    <a:lnTo>
                      <a:pt x="434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60"/>
              <p:cNvSpPr/>
              <p:nvPr/>
            </p:nvSpPr>
            <p:spPr>
              <a:xfrm>
                <a:off x="963630" y="4696214"/>
                <a:ext cx="211016" cy="79773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1150" extrusionOk="0">
                    <a:moveTo>
                      <a:pt x="127" y="0"/>
                    </a:moveTo>
                    <a:cubicBezTo>
                      <a:pt x="189" y="367"/>
                      <a:pt x="147" y="745"/>
                      <a:pt x="1" y="1091"/>
                    </a:cubicBezTo>
                    <a:lnTo>
                      <a:pt x="231" y="1112"/>
                    </a:lnTo>
                    <a:cubicBezTo>
                      <a:pt x="570" y="1138"/>
                      <a:pt x="896" y="1150"/>
                      <a:pt x="1197" y="1150"/>
                    </a:cubicBezTo>
                    <a:cubicBezTo>
                      <a:pt x="2247" y="1150"/>
                      <a:pt x="3004" y="1002"/>
                      <a:pt x="3021" y="766"/>
                    </a:cubicBezTo>
                    <a:cubicBezTo>
                      <a:pt x="3042" y="462"/>
                      <a:pt x="1836" y="126"/>
                      <a:pt x="315" y="11"/>
                    </a:cubicBez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60"/>
              <p:cNvSpPr/>
              <p:nvPr/>
            </p:nvSpPr>
            <p:spPr>
              <a:xfrm>
                <a:off x="1043681" y="4671449"/>
                <a:ext cx="157187" cy="6659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96" extrusionOk="0">
                    <a:moveTo>
                      <a:pt x="1133" y="1"/>
                    </a:moveTo>
                    <a:cubicBezTo>
                      <a:pt x="504" y="1"/>
                      <a:pt x="0" y="22"/>
                      <a:pt x="0" y="53"/>
                    </a:cubicBezTo>
                    <a:cubicBezTo>
                      <a:pt x="0" y="74"/>
                      <a:pt x="504" y="95"/>
                      <a:pt x="1133" y="95"/>
                    </a:cubicBezTo>
                    <a:cubicBezTo>
                      <a:pt x="1751" y="95"/>
                      <a:pt x="2265" y="74"/>
                      <a:pt x="2265" y="53"/>
                    </a:cubicBezTo>
                    <a:cubicBezTo>
                      <a:pt x="2265" y="22"/>
                      <a:pt x="1751" y="1"/>
                      <a:pt x="1133" y="1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60"/>
              <p:cNvSpPr/>
              <p:nvPr/>
            </p:nvSpPr>
            <p:spPr>
              <a:xfrm>
                <a:off x="1008026" y="4730413"/>
                <a:ext cx="203039" cy="4440"/>
              </a:xfrm>
              <a:custGeom>
                <a:avLst/>
                <a:gdLst/>
                <a:ahLst/>
                <a:cxnLst/>
                <a:rect l="l" t="t" r="r" b="b"/>
                <a:pathLst>
                  <a:path w="2927" h="64" extrusionOk="0">
                    <a:moveTo>
                      <a:pt x="1458" y="0"/>
                    </a:moveTo>
                    <a:cubicBezTo>
                      <a:pt x="650" y="0"/>
                      <a:pt x="0" y="11"/>
                      <a:pt x="0" y="32"/>
                    </a:cubicBezTo>
                    <a:cubicBezTo>
                      <a:pt x="0" y="42"/>
                      <a:pt x="650" y="63"/>
                      <a:pt x="1458" y="63"/>
                    </a:cubicBezTo>
                    <a:cubicBezTo>
                      <a:pt x="2265" y="63"/>
                      <a:pt x="2926" y="42"/>
                      <a:pt x="2926" y="32"/>
                    </a:cubicBezTo>
                    <a:cubicBezTo>
                      <a:pt x="2926" y="11"/>
                      <a:pt x="2265" y="0"/>
                      <a:pt x="1458" y="0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64" name="Google Shape;2064;p60"/>
            <p:cNvSpPr/>
            <p:nvPr/>
          </p:nvSpPr>
          <p:spPr>
            <a:xfrm>
              <a:off x="760658" y="4803874"/>
              <a:ext cx="271435" cy="17550"/>
            </a:xfrm>
            <a:custGeom>
              <a:avLst/>
              <a:gdLst/>
              <a:ahLst/>
              <a:cxnLst/>
              <a:rect l="l" t="t" r="r" b="b"/>
              <a:pathLst>
                <a:path w="3913" h="253" extrusionOk="0">
                  <a:moveTo>
                    <a:pt x="116" y="0"/>
                  </a:moveTo>
                  <a:cubicBezTo>
                    <a:pt x="1" y="42"/>
                    <a:pt x="1" y="210"/>
                    <a:pt x="116" y="252"/>
                  </a:cubicBezTo>
                  <a:lnTo>
                    <a:pt x="3912" y="252"/>
                  </a:ln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5" name="Google Shape;2065;p60"/>
            <p:cNvGrpSpPr/>
            <p:nvPr/>
          </p:nvGrpSpPr>
          <p:grpSpPr>
            <a:xfrm>
              <a:off x="760658" y="4803874"/>
              <a:ext cx="700615" cy="229956"/>
              <a:chOff x="760658" y="4803874"/>
              <a:chExt cx="700615" cy="229956"/>
            </a:xfrm>
          </p:grpSpPr>
          <p:sp>
            <p:nvSpPr>
              <p:cNvPr id="2066" name="Google Shape;2066;p60"/>
              <p:cNvSpPr/>
              <p:nvPr/>
            </p:nvSpPr>
            <p:spPr>
              <a:xfrm>
                <a:off x="786186" y="4821355"/>
                <a:ext cx="283019" cy="200819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2895" extrusionOk="0">
                    <a:moveTo>
                      <a:pt x="0" y="0"/>
                    </a:moveTo>
                    <a:cubicBezTo>
                      <a:pt x="325" y="923"/>
                      <a:pt x="262" y="1898"/>
                      <a:pt x="0" y="2894"/>
                    </a:cubicBezTo>
                    <a:lnTo>
                      <a:pt x="3775" y="2894"/>
                    </a:lnTo>
                    <a:cubicBezTo>
                      <a:pt x="3776" y="2894"/>
                      <a:pt x="3776" y="2894"/>
                      <a:pt x="3777" y="2894"/>
                    </a:cubicBezTo>
                    <a:cubicBezTo>
                      <a:pt x="4079" y="2894"/>
                      <a:pt x="4079" y="0"/>
                      <a:pt x="3775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60"/>
              <p:cNvSpPr/>
              <p:nvPr/>
            </p:nvSpPr>
            <p:spPr>
              <a:xfrm>
                <a:off x="781052" y="4812614"/>
                <a:ext cx="283019" cy="213166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3073" extrusionOk="0">
                    <a:moveTo>
                      <a:pt x="1" y="0"/>
                    </a:moveTo>
                    <a:cubicBezTo>
                      <a:pt x="126" y="294"/>
                      <a:pt x="221" y="598"/>
                      <a:pt x="263" y="913"/>
                    </a:cubicBezTo>
                    <a:cubicBezTo>
                      <a:pt x="1825" y="1122"/>
                      <a:pt x="3000" y="1668"/>
                      <a:pt x="2947" y="2181"/>
                    </a:cubicBezTo>
                    <a:cubicBezTo>
                      <a:pt x="2901" y="2642"/>
                      <a:pt x="1925" y="2932"/>
                      <a:pt x="622" y="2932"/>
                    </a:cubicBezTo>
                    <a:cubicBezTo>
                      <a:pt x="442" y="2932"/>
                      <a:pt x="255" y="2927"/>
                      <a:pt x="64" y="2915"/>
                    </a:cubicBezTo>
                    <a:cubicBezTo>
                      <a:pt x="53" y="2968"/>
                      <a:pt x="32" y="3020"/>
                      <a:pt x="11" y="3073"/>
                    </a:cubicBezTo>
                    <a:lnTo>
                      <a:pt x="3786" y="3073"/>
                    </a:lnTo>
                    <a:cubicBezTo>
                      <a:pt x="4080" y="3073"/>
                      <a:pt x="4080" y="0"/>
                      <a:pt x="3776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60"/>
              <p:cNvSpPr/>
              <p:nvPr/>
            </p:nvSpPr>
            <p:spPr>
              <a:xfrm>
                <a:off x="989088" y="4803874"/>
                <a:ext cx="472185" cy="229953"/>
              </a:xfrm>
              <a:custGeom>
                <a:avLst/>
                <a:gdLst/>
                <a:ahLst/>
                <a:cxnLst/>
                <a:rect l="l" t="t" r="r" b="b"/>
                <a:pathLst>
                  <a:path w="6807" h="3315" extrusionOk="0">
                    <a:moveTo>
                      <a:pt x="137" y="0"/>
                    </a:moveTo>
                    <a:cubicBezTo>
                      <a:pt x="64" y="0"/>
                      <a:pt x="1" y="53"/>
                      <a:pt x="1" y="126"/>
                    </a:cubicBezTo>
                    <a:cubicBezTo>
                      <a:pt x="1" y="200"/>
                      <a:pt x="64" y="252"/>
                      <a:pt x="137" y="252"/>
                    </a:cubicBezTo>
                    <a:lnTo>
                      <a:pt x="284" y="252"/>
                    </a:lnTo>
                    <a:cubicBezTo>
                      <a:pt x="693" y="252"/>
                      <a:pt x="693" y="3062"/>
                      <a:pt x="284" y="3062"/>
                    </a:cubicBezTo>
                    <a:lnTo>
                      <a:pt x="137" y="3062"/>
                    </a:lnTo>
                    <a:cubicBezTo>
                      <a:pt x="64" y="3062"/>
                      <a:pt x="1" y="3115"/>
                      <a:pt x="1" y="3188"/>
                    </a:cubicBezTo>
                    <a:cubicBezTo>
                      <a:pt x="1" y="3262"/>
                      <a:pt x="64" y="3314"/>
                      <a:pt x="137" y="3314"/>
                    </a:cubicBezTo>
                    <a:lnTo>
                      <a:pt x="5737" y="3314"/>
                    </a:lnTo>
                    <a:cubicBezTo>
                      <a:pt x="6806" y="3304"/>
                      <a:pt x="6806" y="0"/>
                      <a:pt x="57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60"/>
              <p:cNvSpPr/>
              <p:nvPr/>
            </p:nvSpPr>
            <p:spPr>
              <a:xfrm>
                <a:off x="761421" y="5016280"/>
                <a:ext cx="270672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02" h="253" extrusionOk="0">
                    <a:moveTo>
                      <a:pt x="105" y="0"/>
                    </a:moveTo>
                    <a:cubicBezTo>
                      <a:pt x="42" y="0"/>
                      <a:pt x="0" y="63"/>
                      <a:pt x="11" y="126"/>
                    </a:cubicBezTo>
                    <a:cubicBezTo>
                      <a:pt x="0" y="189"/>
                      <a:pt x="42" y="242"/>
                      <a:pt x="105" y="252"/>
                    </a:cubicBezTo>
                    <a:lnTo>
                      <a:pt x="3901" y="252"/>
                    </a:lnTo>
                    <a:lnTo>
                      <a:pt x="390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60"/>
              <p:cNvSpPr/>
              <p:nvPr/>
            </p:nvSpPr>
            <p:spPr>
              <a:xfrm>
                <a:off x="760658" y="4803874"/>
                <a:ext cx="483838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6975" h="2161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577" y="252"/>
                    </a:lnTo>
                    <a:cubicBezTo>
                      <a:pt x="3828" y="252"/>
                      <a:pt x="3933" y="1343"/>
                      <a:pt x="3870" y="2161"/>
                    </a:cubicBezTo>
                    <a:cubicBezTo>
                      <a:pt x="5045" y="1888"/>
                      <a:pt x="6094" y="1206"/>
                      <a:pt x="6807" y="231"/>
                    </a:cubicBezTo>
                    <a:cubicBezTo>
                      <a:pt x="6870" y="158"/>
                      <a:pt x="6922" y="74"/>
                      <a:pt x="69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60"/>
              <p:cNvSpPr/>
              <p:nvPr/>
            </p:nvSpPr>
            <p:spPr>
              <a:xfrm>
                <a:off x="1072053" y="4857704"/>
                <a:ext cx="48072" cy="122295"/>
              </a:xfrm>
              <a:custGeom>
                <a:avLst/>
                <a:gdLst/>
                <a:ahLst/>
                <a:cxnLst/>
                <a:rect l="l" t="t" r="r" b="b"/>
                <a:pathLst>
                  <a:path w="693" h="1763" extrusionOk="0">
                    <a:moveTo>
                      <a:pt x="0" y="0"/>
                    </a:moveTo>
                    <a:cubicBezTo>
                      <a:pt x="84" y="0"/>
                      <a:pt x="84" y="1762"/>
                      <a:pt x="0" y="1762"/>
                    </a:cubicBezTo>
                    <a:lnTo>
                      <a:pt x="598" y="1762"/>
                    </a:lnTo>
                    <a:cubicBezTo>
                      <a:pt x="692" y="1762"/>
                      <a:pt x="692" y="0"/>
                      <a:pt x="59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60"/>
              <p:cNvSpPr/>
              <p:nvPr/>
            </p:nvSpPr>
            <p:spPr>
              <a:xfrm>
                <a:off x="1138230" y="4878792"/>
                <a:ext cx="31354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154" extrusionOk="0">
                    <a:moveTo>
                      <a:pt x="0" y="0"/>
                    </a:moveTo>
                    <a:cubicBezTo>
                      <a:pt x="53" y="0"/>
                      <a:pt x="53" y="1154"/>
                      <a:pt x="0" y="1154"/>
                    </a:cubicBezTo>
                    <a:lnTo>
                      <a:pt x="388" y="1154"/>
                    </a:lnTo>
                    <a:cubicBezTo>
                      <a:pt x="451" y="1154"/>
                      <a:pt x="451" y="0"/>
                      <a:pt x="38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73" name="Google Shape;2073;p60"/>
          <p:cNvGrpSpPr/>
          <p:nvPr/>
        </p:nvGrpSpPr>
        <p:grpSpPr>
          <a:xfrm flipH="1">
            <a:off x="5161963" y="852042"/>
            <a:ext cx="3268775" cy="380199"/>
            <a:chOff x="975489" y="863689"/>
            <a:chExt cx="3268775" cy="380199"/>
          </a:xfrm>
        </p:grpSpPr>
        <p:grpSp>
          <p:nvGrpSpPr>
            <p:cNvPr id="2074" name="Google Shape;2074;p60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2075" name="Google Shape;2075;p60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60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60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60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60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60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60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60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60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60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60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60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60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60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60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60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60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60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60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60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60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60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60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60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60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60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60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60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60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60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60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60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60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60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60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60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60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60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60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60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60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60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60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60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60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60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60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60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60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60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60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60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60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60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60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60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60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60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60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60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60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60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60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60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60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60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60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60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60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60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60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60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60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60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60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60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60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60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60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60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60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60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60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60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60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60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60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60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60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60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60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60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60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60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60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60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60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60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60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60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60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60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60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60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60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60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81" name="Google Shape;2181;p60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60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60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60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60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60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60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60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60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60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1" name="Google Shape;2191;p60"/>
          <p:cNvSpPr/>
          <p:nvPr/>
        </p:nvSpPr>
        <p:spPr>
          <a:xfrm>
            <a:off x="8550" y="122977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2" name="Google Shape;2192;p60"/>
          <p:cNvGrpSpPr/>
          <p:nvPr/>
        </p:nvGrpSpPr>
        <p:grpSpPr>
          <a:xfrm flipH="1">
            <a:off x="1752105" y="4101620"/>
            <a:ext cx="795165" cy="401643"/>
            <a:chOff x="760658" y="4632187"/>
            <a:chExt cx="795165" cy="401643"/>
          </a:xfrm>
        </p:grpSpPr>
        <p:sp>
          <p:nvSpPr>
            <p:cNvPr id="2193" name="Google Shape;2193;p60"/>
            <p:cNvSpPr/>
            <p:nvPr/>
          </p:nvSpPr>
          <p:spPr>
            <a:xfrm>
              <a:off x="932345" y="4784242"/>
              <a:ext cx="301263" cy="21157"/>
            </a:xfrm>
            <a:custGeom>
              <a:avLst/>
              <a:gdLst/>
              <a:ahLst/>
              <a:cxnLst/>
              <a:rect l="l" t="t" r="r" b="b"/>
              <a:pathLst>
                <a:path w="4343" h="305" extrusionOk="0">
                  <a:moveTo>
                    <a:pt x="85" y="0"/>
                  </a:moveTo>
                  <a:cubicBezTo>
                    <a:pt x="43" y="0"/>
                    <a:pt x="1" y="63"/>
                    <a:pt x="1" y="147"/>
                  </a:cubicBezTo>
                  <a:cubicBezTo>
                    <a:pt x="1" y="231"/>
                    <a:pt x="43" y="304"/>
                    <a:pt x="85" y="304"/>
                  </a:cubicBezTo>
                  <a:lnTo>
                    <a:pt x="4342" y="304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4" name="Google Shape;2194;p60"/>
            <p:cNvGrpSpPr/>
            <p:nvPr/>
          </p:nvGrpSpPr>
          <p:grpSpPr>
            <a:xfrm>
              <a:off x="932345" y="4632187"/>
              <a:ext cx="623479" cy="173211"/>
              <a:chOff x="932345" y="4632187"/>
              <a:chExt cx="623479" cy="173211"/>
            </a:xfrm>
          </p:grpSpPr>
          <p:sp>
            <p:nvSpPr>
              <p:cNvPr id="2195" name="Google Shape;2195;p60"/>
              <p:cNvSpPr/>
              <p:nvPr/>
            </p:nvSpPr>
            <p:spPr>
              <a:xfrm>
                <a:off x="949826" y="4642384"/>
                <a:ext cx="312847" cy="153510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2213" extrusionOk="0">
                    <a:moveTo>
                      <a:pt x="0" y="0"/>
                    </a:moveTo>
                    <a:cubicBezTo>
                      <a:pt x="483" y="588"/>
                      <a:pt x="462" y="1657"/>
                      <a:pt x="0" y="2213"/>
                    </a:cubicBezTo>
                    <a:lnTo>
                      <a:pt x="4237" y="2213"/>
                    </a:lnTo>
                    <a:cubicBezTo>
                      <a:pt x="4510" y="2213"/>
                      <a:pt x="4510" y="0"/>
                      <a:pt x="4237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60"/>
              <p:cNvSpPr/>
              <p:nvPr/>
            </p:nvSpPr>
            <p:spPr>
              <a:xfrm>
                <a:off x="1194974" y="4632187"/>
                <a:ext cx="360850" cy="173211"/>
              </a:xfrm>
              <a:custGeom>
                <a:avLst/>
                <a:gdLst/>
                <a:ahLst/>
                <a:cxnLst/>
                <a:rect l="l" t="t" r="r" b="b"/>
                <a:pathLst>
                  <a:path w="5202" h="2497" extrusionOk="0">
                    <a:moveTo>
                      <a:pt x="126" y="1"/>
                    </a:moveTo>
                    <a:cubicBezTo>
                      <a:pt x="53" y="1"/>
                      <a:pt x="0" y="74"/>
                      <a:pt x="11" y="147"/>
                    </a:cubicBezTo>
                    <a:cubicBezTo>
                      <a:pt x="0" y="221"/>
                      <a:pt x="53" y="284"/>
                      <a:pt x="126" y="294"/>
                    </a:cubicBezTo>
                    <a:lnTo>
                      <a:pt x="262" y="294"/>
                    </a:lnTo>
                    <a:cubicBezTo>
                      <a:pt x="619" y="294"/>
                      <a:pt x="619" y="2192"/>
                      <a:pt x="262" y="2192"/>
                    </a:cubicBezTo>
                    <a:lnTo>
                      <a:pt x="126" y="2192"/>
                    </a:lnTo>
                    <a:cubicBezTo>
                      <a:pt x="53" y="2203"/>
                      <a:pt x="0" y="2266"/>
                      <a:pt x="11" y="2339"/>
                    </a:cubicBezTo>
                    <a:cubicBezTo>
                      <a:pt x="0" y="2412"/>
                      <a:pt x="53" y="2486"/>
                      <a:pt x="126" y="2496"/>
                    </a:cubicBezTo>
                    <a:lnTo>
                      <a:pt x="4258" y="2496"/>
                    </a:lnTo>
                    <a:cubicBezTo>
                      <a:pt x="5202" y="2496"/>
                      <a:pt x="5202" y="1"/>
                      <a:pt x="42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60"/>
              <p:cNvSpPr/>
              <p:nvPr/>
            </p:nvSpPr>
            <p:spPr>
              <a:xfrm>
                <a:off x="932345" y="4632187"/>
                <a:ext cx="301263" cy="20463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295" extrusionOk="0">
                    <a:moveTo>
                      <a:pt x="85" y="1"/>
                    </a:moveTo>
                    <a:cubicBezTo>
                      <a:pt x="43" y="1"/>
                      <a:pt x="1" y="63"/>
                      <a:pt x="1" y="147"/>
                    </a:cubicBezTo>
                    <a:cubicBezTo>
                      <a:pt x="1" y="231"/>
                      <a:pt x="43" y="294"/>
                      <a:pt x="85" y="294"/>
                    </a:cubicBezTo>
                    <a:lnTo>
                      <a:pt x="4342" y="294"/>
                    </a:lnTo>
                    <a:lnTo>
                      <a:pt x="434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60"/>
              <p:cNvSpPr/>
              <p:nvPr/>
            </p:nvSpPr>
            <p:spPr>
              <a:xfrm>
                <a:off x="963630" y="4696214"/>
                <a:ext cx="211016" cy="79773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1150" extrusionOk="0">
                    <a:moveTo>
                      <a:pt x="127" y="0"/>
                    </a:moveTo>
                    <a:cubicBezTo>
                      <a:pt x="189" y="367"/>
                      <a:pt x="147" y="745"/>
                      <a:pt x="1" y="1091"/>
                    </a:cubicBezTo>
                    <a:lnTo>
                      <a:pt x="231" y="1112"/>
                    </a:lnTo>
                    <a:cubicBezTo>
                      <a:pt x="570" y="1138"/>
                      <a:pt x="896" y="1150"/>
                      <a:pt x="1197" y="1150"/>
                    </a:cubicBezTo>
                    <a:cubicBezTo>
                      <a:pt x="2247" y="1150"/>
                      <a:pt x="3004" y="1002"/>
                      <a:pt x="3021" y="766"/>
                    </a:cubicBezTo>
                    <a:cubicBezTo>
                      <a:pt x="3042" y="462"/>
                      <a:pt x="1836" y="126"/>
                      <a:pt x="315" y="11"/>
                    </a:cubicBez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60"/>
              <p:cNvSpPr/>
              <p:nvPr/>
            </p:nvSpPr>
            <p:spPr>
              <a:xfrm>
                <a:off x="1043681" y="4671449"/>
                <a:ext cx="157187" cy="6659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96" extrusionOk="0">
                    <a:moveTo>
                      <a:pt x="1133" y="1"/>
                    </a:moveTo>
                    <a:cubicBezTo>
                      <a:pt x="504" y="1"/>
                      <a:pt x="0" y="22"/>
                      <a:pt x="0" y="53"/>
                    </a:cubicBezTo>
                    <a:cubicBezTo>
                      <a:pt x="0" y="74"/>
                      <a:pt x="504" y="95"/>
                      <a:pt x="1133" y="95"/>
                    </a:cubicBezTo>
                    <a:cubicBezTo>
                      <a:pt x="1751" y="95"/>
                      <a:pt x="2265" y="74"/>
                      <a:pt x="2265" y="53"/>
                    </a:cubicBezTo>
                    <a:cubicBezTo>
                      <a:pt x="2265" y="22"/>
                      <a:pt x="1751" y="1"/>
                      <a:pt x="1133" y="1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60"/>
              <p:cNvSpPr/>
              <p:nvPr/>
            </p:nvSpPr>
            <p:spPr>
              <a:xfrm>
                <a:off x="1008026" y="4730413"/>
                <a:ext cx="203039" cy="4440"/>
              </a:xfrm>
              <a:custGeom>
                <a:avLst/>
                <a:gdLst/>
                <a:ahLst/>
                <a:cxnLst/>
                <a:rect l="l" t="t" r="r" b="b"/>
                <a:pathLst>
                  <a:path w="2927" h="64" extrusionOk="0">
                    <a:moveTo>
                      <a:pt x="1458" y="0"/>
                    </a:moveTo>
                    <a:cubicBezTo>
                      <a:pt x="650" y="0"/>
                      <a:pt x="0" y="11"/>
                      <a:pt x="0" y="32"/>
                    </a:cubicBezTo>
                    <a:cubicBezTo>
                      <a:pt x="0" y="42"/>
                      <a:pt x="650" y="63"/>
                      <a:pt x="1458" y="63"/>
                    </a:cubicBezTo>
                    <a:cubicBezTo>
                      <a:pt x="2265" y="63"/>
                      <a:pt x="2926" y="42"/>
                      <a:pt x="2926" y="32"/>
                    </a:cubicBezTo>
                    <a:cubicBezTo>
                      <a:pt x="2926" y="11"/>
                      <a:pt x="2265" y="0"/>
                      <a:pt x="1458" y="0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01" name="Google Shape;2201;p60"/>
            <p:cNvSpPr/>
            <p:nvPr/>
          </p:nvSpPr>
          <p:spPr>
            <a:xfrm>
              <a:off x="760658" y="4803874"/>
              <a:ext cx="271435" cy="17550"/>
            </a:xfrm>
            <a:custGeom>
              <a:avLst/>
              <a:gdLst/>
              <a:ahLst/>
              <a:cxnLst/>
              <a:rect l="l" t="t" r="r" b="b"/>
              <a:pathLst>
                <a:path w="3913" h="253" extrusionOk="0">
                  <a:moveTo>
                    <a:pt x="116" y="0"/>
                  </a:moveTo>
                  <a:cubicBezTo>
                    <a:pt x="1" y="42"/>
                    <a:pt x="1" y="210"/>
                    <a:pt x="116" y="252"/>
                  </a:cubicBezTo>
                  <a:lnTo>
                    <a:pt x="3912" y="252"/>
                  </a:ln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2" name="Google Shape;2202;p60"/>
            <p:cNvGrpSpPr/>
            <p:nvPr/>
          </p:nvGrpSpPr>
          <p:grpSpPr>
            <a:xfrm>
              <a:off x="760658" y="4803874"/>
              <a:ext cx="700615" cy="229956"/>
              <a:chOff x="760658" y="4803874"/>
              <a:chExt cx="700615" cy="229956"/>
            </a:xfrm>
          </p:grpSpPr>
          <p:sp>
            <p:nvSpPr>
              <p:cNvPr id="2203" name="Google Shape;2203;p60"/>
              <p:cNvSpPr/>
              <p:nvPr/>
            </p:nvSpPr>
            <p:spPr>
              <a:xfrm>
                <a:off x="786186" y="4821355"/>
                <a:ext cx="283019" cy="200819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2895" extrusionOk="0">
                    <a:moveTo>
                      <a:pt x="0" y="0"/>
                    </a:moveTo>
                    <a:cubicBezTo>
                      <a:pt x="325" y="923"/>
                      <a:pt x="262" y="1898"/>
                      <a:pt x="0" y="2894"/>
                    </a:cubicBezTo>
                    <a:lnTo>
                      <a:pt x="3775" y="2894"/>
                    </a:lnTo>
                    <a:cubicBezTo>
                      <a:pt x="3776" y="2894"/>
                      <a:pt x="3776" y="2894"/>
                      <a:pt x="3777" y="2894"/>
                    </a:cubicBezTo>
                    <a:cubicBezTo>
                      <a:pt x="4079" y="2894"/>
                      <a:pt x="4079" y="0"/>
                      <a:pt x="3775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60"/>
              <p:cNvSpPr/>
              <p:nvPr/>
            </p:nvSpPr>
            <p:spPr>
              <a:xfrm>
                <a:off x="781052" y="4812614"/>
                <a:ext cx="283019" cy="213166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3073" extrusionOk="0">
                    <a:moveTo>
                      <a:pt x="1" y="0"/>
                    </a:moveTo>
                    <a:cubicBezTo>
                      <a:pt x="126" y="294"/>
                      <a:pt x="221" y="598"/>
                      <a:pt x="263" y="913"/>
                    </a:cubicBezTo>
                    <a:cubicBezTo>
                      <a:pt x="1825" y="1122"/>
                      <a:pt x="3000" y="1668"/>
                      <a:pt x="2947" y="2181"/>
                    </a:cubicBezTo>
                    <a:cubicBezTo>
                      <a:pt x="2901" y="2642"/>
                      <a:pt x="1925" y="2932"/>
                      <a:pt x="622" y="2932"/>
                    </a:cubicBezTo>
                    <a:cubicBezTo>
                      <a:pt x="442" y="2932"/>
                      <a:pt x="255" y="2927"/>
                      <a:pt x="64" y="2915"/>
                    </a:cubicBezTo>
                    <a:cubicBezTo>
                      <a:pt x="53" y="2968"/>
                      <a:pt x="32" y="3020"/>
                      <a:pt x="11" y="3073"/>
                    </a:cubicBezTo>
                    <a:lnTo>
                      <a:pt x="3786" y="3073"/>
                    </a:lnTo>
                    <a:cubicBezTo>
                      <a:pt x="4080" y="3073"/>
                      <a:pt x="4080" y="0"/>
                      <a:pt x="3776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60"/>
              <p:cNvSpPr/>
              <p:nvPr/>
            </p:nvSpPr>
            <p:spPr>
              <a:xfrm>
                <a:off x="989088" y="4803874"/>
                <a:ext cx="472185" cy="229953"/>
              </a:xfrm>
              <a:custGeom>
                <a:avLst/>
                <a:gdLst/>
                <a:ahLst/>
                <a:cxnLst/>
                <a:rect l="l" t="t" r="r" b="b"/>
                <a:pathLst>
                  <a:path w="6807" h="3315" extrusionOk="0">
                    <a:moveTo>
                      <a:pt x="137" y="0"/>
                    </a:moveTo>
                    <a:cubicBezTo>
                      <a:pt x="64" y="0"/>
                      <a:pt x="1" y="53"/>
                      <a:pt x="1" y="126"/>
                    </a:cubicBezTo>
                    <a:cubicBezTo>
                      <a:pt x="1" y="200"/>
                      <a:pt x="64" y="252"/>
                      <a:pt x="137" y="252"/>
                    </a:cubicBezTo>
                    <a:lnTo>
                      <a:pt x="284" y="252"/>
                    </a:lnTo>
                    <a:cubicBezTo>
                      <a:pt x="693" y="252"/>
                      <a:pt x="693" y="3062"/>
                      <a:pt x="284" y="3062"/>
                    </a:cubicBezTo>
                    <a:lnTo>
                      <a:pt x="137" y="3062"/>
                    </a:lnTo>
                    <a:cubicBezTo>
                      <a:pt x="64" y="3062"/>
                      <a:pt x="1" y="3115"/>
                      <a:pt x="1" y="3188"/>
                    </a:cubicBezTo>
                    <a:cubicBezTo>
                      <a:pt x="1" y="3262"/>
                      <a:pt x="64" y="3314"/>
                      <a:pt x="137" y="3314"/>
                    </a:cubicBezTo>
                    <a:lnTo>
                      <a:pt x="5737" y="3314"/>
                    </a:lnTo>
                    <a:cubicBezTo>
                      <a:pt x="6806" y="3304"/>
                      <a:pt x="6806" y="0"/>
                      <a:pt x="57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60"/>
              <p:cNvSpPr/>
              <p:nvPr/>
            </p:nvSpPr>
            <p:spPr>
              <a:xfrm>
                <a:off x="761421" y="5016280"/>
                <a:ext cx="270672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02" h="253" extrusionOk="0">
                    <a:moveTo>
                      <a:pt x="105" y="0"/>
                    </a:moveTo>
                    <a:cubicBezTo>
                      <a:pt x="42" y="0"/>
                      <a:pt x="0" y="63"/>
                      <a:pt x="11" y="126"/>
                    </a:cubicBezTo>
                    <a:cubicBezTo>
                      <a:pt x="0" y="189"/>
                      <a:pt x="42" y="242"/>
                      <a:pt x="105" y="252"/>
                    </a:cubicBezTo>
                    <a:lnTo>
                      <a:pt x="3901" y="252"/>
                    </a:lnTo>
                    <a:lnTo>
                      <a:pt x="390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60"/>
              <p:cNvSpPr/>
              <p:nvPr/>
            </p:nvSpPr>
            <p:spPr>
              <a:xfrm>
                <a:off x="760658" y="4803874"/>
                <a:ext cx="483838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6975" h="2161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577" y="252"/>
                    </a:lnTo>
                    <a:cubicBezTo>
                      <a:pt x="3828" y="252"/>
                      <a:pt x="3933" y="1343"/>
                      <a:pt x="3870" y="2161"/>
                    </a:cubicBezTo>
                    <a:cubicBezTo>
                      <a:pt x="5045" y="1888"/>
                      <a:pt x="6094" y="1206"/>
                      <a:pt x="6807" y="231"/>
                    </a:cubicBezTo>
                    <a:cubicBezTo>
                      <a:pt x="6870" y="158"/>
                      <a:pt x="6922" y="74"/>
                      <a:pt x="69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60"/>
              <p:cNvSpPr/>
              <p:nvPr/>
            </p:nvSpPr>
            <p:spPr>
              <a:xfrm>
                <a:off x="1072053" y="4857704"/>
                <a:ext cx="48072" cy="122295"/>
              </a:xfrm>
              <a:custGeom>
                <a:avLst/>
                <a:gdLst/>
                <a:ahLst/>
                <a:cxnLst/>
                <a:rect l="l" t="t" r="r" b="b"/>
                <a:pathLst>
                  <a:path w="693" h="1763" extrusionOk="0">
                    <a:moveTo>
                      <a:pt x="0" y="0"/>
                    </a:moveTo>
                    <a:cubicBezTo>
                      <a:pt x="84" y="0"/>
                      <a:pt x="84" y="1762"/>
                      <a:pt x="0" y="1762"/>
                    </a:cubicBezTo>
                    <a:lnTo>
                      <a:pt x="598" y="1762"/>
                    </a:lnTo>
                    <a:cubicBezTo>
                      <a:pt x="692" y="1762"/>
                      <a:pt x="692" y="0"/>
                      <a:pt x="59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60"/>
              <p:cNvSpPr/>
              <p:nvPr/>
            </p:nvSpPr>
            <p:spPr>
              <a:xfrm>
                <a:off x="1138230" y="4878792"/>
                <a:ext cx="31354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154" extrusionOk="0">
                    <a:moveTo>
                      <a:pt x="0" y="0"/>
                    </a:moveTo>
                    <a:cubicBezTo>
                      <a:pt x="53" y="0"/>
                      <a:pt x="53" y="1154"/>
                      <a:pt x="0" y="1154"/>
                    </a:cubicBezTo>
                    <a:lnTo>
                      <a:pt x="388" y="1154"/>
                    </a:lnTo>
                    <a:cubicBezTo>
                      <a:pt x="451" y="1154"/>
                      <a:pt x="451" y="0"/>
                      <a:pt x="38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64"/>
          <p:cNvSpPr/>
          <p:nvPr/>
        </p:nvSpPr>
        <p:spPr>
          <a:xfrm>
            <a:off x="4" y="124792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4" name="Google Shape;2494;p64"/>
          <p:cNvSpPr txBox="1">
            <a:spLocks noGrp="1"/>
          </p:cNvSpPr>
          <p:nvPr>
            <p:ph type="title"/>
          </p:nvPr>
        </p:nvSpPr>
        <p:spPr>
          <a:xfrm>
            <a:off x="1696092" y="1337975"/>
            <a:ext cx="5715300" cy="15728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Introducción</a:t>
            </a:r>
            <a:endParaRPr dirty="0"/>
          </a:p>
        </p:txBody>
      </p:sp>
      <p:sp>
        <p:nvSpPr>
          <p:cNvPr id="2495" name="Google Shape;2495;p64"/>
          <p:cNvSpPr txBox="1">
            <a:spLocks noGrp="1"/>
          </p:cNvSpPr>
          <p:nvPr>
            <p:ph type="subTitle" idx="1"/>
          </p:nvPr>
        </p:nvSpPr>
        <p:spPr>
          <a:xfrm>
            <a:off x="2140300" y="3331638"/>
            <a:ext cx="4872900" cy="4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El sistema "</a:t>
            </a:r>
            <a:r>
              <a:rPr lang="es-E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Review</a:t>
            </a:r>
            <a:r>
              <a:rPr lang="es-E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BookHub</a:t>
            </a:r>
            <a:r>
              <a:rPr lang="es-E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" es una plataforma integral diseñada para la gestión de reseñas literarias, proporcionando a los usuarios registrados la capacidad de publicar y explorar reseñas de libros de manera eficiente.</a:t>
            </a:r>
            <a:endParaRPr lang="en-US" dirty="0"/>
          </a:p>
        </p:txBody>
      </p:sp>
      <p:grpSp>
        <p:nvGrpSpPr>
          <p:cNvPr id="2496" name="Google Shape;2496;p64"/>
          <p:cNvGrpSpPr/>
          <p:nvPr/>
        </p:nvGrpSpPr>
        <p:grpSpPr>
          <a:xfrm>
            <a:off x="456051" y="3632808"/>
            <a:ext cx="714936" cy="971200"/>
            <a:chOff x="638276" y="3526008"/>
            <a:chExt cx="714936" cy="971200"/>
          </a:xfrm>
        </p:grpSpPr>
        <p:sp>
          <p:nvSpPr>
            <p:cNvPr id="2497" name="Google Shape;2497;p64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98" name="Google Shape;2498;p64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2499" name="Google Shape;2499;p64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64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64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64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64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64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64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64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64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64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64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64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64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64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Google Shape;2513;p64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Google Shape;2514;p64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64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64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64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64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64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64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64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64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64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64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5" name="Google Shape;2525;p64"/>
          <p:cNvGrpSpPr/>
          <p:nvPr/>
        </p:nvGrpSpPr>
        <p:grpSpPr>
          <a:xfrm>
            <a:off x="7982551" y="1331121"/>
            <a:ext cx="714936" cy="971200"/>
            <a:chOff x="638276" y="3526008"/>
            <a:chExt cx="714936" cy="971200"/>
          </a:xfrm>
        </p:grpSpPr>
        <p:sp>
          <p:nvSpPr>
            <p:cNvPr id="2526" name="Google Shape;2526;p64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27" name="Google Shape;2527;p64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2528" name="Google Shape;2528;p64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64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64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Google Shape;2531;p64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Google Shape;2532;p64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Google Shape;2533;p64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Google Shape;2534;p64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Google Shape;2535;p64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Google Shape;2536;p64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Google Shape;2537;p64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Google Shape;2538;p64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Google Shape;2539;p64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Google Shape;2540;p64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Google Shape;2541;p64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Google Shape;2542;p64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Google Shape;2543;p64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2544;p64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Google Shape;2545;p64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Google Shape;2546;p64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Google Shape;2547;p64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Google Shape;2548;p64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Google Shape;2549;p64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Google Shape;2550;p64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Google Shape;2551;p64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Google Shape;2552;p64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Google Shape;2553;p64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54" name="Google Shape;2554;p64"/>
          <p:cNvGrpSpPr/>
          <p:nvPr/>
        </p:nvGrpSpPr>
        <p:grpSpPr>
          <a:xfrm rot="1321491" flipH="1">
            <a:off x="7479289" y="4105258"/>
            <a:ext cx="714934" cy="378491"/>
            <a:chOff x="-1074225" y="4512538"/>
            <a:chExt cx="714950" cy="378500"/>
          </a:xfrm>
        </p:grpSpPr>
        <p:sp>
          <p:nvSpPr>
            <p:cNvPr id="2555" name="Google Shape;2555;p64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64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64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64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64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64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64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64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64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64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64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66" name="Google Shape;2566;p64"/>
          <p:cNvGrpSpPr/>
          <p:nvPr/>
        </p:nvGrpSpPr>
        <p:grpSpPr>
          <a:xfrm>
            <a:off x="922775" y="1923825"/>
            <a:ext cx="714950" cy="378500"/>
            <a:chOff x="-1074225" y="4512538"/>
            <a:chExt cx="714950" cy="378500"/>
          </a:xfrm>
        </p:grpSpPr>
        <p:sp>
          <p:nvSpPr>
            <p:cNvPr id="2567" name="Google Shape;2567;p64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64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64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64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64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64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64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64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64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64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64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64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9" name="Google Shape;2579;p64"/>
          <p:cNvGrpSpPr/>
          <p:nvPr/>
        </p:nvGrpSpPr>
        <p:grpSpPr>
          <a:xfrm>
            <a:off x="2937613" y="867714"/>
            <a:ext cx="3268775" cy="380199"/>
            <a:chOff x="975489" y="863689"/>
            <a:chExt cx="3268775" cy="380199"/>
          </a:xfrm>
        </p:grpSpPr>
        <p:grpSp>
          <p:nvGrpSpPr>
            <p:cNvPr id="2580" name="Google Shape;2580;p64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2581" name="Google Shape;2581;p64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Google Shape;2582;p64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Google Shape;2583;p64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Google Shape;2584;p64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Google Shape;2585;p64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Google Shape;2586;p64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Google Shape;2587;p64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Google Shape;2588;p64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Google Shape;2589;p64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Google Shape;2590;p64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Google Shape;2591;p64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Google Shape;2592;p64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Google Shape;2593;p64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Google Shape;2594;p64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Google Shape;2595;p64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Google Shape;2596;p64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Google Shape;2597;p64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Google Shape;2598;p64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Google Shape;2599;p64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Google Shape;2600;p64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Google Shape;2601;p64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Google Shape;2602;p64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Google Shape;2603;p64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Google Shape;2604;p64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Google Shape;2605;p64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Google Shape;2606;p64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Google Shape;2607;p64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Google Shape;2608;p64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Google Shape;2609;p64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Google Shape;2610;p64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64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64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64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64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64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64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64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64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64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64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64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64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64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64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64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64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64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64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64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64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64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64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64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64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64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64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64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64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64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64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64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64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64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64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64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64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64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64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64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64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64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64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64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64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64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64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64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64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64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64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64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64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64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64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64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64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64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64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64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64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64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64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64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64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64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64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64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64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64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64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64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64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64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64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64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64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87" name="Google Shape;2687;p64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64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64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64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64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64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64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64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64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64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6" name="Google Shape;4906;p78"/>
          <p:cNvGrpSpPr/>
          <p:nvPr/>
        </p:nvGrpSpPr>
        <p:grpSpPr>
          <a:xfrm>
            <a:off x="713263" y="859708"/>
            <a:ext cx="3268775" cy="380199"/>
            <a:chOff x="975489" y="863689"/>
            <a:chExt cx="3268775" cy="380199"/>
          </a:xfrm>
        </p:grpSpPr>
        <p:grpSp>
          <p:nvGrpSpPr>
            <p:cNvPr id="4907" name="Google Shape;4907;p78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4908" name="Google Shape;4908;p78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9" name="Google Shape;4909;p78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0" name="Google Shape;4910;p78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1" name="Google Shape;4911;p78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2" name="Google Shape;4912;p78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3" name="Google Shape;4913;p78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4" name="Google Shape;4914;p78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5" name="Google Shape;4915;p78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6" name="Google Shape;4916;p78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7" name="Google Shape;4917;p78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8" name="Google Shape;4918;p78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9" name="Google Shape;4919;p78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0" name="Google Shape;4920;p78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1" name="Google Shape;4921;p78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2" name="Google Shape;4922;p78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3" name="Google Shape;4923;p78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4" name="Google Shape;4924;p78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5" name="Google Shape;4925;p78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6" name="Google Shape;4926;p78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7" name="Google Shape;4927;p78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8" name="Google Shape;4928;p78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9" name="Google Shape;4929;p78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0" name="Google Shape;4930;p78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1" name="Google Shape;4931;p78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2" name="Google Shape;4932;p78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3" name="Google Shape;4933;p78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4" name="Google Shape;4934;p78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5" name="Google Shape;4935;p78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6" name="Google Shape;4936;p78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7" name="Google Shape;4937;p78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8" name="Google Shape;4938;p78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9" name="Google Shape;4939;p78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0" name="Google Shape;4940;p78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1" name="Google Shape;4941;p78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2" name="Google Shape;4942;p78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3" name="Google Shape;4943;p78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4" name="Google Shape;4944;p78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5" name="Google Shape;4945;p78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6" name="Google Shape;4946;p78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7" name="Google Shape;4947;p78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8" name="Google Shape;4948;p78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9" name="Google Shape;4949;p78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0" name="Google Shape;4950;p78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1" name="Google Shape;4951;p78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2" name="Google Shape;4952;p78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3" name="Google Shape;4953;p78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4" name="Google Shape;4954;p78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5" name="Google Shape;4955;p78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6" name="Google Shape;4956;p78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7" name="Google Shape;4957;p78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8" name="Google Shape;4958;p78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9" name="Google Shape;4959;p78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0" name="Google Shape;4960;p78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1" name="Google Shape;4961;p78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2" name="Google Shape;4962;p78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3" name="Google Shape;4963;p78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4" name="Google Shape;4964;p78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5" name="Google Shape;4965;p78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6" name="Google Shape;4966;p78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7" name="Google Shape;4967;p78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8" name="Google Shape;4968;p78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9" name="Google Shape;4969;p78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0" name="Google Shape;4970;p78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1" name="Google Shape;4971;p78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2" name="Google Shape;4972;p78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3" name="Google Shape;4973;p78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4" name="Google Shape;4974;p78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5" name="Google Shape;4975;p78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6" name="Google Shape;4976;p78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7" name="Google Shape;4977;p78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8" name="Google Shape;4978;p78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9" name="Google Shape;4979;p78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0" name="Google Shape;4980;p78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1" name="Google Shape;4981;p78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2" name="Google Shape;4982;p78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3" name="Google Shape;4983;p78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4" name="Google Shape;4984;p78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5" name="Google Shape;4985;p78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6" name="Google Shape;4986;p78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7" name="Google Shape;4987;p78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8" name="Google Shape;4988;p78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9" name="Google Shape;4989;p78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0" name="Google Shape;4990;p78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1" name="Google Shape;4991;p78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2" name="Google Shape;4992;p78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3" name="Google Shape;4993;p78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4" name="Google Shape;4994;p78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5" name="Google Shape;4995;p78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6" name="Google Shape;4996;p78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7" name="Google Shape;4997;p78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8" name="Google Shape;4998;p78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9" name="Google Shape;4999;p78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0" name="Google Shape;5000;p78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1" name="Google Shape;5001;p78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2" name="Google Shape;5002;p78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3" name="Google Shape;5003;p78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4" name="Google Shape;5004;p78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5" name="Google Shape;5005;p78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78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7" name="Google Shape;5007;p78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8" name="Google Shape;5008;p78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78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0" name="Google Shape;5010;p78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1" name="Google Shape;5011;p78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2" name="Google Shape;5012;p78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3" name="Google Shape;5013;p78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14" name="Google Shape;5014;p78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5" name="Google Shape;5015;p78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6" name="Google Shape;5016;p78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7" name="Google Shape;5017;p78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8" name="Google Shape;5018;p78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9" name="Google Shape;5019;p78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0" name="Google Shape;5020;p78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1" name="Google Shape;5021;p78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2" name="Google Shape;5022;p78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3" name="Google Shape;5023;p78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4" name="Google Shape;5024;p78"/>
          <p:cNvGrpSpPr/>
          <p:nvPr/>
        </p:nvGrpSpPr>
        <p:grpSpPr>
          <a:xfrm flipH="1">
            <a:off x="5161963" y="859708"/>
            <a:ext cx="3268775" cy="380199"/>
            <a:chOff x="975489" y="863689"/>
            <a:chExt cx="3268775" cy="380199"/>
          </a:xfrm>
        </p:grpSpPr>
        <p:grpSp>
          <p:nvGrpSpPr>
            <p:cNvPr id="5025" name="Google Shape;5025;p78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5026" name="Google Shape;5026;p78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7" name="Google Shape;5027;p78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8" name="Google Shape;5028;p78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9" name="Google Shape;5029;p78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0" name="Google Shape;5030;p78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1" name="Google Shape;5031;p78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2" name="Google Shape;5032;p78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3" name="Google Shape;5033;p78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4" name="Google Shape;5034;p78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5" name="Google Shape;5035;p78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6" name="Google Shape;5036;p78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7" name="Google Shape;5037;p78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8" name="Google Shape;5038;p78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9" name="Google Shape;5039;p78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0" name="Google Shape;5040;p78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1" name="Google Shape;5041;p78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2" name="Google Shape;5042;p78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3" name="Google Shape;5043;p78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4" name="Google Shape;5044;p78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5" name="Google Shape;5045;p78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6" name="Google Shape;5046;p78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7" name="Google Shape;5047;p78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8" name="Google Shape;5048;p78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9" name="Google Shape;5049;p78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0" name="Google Shape;5050;p78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1" name="Google Shape;5051;p78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2" name="Google Shape;5052;p78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3" name="Google Shape;5053;p78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4" name="Google Shape;5054;p78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5" name="Google Shape;5055;p78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6" name="Google Shape;5056;p78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7" name="Google Shape;5057;p78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8" name="Google Shape;5058;p78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9" name="Google Shape;5059;p78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0" name="Google Shape;5060;p78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1" name="Google Shape;5061;p78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2" name="Google Shape;5062;p78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3" name="Google Shape;5063;p78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4" name="Google Shape;5064;p78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5" name="Google Shape;5065;p78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6" name="Google Shape;5066;p78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7" name="Google Shape;5067;p78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8" name="Google Shape;5068;p78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9" name="Google Shape;5069;p78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0" name="Google Shape;5070;p78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1" name="Google Shape;5071;p78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2" name="Google Shape;5072;p78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3" name="Google Shape;5073;p78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4" name="Google Shape;5074;p78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5" name="Google Shape;5075;p78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6" name="Google Shape;5076;p78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7" name="Google Shape;5077;p78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8" name="Google Shape;5078;p78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9" name="Google Shape;5079;p78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0" name="Google Shape;5080;p78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1" name="Google Shape;5081;p78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2" name="Google Shape;5082;p78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3" name="Google Shape;5083;p78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4" name="Google Shape;5084;p78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5" name="Google Shape;5085;p78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6" name="Google Shape;5086;p78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7" name="Google Shape;5087;p78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8" name="Google Shape;5088;p78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9" name="Google Shape;5089;p78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0" name="Google Shape;5090;p78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1" name="Google Shape;5091;p78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2" name="Google Shape;5092;p78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3" name="Google Shape;5093;p78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4" name="Google Shape;5094;p78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5" name="Google Shape;5095;p78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6" name="Google Shape;5096;p78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7" name="Google Shape;5097;p78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8" name="Google Shape;5098;p78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9" name="Google Shape;5099;p78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0" name="Google Shape;5100;p78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1" name="Google Shape;5101;p78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2" name="Google Shape;5102;p78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3" name="Google Shape;5103;p78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4" name="Google Shape;5104;p78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5" name="Google Shape;5105;p78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6" name="Google Shape;5106;p78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7" name="Google Shape;5107;p78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8" name="Google Shape;5108;p78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9" name="Google Shape;5109;p78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0" name="Google Shape;5110;p78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1" name="Google Shape;5111;p78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2" name="Google Shape;5112;p78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3" name="Google Shape;5113;p78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4" name="Google Shape;5114;p78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5" name="Google Shape;5115;p78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6" name="Google Shape;5116;p78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7" name="Google Shape;5117;p78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8" name="Google Shape;5118;p78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9" name="Google Shape;5119;p78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0" name="Google Shape;5120;p78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1" name="Google Shape;5121;p78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2" name="Google Shape;5122;p78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3" name="Google Shape;5123;p78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4" name="Google Shape;5124;p78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5" name="Google Shape;5125;p78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6" name="Google Shape;5126;p78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7" name="Google Shape;5127;p78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8" name="Google Shape;5128;p78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9" name="Google Shape;5129;p78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0" name="Google Shape;5130;p78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1" name="Google Shape;5131;p78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32" name="Google Shape;5132;p78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78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78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78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78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78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78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78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78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78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42" name="Google Shape;5142;p78"/>
          <p:cNvSpPr/>
          <p:nvPr/>
        </p:nvSpPr>
        <p:spPr>
          <a:xfrm>
            <a:off x="8550" y="122977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3" name="Google Shape;5143;p78"/>
          <p:cNvSpPr txBox="1">
            <a:spLocks noGrp="1"/>
          </p:cNvSpPr>
          <p:nvPr>
            <p:ph type="title"/>
          </p:nvPr>
        </p:nvSpPr>
        <p:spPr>
          <a:xfrm>
            <a:off x="1289700" y="1652300"/>
            <a:ext cx="65646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Aquitectura</a:t>
            </a:r>
            <a:br>
              <a:rPr lang="en" dirty="0"/>
            </a:br>
            <a:r>
              <a:rPr lang="en" dirty="0"/>
              <a:t>Del </a:t>
            </a:r>
            <a:br>
              <a:rPr lang="en" dirty="0"/>
            </a:br>
            <a:r>
              <a:rPr lang="en" dirty="0"/>
              <a:t>Sistema</a:t>
            </a:r>
            <a:endParaRPr dirty="0"/>
          </a:p>
        </p:txBody>
      </p:sp>
      <p:grpSp>
        <p:nvGrpSpPr>
          <p:cNvPr id="5144" name="Google Shape;5144;p78"/>
          <p:cNvGrpSpPr/>
          <p:nvPr/>
        </p:nvGrpSpPr>
        <p:grpSpPr>
          <a:xfrm>
            <a:off x="713225" y="1317949"/>
            <a:ext cx="648376" cy="880878"/>
            <a:chOff x="638276" y="3526008"/>
            <a:chExt cx="714936" cy="971200"/>
          </a:xfrm>
        </p:grpSpPr>
        <p:sp>
          <p:nvSpPr>
            <p:cNvPr id="5145" name="Google Shape;5145;p78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46" name="Google Shape;5146;p78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5147" name="Google Shape;5147;p78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8" name="Google Shape;5148;p78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9" name="Google Shape;5149;p78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0" name="Google Shape;5150;p78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1" name="Google Shape;5151;p78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2" name="Google Shape;5152;p78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3" name="Google Shape;5153;p78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4" name="Google Shape;5154;p78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5" name="Google Shape;5155;p78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6" name="Google Shape;5156;p78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7" name="Google Shape;5157;p78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8" name="Google Shape;5158;p78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9" name="Google Shape;5159;p78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0" name="Google Shape;5160;p78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1" name="Google Shape;5161;p78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2" name="Google Shape;5162;p78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3" name="Google Shape;5163;p78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4" name="Google Shape;5164;p78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5" name="Google Shape;5165;p78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6" name="Google Shape;5166;p78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7" name="Google Shape;5167;p78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8" name="Google Shape;5168;p78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9" name="Google Shape;5169;p78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0" name="Google Shape;5170;p78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1" name="Google Shape;5171;p78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2" name="Google Shape;5172;p78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73" name="Google Shape;5173;p78"/>
          <p:cNvGrpSpPr/>
          <p:nvPr/>
        </p:nvGrpSpPr>
        <p:grpSpPr>
          <a:xfrm>
            <a:off x="7782400" y="1317949"/>
            <a:ext cx="648376" cy="880878"/>
            <a:chOff x="638276" y="3526008"/>
            <a:chExt cx="714936" cy="971200"/>
          </a:xfrm>
        </p:grpSpPr>
        <p:sp>
          <p:nvSpPr>
            <p:cNvPr id="5174" name="Google Shape;5174;p78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75" name="Google Shape;5175;p78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5176" name="Google Shape;5176;p78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7" name="Google Shape;5177;p78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8" name="Google Shape;5178;p78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9" name="Google Shape;5179;p78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0" name="Google Shape;5180;p78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1" name="Google Shape;5181;p78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2" name="Google Shape;5182;p78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3" name="Google Shape;5183;p78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4" name="Google Shape;5184;p78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5" name="Google Shape;5185;p78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6" name="Google Shape;5186;p78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7" name="Google Shape;5187;p78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8" name="Google Shape;5188;p78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9" name="Google Shape;5189;p78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0" name="Google Shape;5190;p78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1" name="Google Shape;5191;p78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2" name="Google Shape;5192;p78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3" name="Google Shape;5193;p78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4" name="Google Shape;5194;p78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5" name="Google Shape;5195;p78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6" name="Google Shape;5196;p78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7" name="Google Shape;5197;p78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8" name="Google Shape;5198;p78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9" name="Google Shape;5199;p78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0" name="Google Shape;5200;p78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1" name="Google Shape;5201;p78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02" name="Google Shape;5202;p78"/>
          <p:cNvGrpSpPr/>
          <p:nvPr/>
        </p:nvGrpSpPr>
        <p:grpSpPr>
          <a:xfrm rot="1321491" flipH="1">
            <a:off x="7910139" y="3310858"/>
            <a:ext cx="714934" cy="378491"/>
            <a:chOff x="-1074225" y="4512538"/>
            <a:chExt cx="714950" cy="378500"/>
          </a:xfrm>
        </p:grpSpPr>
        <p:sp>
          <p:nvSpPr>
            <p:cNvPr id="5203" name="Google Shape;5203;p78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78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78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78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78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78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78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78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78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78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78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4" name="Google Shape;5214;p78"/>
          <p:cNvGrpSpPr/>
          <p:nvPr/>
        </p:nvGrpSpPr>
        <p:grpSpPr>
          <a:xfrm>
            <a:off x="868438" y="3749250"/>
            <a:ext cx="714950" cy="378500"/>
            <a:chOff x="-1074225" y="4512538"/>
            <a:chExt cx="714950" cy="378500"/>
          </a:xfrm>
        </p:grpSpPr>
        <p:sp>
          <p:nvSpPr>
            <p:cNvPr id="5215" name="Google Shape;5215;p78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78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78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78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78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78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78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78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78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78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78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78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65"/>
          <p:cNvSpPr txBox="1">
            <a:spLocks noGrp="1"/>
          </p:cNvSpPr>
          <p:nvPr>
            <p:ph type="title"/>
          </p:nvPr>
        </p:nvSpPr>
        <p:spPr>
          <a:xfrm>
            <a:off x="2368400" y="1407100"/>
            <a:ext cx="5265000" cy="97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C" dirty="0" err="1"/>
              <a:t>BackEnd</a:t>
            </a:r>
            <a:endParaRPr dirty="0"/>
          </a:p>
        </p:txBody>
      </p:sp>
      <p:sp>
        <p:nvSpPr>
          <p:cNvPr id="2702" name="Google Shape;2702;p65"/>
          <p:cNvSpPr txBox="1">
            <a:spLocks noGrp="1"/>
          </p:cNvSpPr>
          <p:nvPr>
            <p:ph type="subTitle" idx="1"/>
          </p:nvPr>
        </p:nvSpPr>
        <p:spPr>
          <a:xfrm>
            <a:off x="2368475" y="2378199"/>
            <a:ext cx="5265000" cy="8391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s-ES" dirty="0"/>
              <a:t>Se ha empleado la potencia de Spring </a:t>
            </a:r>
            <a:r>
              <a:rPr lang="es-ES" dirty="0" err="1"/>
              <a:t>Boot</a:t>
            </a:r>
            <a:r>
              <a:rPr lang="es-ES" dirty="0"/>
              <a:t> en el backend, proporcionando una base sólida y eficiente para la manipulación de datos</a:t>
            </a:r>
            <a:endParaRPr dirty="0"/>
          </a:p>
        </p:txBody>
      </p:sp>
      <p:grpSp>
        <p:nvGrpSpPr>
          <p:cNvPr id="2703" name="Google Shape;2703;p65"/>
          <p:cNvGrpSpPr/>
          <p:nvPr/>
        </p:nvGrpSpPr>
        <p:grpSpPr>
          <a:xfrm rot="1321491" flipH="1">
            <a:off x="8120414" y="1768945"/>
            <a:ext cx="714934" cy="378491"/>
            <a:chOff x="-1074225" y="4512538"/>
            <a:chExt cx="714950" cy="378500"/>
          </a:xfrm>
        </p:grpSpPr>
        <p:sp>
          <p:nvSpPr>
            <p:cNvPr id="2704" name="Google Shape;2704;p65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65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65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65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65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65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65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65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65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65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65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5" name="Google Shape;2715;p65"/>
          <p:cNvGrpSpPr/>
          <p:nvPr/>
        </p:nvGrpSpPr>
        <p:grpSpPr>
          <a:xfrm>
            <a:off x="7672525" y="828175"/>
            <a:ext cx="714950" cy="378500"/>
            <a:chOff x="-1074225" y="4512538"/>
            <a:chExt cx="714950" cy="378500"/>
          </a:xfrm>
        </p:grpSpPr>
        <p:sp>
          <p:nvSpPr>
            <p:cNvPr id="2716" name="Google Shape;2716;p65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65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65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65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65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65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65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65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65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65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65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65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8" name="Google Shape;2728;p65"/>
          <p:cNvGrpSpPr/>
          <p:nvPr/>
        </p:nvGrpSpPr>
        <p:grpSpPr>
          <a:xfrm>
            <a:off x="-44918" y="237579"/>
            <a:ext cx="1979331" cy="5214332"/>
            <a:chOff x="187882" y="877704"/>
            <a:chExt cx="1979331" cy="5214332"/>
          </a:xfrm>
        </p:grpSpPr>
        <p:sp>
          <p:nvSpPr>
            <p:cNvPr id="2729" name="Google Shape;2729;p65"/>
            <p:cNvSpPr/>
            <p:nvPr/>
          </p:nvSpPr>
          <p:spPr>
            <a:xfrm>
              <a:off x="1641208" y="2357086"/>
              <a:ext cx="61964" cy="1294412"/>
            </a:xfrm>
            <a:custGeom>
              <a:avLst/>
              <a:gdLst/>
              <a:ahLst/>
              <a:cxnLst/>
              <a:rect l="l" t="t" r="r" b="b"/>
              <a:pathLst>
                <a:path w="264" h="5515" extrusionOk="0">
                  <a:moveTo>
                    <a:pt x="86" y="1"/>
                  </a:moveTo>
                  <a:lnTo>
                    <a:pt x="1" y="35"/>
                  </a:lnTo>
                  <a:cubicBezTo>
                    <a:pt x="162" y="874"/>
                    <a:pt x="120" y="2172"/>
                    <a:pt x="77" y="3318"/>
                  </a:cubicBezTo>
                  <a:cubicBezTo>
                    <a:pt x="43" y="4282"/>
                    <a:pt x="10" y="5120"/>
                    <a:pt x="119" y="5511"/>
                  </a:cubicBezTo>
                  <a:lnTo>
                    <a:pt x="119" y="5511"/>
                  </a:lnTo>
                  <a:lnTo>
                    <a:pt x="205" y="5472"/>
                  </a:lnTo>
                  <a:cubicBezTo>
                    <a:pt x="103" y="5107"/>
                    <a:pt x="137" y="4276"/>
                    <a:pt x="171" y="3318"/>
                  </a:cubicBezTo>
                  <a:cubicBezTo>
                    <a:pt x="213" y="2164"/>
                    <a:pt x="264" y="866"/>
                    <a:pt x="86" y="1"/>
                  </a:cubicBezTo>
                  <a:close/>
                  <a:moveTo>
                    <a:pt x="119" y="5511"/>
                  </a:moveTo>
                  <a:lnTo>
                    <a:pt x="111" y="5515"/>
                  </a:lnTo>
                  <a:lnTo>
                    <a:pt x="120" y="5515"/>
                  </a:lnTo>
                  <a:cubicBezTo>
                    <a:pt x="119" y="5514"/>
                    <a:pt x="119" y="5512"/>
                    <a:pt x="119" y="55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65"/>
            <p:cNvSpPr/>
            <p:nvPr/>
          </p:nvSpPr>
          <p:spPr>
            <a:xfrm>
              <a:off x="1621492" y="3597533"/>
              <a:ext cx="103743" cy="101863"/>
            </a:xfrm>
            <a:custGeom>
              <a:avLst/>
              <a:gdLst/>
              <a:ahLst/>
              <a:cxnLst/>
              <a:rect l="l" t="t" r="r" b="b"/>
              <a:pathLst>
                <a:path w="442" h="434" extrusionOk="0">
                  <a:moveTo>
                    <a:pt x="221" y="1"/>
                  </a:moveTo>
                  <a:cubicBezTo>
                    <a:pt x="102" y="1"/>
                    <a:pt x="0" y="94"/>
                    <a:pt x="0" y="213"/>
                  </a:cubicBezTo>
                  <a:cubicBezTo>
                    <a:pt x="0" y="331"/>
                    <a:pt x="93" y="433"/>
                    <a:pt x="212" y="433"/>
                  </a:cubicBezTo>
                  <a:cubicBezTo>
                    <a:pt x="331" y="433"/>
                    <a:pt x="433" y="331"/>
                    <a:pt x="433" y="213"/>
                  </a:cubicBezTo>
                  <a:cubicBezTo>
                    <a:pt x="441" y="94"/>
                    <a:pt x="339" y="1"/>
                    <a:pt x="2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65"/>
            <p:cNvSpPr/>
            <p:nvPr/>
          </p:nvSpPr>
          <p:spPr>
            <a:xfrm>
              <a:off x="1034000" y="1833450"/>
              <a:ext cx="109850" cy="4258586"/>
            </a:xfrm>
            <a:custGeom>
              <a:avLst/>
              <a:gdLst/>
              <a:ahLst/>
              <a:cxnLst/>
              <a:rect l="l" t="t" r="r" b="b"/>
              <a:pathLst>
                <a:path w="468" h="17637" extrusionOk="0">
                  <a:moveTo>
                    <a:pt x="1" y="1"/>
                  </a:moveTo>
                  <a:cubicBezTo>
                    <a:pt x="94" y="6431"/>
                    <a:pt x="111" y="12445"/>
                    <a:pt x="1" y="17637"/>
                  </a:cubicBezTo>
                  <a:lnTo>
                    <a:pt x="467" y="17637"/>
                  </a:lnTo>
                  <a:cubicBezTo>
                    <a:pt x="221" y="12140"/>
                    <a:pt x="255" y="6210"/>
                    <a:pt x="4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65"/>
            <p:cNvSpPr/>
            <p:nvPr/>
          </p:nvSpPr>
          <p:spPr>
            <a:xfrm>
              <a:off x="1034012" y="1833447"/>
              <a:ext cx="109845" cy="1810064"/>
            </a:xfrm>
            <a:custGeom>
              <a:avLst/>
              <a:gdLst/>
              <a:ahLst/>
              <a:cxnLst/>
              <a:rect l="l" t="t" r="r" b="b"/>
              <a:pathLst>
                <a:path w="468" h="7712" extrusionOk="0">
                  <a:moveTo>
                    <a:pt x="1" y="1"/>
                  </a:moveTo>
                  <a:cubicBezTo>
                    <a:pt x="35" y="2580"/>
                    <a:pt x="60" y="5099"/>
                    <a:pt x="69" y="7525"/>
                  </a:cubicBezTo>
                  <a:cubicBezTo>
                    <a:pt x="145" y="7593"/>
                    <a:pt x="221" y="7661"/>
                    <a:pt x="306" y="7712"/>
                  </a:cubicBezTo>
                  <a:cubicBezTo>
                    <a:pt x="323" y="5192"/>
                    <a:pt x="382" y="2622"/>
                    <a:pt x="4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65"/>
            <p:cNvSpPr/>
            <p:nvPr/>
          </p:nvSpPr>
          <p:spPr>
            <a:xfrm>
              <a:off x="187882" y="2265549"/>
              <a:ext cx="1979331" cy="448526"/>
            </a:xfrm>
            <a:custGeom>
              <a:avLst/>
              <a:gdLst/>
              <a:ahLst/>
              <a:cxnLst/>
              <a:rect l="l" t="t" r="r" b="b"/>
              <a:pathLst>
                <a:path w="8433" h="1911" extrusionOk="0">
                  <a:moveTo>
                    <a:pt x="382" y="0"/>
                  </a:moveTo>
                  <a:cubicBezTo>
                    <a:pt x="128" y="0"/>
                    <a:pt x="0" y="1723"/>
                    <a:pt x="212" y="1867"/>
                  </a:cubicBezTo>
                  <a:cubicBezTo>
                    <a:pt x="238" y="1883"/>
                    <a:pt x="265" y="1890"/>
                    <a:pt x="294" y="1890"/>
                  </a:cubicBezTo>
                  <a:cubicBezTo>
                    <a:pt x="505" y="1890"/>
                    <a:pt x="781" y="1502"/>
                    <a:pt x="781" y="1502"/>
                  </a:cubicBezTo>
                  <a:cubicBezTo>
                    <a:pt x="781" y="1502"/>
                    <a:pt x="849" y="1773"/>
                    <a:pt x="984" y="1807"/>
                  </a:cubicBezTo>
                  <a:cubicBezTo>
                    <a:pt x="998" y="1811"/>
                    <a:pt x="1012" y="1812"/>
                    <a:pt x="1026" y="1812"/>
                  </a:cubicBezTo>
                  <a:cubicBezTo>
                    <a:pt x="1151" y="1812"/>
                    <a:pt x="1281" y="1689"/>
                    <a:pt x="1281" y="1689"/>
                  </a:cubicBezTo>
                  <a:cubicBezTo>
                    <a:pt x="1281" y="1689"/>
                    <a:pt x="1341" y="1833"/>
                    <a:pt x="1553" y="1833"/>
                  </a:cubicBezTo>
                  <a:cubicBezTo>
                    <a:pt x="1765" y="1833"/>
                    <a:pt x="2045" y="1655"/>
                    <a:pt x="2045" y="1655"/>
                  </a:cubicBezTo>
                  <a:cubicBezTo>
                    <a:pt x="2045" y="1655"/>
                    <a:pt x="2299" y="1765"/>
                    <a:pt x="2460" y="1765"/>
                  </a:cubicBezTo>
                  <a:cubicBezTo>
                    <a:pt x="2622" y="1765"/>
                    <a:pt x="2834" y="1570"/>
                    <a:pt x="2834" y="1570"/>
                  </a:cubicBezTo>
                  <a:cubicBezTo>
                    <a:pt x="2834" y="1570"/>
                    <a:pt x="2893" y="1841"/>
                    <a:pt x="3131" y="1858"/>
                  </a:cubicBezTo>
                  <a:cubicBezTo>
                    <a:pt x="3134" y="1858"/>
                    <a:pt x="3137" y="1859"/>
                    <a:pt x="3140" y="1859"/>
                  </a:cubicBezTo>
                  <a:cubicBezTo>
                    <a:pt x="3276" y="1859"/>
                    <a:pt x="3473" y="1688"/>
                    <a:pt x="3589" y="1655"/>
                  </a:cubicBezTo>
                  <a:cubicBezTo>
                    <a:pt x="3593" y="1654"/>
                    <a:pt x="3598" y="1653"/>
                    <a:pt x="3603" y="1653"/>
                  </a:cubicBezTo>
                  <a:cubicBezTo>
                    <a:pt x="3719" y="1653"/>
                    <a:pt x="3901" y="1911"/>
                    <a:pt x="4038" y="1911"/>
                  </a:cubicBezTo>
                  <a:cubicBezTo>
                    <a:pt x="4044" y="1911"/>
                    <a:pt x="4049" y="1910"/>
                    <a:pt x="4055" y="1909"/>
                  </a:cubicBezTo>
                  <a:cubicBezTo>
                    <a:pt x="4284" y="1867"/>
                    <a:pt x="4428" y="1740"/>
                    <a:pt x="4556" y="1646"/>
                  </a:cubicBezTo>
                  <a:cubicBezTo>
                    <a:pt x="4556" y="1646"/>
                    <a:pt x="4708" y="1790"/>
                    <a:pt x="4844" y="1790"/>
                  </a:cubicBezTo>
                  <a:cubicBezTo>
                    <a:pt x="4988" y="1790"/>
                    <a:pt x="5107" y="1519"/>
                    <a:pt x="5107" y="1519"/>
                  </a:cubicBezTo>
                  <a:cubicBezTo>
                    <a:pt x="5107" y="1519"/>
                    <a:pt x="5362" y="1595"/>
                    <a:pt x="5574" y="1612"/>
                  </a:cubicBezTo>
                  <a:cubicBezTo>
                    <a:pt x="5581" y="1613"/>
                    <a:pt x="5588" y="1613"/>
                    <a:pt x="5596" y="1613"/>
                  </a:cubicBezTo>
                  <a:cubicBezTo>
                    <a:pt x="5808" y="1613"/>
                    <a:pt x="6108" y="1392"/>
                    <a:pt x="6108" y="1392"/>
                  </a:cubicBezTo>
                  <a:cubicBezTo>
                    <a:pt x="6108" y="1392"/>
                    <a:pt x="6244" y="1621"/>
                    <a:pt x="6456" y="1621"/>
                  </a:cubicBezTo>
                  <a:cubicBezTo>
                    <a:pt x="6676" y="1621"/>
                    <a:pt x="6804" y="1417"/>
                    <a:pt x="6804" y="1417"/>
                  </a:cubicBezTo>
                  <a:cubicBezTo>
                    <a:pt x="6804" y="1417"/>
                    <a:pt x="7035" y="1664"/>
                    <a:pt x="7196" y="1664"/>
                  </a:cubicBezTo>
                  <a:cubicBezTo>
                    <a:pt x="7201" y="1664"/>
                    <a:pt x="7206" y="1664"/>
                    <a:pt x="7211" y="1663"/>
                  </a:cubicBezTo>
                  <a:cubicBezTo>
                    <a:pt x="7381" y="1638"/>
                    <a:pt x="7584" y="1273"/>
                    <a:pt x="7584" y="1273"/>
                  </a:cubicBezTo>
                  <a:cubicBezTo>
                    <a:pt x="7584" y="1273"/>
                    <a:pt x="7791" y="1741"/>
                    <a:pt x="8111" y="1741"/>
                  </a:cubicBezTo>
                  <a:cubicBezTo>
                    <a:pt x="8122" y="1741"/>
                    <a:pt x="8133" y="1741"/>
                    <a:pt x="8144" y="1740"/>
                  </a:cubicBezTo>
                  <a:cubicBezTo>
                    <a:pt x="8432" y="1714"/>
                    <a:pt x="8280" y="272"/>
                    <a:pt x="8068" y="68"/>
                  </a:cubicBezTo>
                  <a:lnTo>
                    <a:pt x="8076" y="68"/>
                  </a:lnTo>
                  <a:lnTo>
                    <a:pt x="38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65"/>
            <p:cNvSpPr/>
            <p:nvPr/>
          </p:nvSpPr>
          <p:spPr>
            <a:xfrm>
              <a:off x="257591" y="1038950"/>
              <a:ext cx="1834043" cy="1328210"/>
            </a:xfrm>
            <a:custGeom>
              <a:avLst/>
              <a:gdLst/>
              <a:ahLst/>
              <a:cxnLst/>
              <a:rect l="l" t="t" r="r" b="b"/>
              <a:pathLst>
                <a:path w="7814" h="5659" extrusionOk="0">
                  <a:moveTo>
                    <a:pt x="6558" y="1"/>
                  </a:moveTo>
                  <a:cubicBezTo>
                    <a:pt x="6558" y="1"/>
                    <a:pt x="1256" y="43"/>
                    <a:pt x="1179" y="60"/>
                  </a:cubicBezTo>
                  <a:cubicBezTo>
                    <a:pt x="1095" y="86"/>
                    <a:pt x="0" y="5260"/>
                    <a:pt x="0" y="5260"/>
                  </a:cubicBezTo>
                  <a:cubicBezTo>
                    <a:pt x="1301" y="5561"/>
                    <a:pt x="2640" y="5659"/>
                    <a:pt x="3833" y="5659"/>
                  </a:cubicBezTo>
                  <a:cubicBezTo>
                    <a:pt x="6080" y="5659"/>
                    <a:pt x="7813" y="5311"/>
                    <a:pt x="7813" y="5311"/>
                  </a:cubicBezTo>
                  <a:lnTo>
                    <a:pt x="65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65"/>
            <p:cNvSpPr/>
            <p:nvPr/>
          </p:nvSpPr>
          <p:spPr>
            <a:xfrm>
              <a:off x="1535823" y="1787678"/>
              <a:ext cx="388449" cy="514009"/>
            </a:xfrm>
            <a:custGeom>
              <a:avLst/>
              <a:gdLst/>
              <a:ahLst/>
              <a:cxnLst/>
              <a:rect l="l" t="t" r="r" b="b"/>
              <a:pathLst>
                <a:path w="1655" h="2190" extrusionOk="0">
                  <a:moveTo>
                    <a:pt x="1426" y="1"/>
                  </a:moveTo>
                  <a:cubicBezTo>
                    <a:pt x="1425" y="1"/>
                    <a:pt x="1137" y="1137"/>
                    <a:pt x="0" y="2189"/>
                  </a:cubicBezTo>
                  <a:cubicBezTo>
                    <a:pt x="1324" y="1943"/>
                    <a:pt x="1655" y="1137"/>
                    <a:pt x="14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65"/>
            <p:cNvSpPr/>
            <p:nvPr/>
          </p:nvSpPr>
          <p:spPr>
            <a:xfrm>
              <a:off x="448645" y="1038950"/>
              <a:ext cx="1425878" cy="1286432"/>
            </a:xfrm>
            <a:custGeom>
              <a:avLst/>
              <a:gdLst/>
              <a:ahLst/>
              <a:cxnLst/>
              <a:rect l="l" t="t" r="r" b="b"/>
              <a:pathLst>
                <a:path w="6075" h="5481" extrusionOk="0">
                  <a:moveTo>
                    <a:pt x="5540" y="1"/>
                  </a:moveTo>
                  <a:cubicBezTo>
                    <a:pt x="4607" y="9"/>
                    <a:pt x="756" y="43"/>
                    <a:pt x="391" y="60"/>
                  </a:cubicBezTo>
                  <a:cubicBezTo>
                    <a:pt x="247" y="501"/>
                    <a:pt x="196" y="993"/>
                    <a:pt x="162" y="1502"/>
                  </a:cubicBezTo>
                  <a:cubicBezTo>
                    <a:pt x="1" y="4149"/>
                    <a:pt x="1434" y="5481"/>
                    <a:pt x="2987" y="5481"/>
                  </a:cubicBezTo>
                  <a:cubicBezTo>
                    <a:pt x="4539" y="5481"/>
                    <a:pt x="6074" y="3878"/>
                    <a:pt x="5786" y="1502"/>
                  </a:cubicBezTo>
                  <a:cubicBezTo>
                    <a:pt x="5727" y="968"/>
                    <a:pt x="5701" y="459"/>
                    <a:pt x="5540" y="1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65"/>
            <p:cNvSpPr/>
            <p:nvPr/>
          </p:nvSpPr>
          <p:spPr>
            <a:xfrm>
              <a:off x="1571733" y="1049043"/>
              <a:ext cx="127449" cy="625495"/>
            </a:xfrm>
            <a:custGeom>
              <a:avLst/>
              <a:gdLst/>
              <a:ahLst/>
              <a:cxnLst/>
              <a:rect l="l" t="t" r="r" b="b"/>
              <a:pathLst>
                <a:path w="543" h="2665" extrusionOk="0">
                  <a:moveTo>
                    <a:pt x="127" y="0"/>
                  </a:moveTo>
                  <a:lnTo>
                    <a:pt x="127" y="0"/>
                  </a:lnTo>
                  <a:cubicBezTo>
                    <a:pt x="229" y="347"/>
                    <a:pt x="288" y="736"/>
                    <a:pt x="288" y="1141"/>
                  </a:cubicBezTo>
                  <a:lnTo>
                    <a:pt x="288" y="1141"/>
                  </a:lnTo>
                  <a:cubicBezTo>
                    <a:pt x="288" y="1708"/>
                    <a:pt x="178" y="2224"/>
                    <a:pt x="0" y="2664"/>
                  </a:cubicBezTo>
                  <a:cubicBezTo>
                    <a:pt x="322" y="2316"/>
                    <a:pt x="543" y="1638"/>
                    <a:pt x="543" y="857"/>
                  </a:cubicBezTo>
                  <a:cubicBezTo>
                    <a:pt x="543" y="594"/>
                    <a:pt x="518" y="340"/>
                    <a:pt x="475" y="102"/>
                  </a:cubicBezTo>
                  <a:cubicBezTo>
                    <a:pt x="458" y="77"/>
                    <a:pt x="450" y="43"/>
                    <a:pt x="433" y="9"/>
                  </a:cubicBezTo>
                  <a:cubicBezTo>
                    <a:pt x="390" y="9"/>
                    <a:pt x="280" y="9"/>
                    <a:pt x="1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65"/>
            <p:cNvSpPr/>
            <p:nvPr/>
          </p:nvSpPr>
          <p:spPr>
            <a:xfrm>
              <a:off x="275429" y="2112283"/>
              <a:ext cx="1798132" cy="163591"/>
            </a:xfrm>
            <a:custGeom>
              <a:avLst/>
              <a:gdLst/>
              <a:ahLst/>
              <a:cxnLst/>
              <a:rect l="l" t="t" r="r" b="b"/>
              <a:pathLst>
                <a:path w="7661" h="697" extrusionOk="0">
                  <a:moveTo>
                    <a:pt x="68" y="0"/>
                  </a:moveTo>
                  <a:cubicBezTo>
                    <a:pt x="43" y="136"/>
                    <a:pt x="18" y="246"/>
                    <a:pt x="1" y="348"/>
                  </a:cubicBezTo>
                  <a:cubicBezTo>
                    <a:pt x="1284" y="609"/>
                    <a:pt x="2588" y="697"/>
                    <a:pt x="3763" y="697"/>
                  </a:cubicBezTo>
                  <a:cubicBezTo>
                    <a:pt x="5531" y="697"/>
                    <a:pt x="7003" y="498"/>
                    <a:pt x="7661" y="391"/>
                  </a:cubicBezTo>
                  <a:lnTo>
                    <a:pt x="7576" y="43"/>
                  </a:lnTo>
                  <a:cubicBezTo>
                    <a:pt x="6882" y="149"/>
                    <a:pt x="5456" y="334"/>
                    <a:pt x="3756" y="334"/>
                  </a:cubicBezTo>
                  <a:cubicBezTo>
                    <a:pt x="2608" y="334"/>
                    <a:pt x="1335" y="250"/>
                    <a:pt x="7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65"/>
            <p:cNvSpPr/>
            <p:nvPr/>
          </p:nvSpPr>
          <p:spPr>
            <a:xfrm>
              <a:off x="247498" y="2073086"/>
              <a:ext cx="1853994" cy="162887"/>
            </a:xfrm>
            <a:custGeom>
              <a:avLst/>
              <a:gdLst/>
              <a:ahLst/>
              <a:cxnLst/>
              <a:rect l="l" t="t" r="r" b="b"/>
              <a:pathLst>
                <a:path w="7899" h="694" extrusionOk="0">
                  <a:moveTo>
                    <a:pt x="181" y="0"/>
                  </a:moveTo>
                  <a:cubicBezTo>
                    <a:pt x="109" y="0"/>
                    <a:pt x="41" y="54"/>
                    <a:pt x="26" y="125"/>
                  </a:cubicBezTo>
                  <a:lnTo>
                    <a:pt x="26" y="133"/>
                  </a:lnTo>
                  <a:cubicBezTo>
                    <a:pt x="1" y="218"/>
                    <a:pt x="60" y="312"/>
                    <a:pt x="154" y="328"/>
                  </a:cubicBezTo>
                  <a:cubicBezTo>
                    <a:pt x="1418" y="602"/>
                    <a:pt x="2713" y="693"/>
                    <a:pt x="3874" y="693"/>
                  </a:cubicBezTo>
                  <a:cubicBezTo>
                    <a:pt x="5734" y="693"/>
                    <a:pt x="7250" y="460"/>
                    <a:pt x="7746" y="371"/>
                  </a:cubicBezTo>
                  <a:cubicBezTo>
                    <a:pt x="7839" y="362"/>
                    <a:pt x="7899" y="269"/>
                    <a:pt x="7873" y="176"/>
                  </a:cubicBezTo>
                  <a:lnTo>
                    <a:pt x="7873" y="167"/>
                  </a:lnTo>
                  <a:cubicBezTo>
                    <a:pt x="7858" y="93"/>
                    <a:pt x="7792" y="45"/>
                    <a:pt x="7719" y="45"/>
                  </a:cubicBezTo>
                  <a:cubicBezTo>
                    <a:pt x="7708" y="45"/>
                    <a:pt x="7697" y="46"/>
                    <a:pt x="7686" y="49"/>
                  </a:cubicBezTo>
                  <a:cubicBezTo>
                    <a:pt x="7136" y="137"/>
                    <a:pt x="5663" y="352"/>
                    <a:pt x="3868" y="352"/>
                  </a:cubicBezTo>
                  <a:cubicBezTo>
                    <a:pt x="2731" y="352"/>
                    <a:pt x="1465" y="266"/>
                    <a:pt x="221" y="6"/>
                  </a:cubicBezTo>
                  <a:cubicBezTo>
                    <a:pt x="208" y="2"/>
                    <a:pt x="194" y="0"/>
                    <a:pt x="1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65"/>
            <p:cNvSpPr/>
            <p:nvPr/>
          </p:nvSpPr>
          <p:spPr>
            <a:xfrm>
              <a:off x="498403" y="1038950"/>
              <a:ext cx="1332228" cy="143641"/>
            </a:xfrm>
            <a:custGeom>
              <a:avLst/>
              <a:gdLst/>
              <a:ahLst/>
              <a:cxnLst/>
              <a:rect l="l" t="t" r="r" b="b"/>
              <a:pathLst>
                <a:path w="5676" h="612" extrusionOk="0">
                  <a:moveTo>
                    <a:pt x="5667" y="593"/>
                  </a:moveTo>
                  <a:lnTo>
                    <a:pt x="5667" y="595"/>
                  </a:lnTo>
                  <a:lnTo>
                    <a:pt x="5676" y="595"/>
                  </a:lnTo>
                  <a:cubicBezTo>
                    <a:pt x="5673" y="594"/>
                    <a:pt x="5670" y="594"/>
                    <a:pt x="5667" y="593"/>
                  </a:cubicBezTo>
                  <a:close/>
                  <a:moveTo>
                    <a:pt x="5532" y="1"/>
                  </a:moveTo>
                  <a:cubicBezTo>
                    <a:pt x="5532" y="1"/>
                    <a:pt x="230" y="43"/>
                    <a:pt x="153" y="60"/>
                  </a:cubicBezTo>
                  <a:cubicBezTo>
                    <a:pt x="136" y="69"/>
                    <a:pt x="77" y="281"/>
                    <a:pt x="1" y="612"/>
                  </a:cubicBezTo>
                  <a:cubicBezTo>
                    <a:pt x="723" y="429"/>
                    <a:pt x="1650" y="351"/>
                    <a:pt x="2613" y="351"/>
                  </a:cubicBezTo>
                  <a:cubicBezTo>
                    <a:pt x="3661" y="351"/>
                    <a:pt x="4752" y="444"/>
                    <a:pt x="5667" y="593"/>
                  </a:cubicBezTo>
                  <a:lnTo>
                    <a:pt x="5667" y="593"/>
                  </a:lnTo>
                  <a:lnTo>
                    <a:pt x="553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65"/>
            <p:cNvSpPr/>
            <p:nvPr/>
          </p:nvSpPr>
          <p:spPr>
            <a:xfrm>
              <a:off x="406866" y="877704"/>
              <a:ext cx="1489486" cy="279067"/>
            </a:xfrm>
            <a:custGeom>
              <a:avLst/>
              <a:gdLst/>
              <a:ahLst/>
              <a:cxnLst/>
              <a:rect l="l" t="t" r="r" b="b"/>
              <a:pathLst>
                <a:path w="6346" h="1189" extrusionOk="0">
                  <a:moveTo>
                    <a:pt x="3283" y="1"/>
                  </a:moveTo>
                  <a:cubicBezTo>
                    <a:pt x="1561" y="1"/>
                    <a:pt x="238" y="332"/>
                    <a:pt x="119" y="366"/>
                  </a:cubicBezTo>
                  <a:cubicBezTo>
                    <a:pt x="0" y="408"/>
                    <a:pt x="425" y="1188"/>
                    <a:pt x="425" y="1188"/>
                  </a:cubicBezTo>
                  <a:cubicBezTo>
                    <a:pt x="1104" y="1007"/>
                    <a:pt x="2122" y="926"/>
                    <a:pt x="3173" y="926"/>
                  </a:cubicBezTo>
                  <a:cubicBezTo>
                    <a:pt x="4182" y="926"/>
                    <a:pt x="5222" y="1000"/>
                    <a:pt x="6023" y="1129"/>
                  </a:cubicBezTo>
                  <a:cubicBezTo>
                    <a:pt x="6023" y="1129"/>
                    <a:pt x="6346" y="612"/>
                    <a:pt x="6219" y="527"/>
                  </a:cubicBezTo>
                  <a:cubicBezTo>
                    <a:pt x="6100" y="450"/>
                    <a:pt x="5005" y="1"/>
                    <a:pt x="3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65"/>
            <p:cNvSpPr/>
            <p:nvPr/>
          </p:nvSpPr>
          <p:spPr>
            <a:xfrm>
              <a:off x="452635" y="877704"/>
              <a:ext cx="1405928" cy="195511"/>
            </a:xfrm>
            <a:custGeom>
              <a:avLst/>
              <a:gdLst/>
              <a:ahLst/>
              <a:cxnLst/>
              <a:rect l="l" t="t" r="r" b="b"/>
              <a:pathLst>
                <a:path w="5990" h="833" extrusionOk="0">
                  <a:moveTo>
                    <a:pt x="3088" y="1"/>
                  </a:moveTo>
                  <a:cubicBezTo>
                    <a:pt x="1485" y="1"/>
                    <a:pt x="314" y="264"/>
                    <a:pt x="1" y="349"/>
                  </a:cubicBezTo>
                  <a:cubicBezTo>
                    <a:pt x="637" y="637"/>
                    <a:pt x="1841" y="832"/>
                    <a:pt x="3216" y="832"/>
                  </a:cubicBezTo>
                  <a:cubicBezTo>
                    <a:pt x="4318" y="832"/>
                    <a:pt x="5311" y="705"/>
                    <a:pt x="5990" y="510"/>
                  </a:cubicBezTo>
                  <a:cubicBezTo>
                    <a:pt x="5752" y="391"/>
                    <a:pt x="4692" y="1"/>
                    <a:pt x="3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65"/>
            <p:cNvSpPr/>
            <p:nvPr/>
          </p:nvSpPr>
          <p:spPr>
            <a:xfrm>
              <a:off x="1219199" y="2412948"/>
              <a:ext cx="87782" cy="268975"/>
            </a:xfrm>
            <a:custGeom>
              <a:avLst/>
              <a:gdLst/>
              <a:ahLst/>
              <a:cxnLst/>
              <a:rect l="l" t="t" r="r" b="b"/>
              <a:pathLst>
                <a:path w="374" h="1146" extrusionOk="0">
                  <a:moveTo>
                    <a:pt x="187" y="0"/>
                  </a:moveTo>
                  <a:cubicBezTo>
                    <a:pt x="85" y="0"/>
                    <a:pt x="9" y="509"/>
                    <a:pt x="1" y="1137"/>
                  </a:cubicBezTo>
                  <a:cubicBezTo>
                    <a:pt x="60" y="1095"/>
                    <a:pt x="111" y="1052"/>
                    <a:pt x="162" y="1018"/>
                  </a:cubicBezTo>
                  <a:cubicBezTo>
                    <a:pt x="162" y="1018"/>
                    <a:pt x="264" y="1112"/>
                    <a:pt x="374" y="1145"/>
                  </a:cubicBezTo>
                  <a:cubicBezTo>
                    <a:pt x="374" y="509"/>
                    <a:pt x="289" y="0"/>
                    <a:pt x="1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65"/>
            <p:cNvSpPr/>
            <p:nvPr/>
          </p:nvSpPr>
          <p:spPr>
            <a:xfrm>
              <a:off x="1573611" y="2444634"/>
              <a:ext cx="83792" cy="183541"/>
            </a:xfrm>
            <a:custGeom>
              <a:avLst/>
              <a:gdLst/>
              <a:ahLst/>
              <a:cxnLst/>
              <a:rect l="l" t="t" r="r" b="b"/>
              <a:pathLst>
                <a:path w="357" h="782" extrusionOk="0">
                  <a:moveTo>
                    <a:pt x="179" y="1"/>
                  </a:moveTo>
                  <a:cubicBezTo>
                    <a:pt x="102" y="1"/>
                    <a:pt x="34" y="315"/>
                    <a:pt x="1" y="747"/>
                  </a:cubicBezTo>
                  <a:cubicBezTo>
                    <a:pt x="119" y="688"/>
                    <a:pt x="204" y="620"/>
                    <a:pt x="204" y="620"/>
                  </a:cubicBezTo>
                  <a:cubicBezTo>
                    <a:pt x="204" y="620"/>
                    <a:pt x="264" y="714"/>
                    <a:pt x="357" y="781"/>
                  </a:cubicBezTo>
                  <a:cubicBezTo>
                    <a:pt x="331" y="332"/>
                    <a:pt x="255" y="1"/>
                    <a:pt x="1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65"/>
            <p:cNvSpPr/>
            <p:nvPr/>
          </p:nvSpPr>
          <p:spPr>
            <a:xfrm>
              <a:off x="815028" y="2452614"/>
              <a:ext cx="87782" cy="243157"/>
            </a:xfrm>
            <a:custGeom>
              <a:avLst/>
              <a:gdLst/>
              <a:ahLst/>
              <a:cxnLst/>
              <a:rect l="l" t="t" r="r" b="b"/>
              <a:pathLst>
                <a:path w="374" h="1036" extrusionOk="0">
                  <a:moveTo>
                    <a:pt x="187" y="1"/>
                  </a:moveTo>
                  <a:cubicBezTo>
                    <a:pt x="94" y="1"/>
                    <a:pt x="26" y="374"/>
                    <a:pt x="1" y="892"/>
                  </a:cubicBezTo>
                  <a:cubicBezTo>
                    <a:pt x="94" y="832"/>
                    <a:pt x="162" y="773"/>
                    <a:pt x="162" y="773"/>
                  </a:cubicBezTo>
                  <a:cubicBezTo>
                    <a:pt x="162" y="773"/>
                    <a:pt x="204" y="968"/>
                    <a:pt x="374" y="1036"/>
                  </a:cubicBezTo>
                  <a:cubicBezTo>
                    <a:pt x="357" y="450"/>
                    <a:pt x="280" y="1"/>
                    <a:pt x="1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65"/>
            <p:cNvSpPr/>
            <p:nvPr/>
          </p:nvSpPr>
          <p:spPr>
            <a:xfrm>
              <a:off x="460615" y="2480544"/>
              <a:ext cx="85905" cy="213349"/>
            </a:xfrm>
            <a:custGeom>
              <a:avLst/>
              <a:gdLst/>
              <a:ahLst/>
              <a:cxnLst/>
              <a:rect l="l" t="t" r="r" b="b"/>
              <a:pathLst>
                <a:path w="366" h="909" extrusionOk="0">
                  <a:moveTo>
                    <a:pt x="179" y="1"/>
                  </a:moveTo>
                  <a:cubicBezTo>
                    <a:pt x="94" y="1"/>
                    <a:pt x="26" y="365"/>
                    <a:pt x="1" y="857"/>
                  </a:cubicBezTo>
                  <a:cubicBezTo>
                    <a:pt x="68" y="824"/>
                    <a:pt x="128" y="773"/>
                    <a:pt x="128" y="773"/>
                  </a:cubicBezTo>
                  <a:cubicBezTo>
                    <a:pt x="128" y="773"/>
                    <a:pt x="179" y="900"/>
                    <a:pt x="365" y="908"/>
                  </a:cubicBezTo>
                  <a:cubicBezTo>
                    <a:pt x="340" y="391"/>
                    <a:pt x="272" y="1"/>
                    <a:pt x="1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65"/>
            <p:cNvSpPr/>
            <p:nvPr/>
          </p:nvSpPr>
          <p:spPr>
            <a:xfrm>
              <a:off x="633831" y="2568091"/>
              <a:ext cx="67832" cy="103975"/>
            </a:xfrm>
            <a:custGeom>
              <a:avLst/>
              <a:gdLst/>
              <a:ahLst/>
              <a:cxnLst/>
              <a:rect l="l" t="t" r="r" b="b"/>
              <a:pathLst>
                <a:path w="289" h="443" extrusionOk="0">
                  <a:moveTo>
                    <a:pt x="145" y="1"/>
                  </a:moveTo>
                  <a:cubicBezTo>
                    <a:pt x="85" y="1"/>
                    <a:pt x="34" y="179"/>
                    <a:pt x="1" y="442"/>
                  </a:cubicBezTo>
                  <a:cubicBezTo>
                    <a:pt x="85" y="408"/>
                    <a:pt x="145" y="366"/>
                    <a:pt x="145" y="366"/>
                  </a:cubicBezTo>
                  <a:cubicBezTo>
                    <a:pt x="145" y="366"/>
                    <a:pt x="204" y="400"/>
                    <a:pt x="289" y="425"/>
                  </a:cubicBezTo>
                  <a:cubicBezTo>
                    <a:pt x="255" y="171"/>
                    <a:pt x="204" y="1"/>
                    <a:pt x="1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65"/>
            <p:cNvSpPr/>
            <p:nvPr/>
          </p:nvSpPr>
          <p:spPr>
            <a:xfrm>
              <a:off x="1370587" y="2558234"/>
              <a:ext cx="63842" cy="91771"/>
            </a:xfrm>
            <a:custGeom>
              <a:avLst/>
              <a:gdLst/>
              <a:ahLst/>
              <a:cxnLst/>
              <a:rect l="l" t="t" r="r" b="b"/>
              <a:pathLst>
                <a:path w="272" h="391" extrusionOk="0">
                  <a:moveTo>
                    <a:pt x="144" y="0"/>
                  </a:moveTo>
                  <a:cubicBezTo>
                    <a:pt x="85" y="0"/>
                    <a:pt x="43" y="153"/>
                    <a:pt x="0" y="391"/>
                  </a:cubicBezTo>
                  <a:cubicBezTo>
                    <a:pt x="43" y="331"/>
                    <a:pt x="68" y="272"/>
                    <a:pt x="68" y="272"/>
                  </a:cubicBezTo>
                  <a:cubicBezTo>
                    <a:pt x="68" y="272"/>
                    <a:pt x="153" y="297"/>
                    <a:pt x="272" y="323"/>
                  </a:cubicBezTo>
                  <a:cubicBezTo>
                    <a:pt x="238" y="119"/>
                    <a:pt x="195" y="0"/>
                    <a:pt x="14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65"/>
            <p:cNvSpPr/>
            <p:nvPr/>
          </p:nvSpPr>
          <p:spPr>
            <a:xfrm>
              <a:off x="1768655" y="2540396"/>
              <a:ext cx="61964" cy="97638"/>
            </a:xfrm>
            <a:custGeom>
              <a:avLst/>
              <a:gdLst/>
              <a:ahLst/>
              <a:cxnLst/>
              <a:rect l="l" t="t" r="r" b="b"/>
              <a:pathLst>
                <a:path w="264" h="416" extrusionOk="0">
                  <a:moveTo>
                    <a:pt x="128" y="0"/>
                  </a:moveTo>
                  <a:cubicBezTo>
                    <a:pt x="77" y="0"/>
                    <a:pt x="35" y="127"/>
                    <a:pt x="1" y="331"/>
                  </a:cubicBezTo>
                  <a:cubicBezTo>
                    <a:pt x="43" y="289"/>
                    <a:pt x="69" y="246"/>
                    <a:pt x="69" y="246"/>
                  </a:cubicBezTo>
                  <a:cubicBezTo>
                    <a:pt x="69" y="246"/>
                    <a:pt x="162" y="339"/>
                    <a:pt x="264" y="416"/>
                  </a:cubicBezTo>
                  <a:cubicBezTo>
                    <a:pt x="230" y="161"/>
                    <a:pt x="179" y="0"/>
                    <a:pt x="1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65"/>
            <p:cNvSpPr/>
            <p:nvPr/>
          </p:nvSpPr>
          <p:spPr>
            <a:xfrm>
              <a:off x="992234" y="2558234"/>
              <a:ext cx="69944" cy="115711"/>
            </a:xfrm>
            <a:custGeom>
              <a:avLst/>
              <a:gdLst/>
              <a:ahLst/>
              <a:cxnLst/>
              <a:rect l="l" t="t" r="r" b="b"/>
              <a:pathLst>
                <a:path w="298" h="493" extrusionOk="0">
                  <a:moveTo>
                    <a:pt x="145" y="0"/>
                  </a:moveTo>
                  <a:cubicBezTo>
                    <a:pt x="146" y="0"/>
                    <a:pt x="148" y="1"/>
                    <a:pt x="149" y="1"/>
                  </a:cubicBezTo>
                  <a:lnTo>
                    <a:pt x="149" y="1"/>
                  </a:lnTo>
                  <a:cubicBezTo>
                    <a:pt x="150" y="1"/>
                    <a:pt x="152" y="0"/>
                    <a:pt x="153" y="0"/>
                  </a:cubicBezTo>
                  <a:close/>
                  <a:moveTo>
                    <a:pt x="149" y="1"/>
                  </a:moveTo>
                  <a:cubicBezTo>
                    <a:pt x="83" y="9"/>
                    <a:pt x="34" y="202"/>
                    <a:pt x="0" y="493"/>
                  </a:cubicBezTo>
                  <a:cubicBezTo>
                    <a:pt x="60" y="459"/>
                    <a:pt x="119" y="425"/>
                    <a:pt x="162" y="408"/>
                  </a:cubicBezTo>
                  <a:cubicBezTo>
                    <a:pt x="166" y="407"/>
                    <a:pt x="171" y="406"/>
                    <a:pt x="176" y="406"/>
                  </a:cubicBezTo>
                  <a:cubicBezTo>
                    <a:pt x="209" y="406"/>
                    <a:pt x="253" y="430"/>
                    <a:pt x="297" y="467"/>
                  </a:cubicBezTo>
                  <a:cubicBezTo>
                    <a:pt x="264" y="185"/>
                    <a:pt x="215" y="8"/>
                    <a:pt x="1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51" name="Google Shape;2751;p65"/>
          <p:cNvGrpSpPr/>
          <p:nvPr/>
        </p:nvGrpSpPr>
        <p:grpSpPr>
          <a:xfrm>
            <a:off x="5132324" y="3297476"/>
            <a:ext cx="3903858" cy="1826856"/>
            <a:chOff x="-1294235" y="2130167"/>
            <a:chExt cx="859843" cy="402382"/>
          </a:xfrm>
        </p:grpSpPr>
        <p:sp>
          <p:nvSpPr>
            <p:cNvPr id="2752" name="Google Shape;2752;p65"/>
            <p:cNvSpPr/>
            <p:nvPr/>
          </p:nvSpPr>
          <p:spPr>
            <a:xfrm>
              <a:off x="-678565" y="2155913"/>
              <a:ext cx="43569" cy="20853"/>
            </a:xfrm>
            <a:custGeom>
              <a:avLst/>
              <a:gdLst/>
              <a:ahLst/>
              <a:cxnLst/>
              <a:rect l="l" t="t" r="r" b="b"/>
              <a:pathLst>
                <a:path w="374" h="179" extrusionOk="0">
                  <a:moveTo>
                    <a:pt x="0" y="0"/>
                  </a:moveTo>
                  <a:lnTo>
                    <a:pt x="0" y="178"/>
                  </a:lnTo>
                  <a:lnTo>
                    <a:pt x="374" y="178"/>
                  </a:lnTo>
                  <a:lnTo>
                    <a:pt x="3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65"/>
            <p:cNvSpPr/>
            <p:nvPr/>
          </p:nvSpPr>
          <p:spPr>
            <a:xfrm>
              <a:off x="-568945" y="2146943"/>
              <a:ext cx="77236" cy="39726"/>
            </a:xfrm>
            <a:custGeom>
              <a:avLst/>
              <a:gdLst/>
              <a:ahLst/>
              <a:cxnLst/>
              <a:rect l="l" t="t" r="r" b="b"/>
              <a:pathLst>
                <a:path w="663" h="341" extrusionOk="0">
                  <a:moveTo>
                    <a:pt x="663" y="1"/>
                  </a:moveTo>
                  <a:lnTo>
                    <a:pt x="1" y="35"/>
                  </a:lnTo>
                  <a:lnTo>
                    <a:pt x="9" y="340"/>
                  </a:lnTo>
                  <a:lnTo>
                    <a:pt x="663" y="315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65"/>
            <p:cNvSpPr/>
            <p:nvPr/>
          </p:nvSpPr>
          <p:spPr>
            <a:xfrm>
              <a:off x="-1294235" y="2185503"/>
              <a:ext cx="147366" cy="347046"/>
            </a:xfrm>
            <a:custGeom>
              <a:avLst/>
              <a:gdLst/>
              <a:ahLst/>
              <a:cxnLst/>
              <a:rect l="l" t="t" r="r" b="b"/>
              <a:pathLst>
                <a:path w="1265" h="2979" extrusionOk="0">
                  <a:moveTo>
                    <a:pt x="111" y="1"/>
                  </a:moveTo>
                  <a:lnTo>
                    <a:pt x="0" y="2978"/>
                  </a:lnTo>
                  <a:lnTo>
                    <a:pt x="1264" y="2978"/>
                  </a:lnTo>
                  <a:lnTo>
                    <a:pt x="1154" y="85"/>
                  </a:lnTo>
                  <a:lnTo>
                    <a:pt x="1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65"/>
            <p:cNvSpPr/>
            <p:nvPr/>
          </p:nvSpPr>
          <p:spPr>
            <a:xfrm>
              <a:off x="-693360" y="2130167"/>
              <a:ext cx="98904" cy="402382"/>
            </a:xfrm>
            <a:custGeom>
              <a:avLst/>
              <a:gdLst/>
              <a:ahLst/>
              <a:cxnLst/>
              <a:rect l="l" t="t" r="r" b="b"/>
              <a:pathLst>
                <a:path w="849" h="3454" extrusionOk="0">
                  <a:moveTo>
                    <a:pt x="0" y="1"/>
                  </a:moveTo>
                  <a:lnTo>
                    <a:pt x="26" y="3453"/>
                  </a:lnTo>
                  <a:lnTo>
                    <a:pt x="848" y="3453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65"/>
            <p:cNvSpPr/>
            <p:nvPr/>
          </p:nvSpPr>
          <p:spPr>
            <a:xfrm>
              <a:off x="-584671" y="2130167"/>
              <a:ext cx="150279" cy="402382"/>
            </a:xfrm>
            <a:custGeom>
              <a:avLst/>
              <a:gdLst/>
              <a:ahLst/>
              <a:cxnLst/>
              <a:rect l="l" t="t" r="r" b="b"/>
              <a:pathLst>
                <a:path w="1290" h="3454" extrusionOk="0">
                  <a:moveTo>
                    <a:pt x="0" y="1"/>
                  </a:moveTo>
                  <a:lnTo>
                    <a:pt x="51" y="3453"/>
                  </a:lnTo>
                  <a:lnTo>
                    <a:pt x="1290" y="3453"/>
                  </a:lnTo>
                  <a:lnTo>
                    <a:pt x="10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65"/>
            <p:cNvSpPr/>
            <p:nvPr/>
          </p:nvSpPr>
          <p:spPr>
            <a:xfrm>
              <a:off x="-834667" y="2163835"/>
              <a:ext cx="131523" cy="368715"/>
            </a:xfrm>
            <a:custGeom>
              <a:avLst/>
              <a:gdLst/>
              <a:ahLst/>
              <a:cxnLst/>
              <a:rect l="l" t="t" r="r" b="b"/>
              <a:pathLst>
                <a:path w="1129" h="3165" extrusionOk="0">
                  <a:moveTo>
                    <a:pt x="0" y="0"/>
                  </a:moveTo>
                  <a:lnTo>
                    <a:pt x="34" y="3164"/>
                  </a:lnTo>
                  <a:lnTo>
                    <a:pt x="1128" y="3164"/>
                  </a:lnTo>
                  <a:lnTo>
                    <a:pt x="1009" y="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65"/>
            <p:cNvSpPr/>
            <p:nvPr/>
          </p:nvSpPr>
          <p:spPr>
            <a:xfrm>
              <a:off x="-915747" y="2158825"/>
              <a:ext cx="65354" cy="373724"/>
            </a:xfrm>
            <a:custGeom>
              <a:avLst/>
              <a:gdLst/>
              <a:ahLst/>
              <a:cxnLst/>
              <a:rect l="l" t="t" r="r" b="b"/>
              <a:pathLst>
                <a:path w="561" h="3208" extrusionOk="0">
                  <a:moveTo>
                    <a:pt x="0" y="1"/>
                  </a:moveTo>
                  <a:lnTo>
                    <a:pt x="26" y="3207"/>
                  </a:lnTo>
                  <a:lnTo>
                    <a:pt x="560" y="3207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65"/>
            <p:cNvSpPr/>
            <p:nvPr/>
          </p:nvSpPr>
          <p:spPr>
            <a:xfrm>
              <a:off x="-1146987" y="2279400"/>
              <a:ext cx="123601" cy="253149"/>
            </a:xfrm>
            <a:custGeom>
              <a:avLst/>
              <a:gdLst/>
              <a:ahLst/>
              <a:cxnLst/>
              <a:rect l="l" t="t" r="r" b="b"/>
              <a:pathLst>
                <a:path w="1061" h="2173" extrusionOk="0">
                  <a:moveTo>
                    <a:pt x="0" y="1"/>
                  </a:moveTo>
                  <a:lnTo>
                    <a:pt x="111" y="2172"/>
                  </a:lnTo>
                  <a:lnTo>
                    <a:pt x="1061" y="2172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65"/>
            <p:cNvSpPr/>
            <p:nvPr/>
          </p:nvSpPr>
          <p:spPr>
            <a:xfrm>
              <a:off x="-1007660" y="2188532"/>
              <a:ext cx="86090" cy="344017"/>
            </a:xfrm>
            <a:custGeom>
              <a:avLst/>
              <a:gdLst/>
              <a:ahLst/>
              <a:cxnLst/>
              <a:rect l="l" t="t" r="r" b="b"/>
              <a:pathLst>
                <a:path w="739" h="2953" extrusionOk="0">
                  <a:moveTo>
                    <a:pt x="0" y="0"/>
                  </a:moveTo>
                  <a:lnTo>
                    <a:pt x="26" y="2952"/>
                  </a:lnTo>
                  <a:lnTo>
                    <a:pt x="739" y="2952"/>
                  </a:lnTo>
                  <a:lnTo>
                    <a:pt x="662" y="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65"/>
            <p:cNvSpPr/>
            <p:nvPr/>
          </p:nvSpPr>
          <p:spPr>
            <a:xfrm>
              <a:off x="-671692" y="2496784"/>
              <a:ext cx="60461" cy="22834"/>
            </a:xfrm>
            <a:custGeom>
              <a:avLst/>
              <a:gdLst/>
              <a:ahLst/>
              <a:cxnLst/>
              <a:rect l="l" t="t" r="r" b="b"/>
              <a:pathLst>
                <a:path w="519" h="196" extrusionOk="0">
                  <a:moveTo>
                    <a:pt x="1" y="1"/>
                  </a:moveTo>
                  <a:lnTo>
                    <a:pt x="1" y="196"/>
                  </a:lnTo>
                  <a:lnTo>
                    <a:pt x="518" y="196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65"/>
            <p:cNvSpPr/>
            <p:nvPr/>
          </p:nvSpPr>
          <p:spPr>
            <a:xfrm>
              <a:off x="-672624" y="2457291"/>
              <a:ext cx="60344" cy="23882"/>
            </a:xfrm>
            <a:custGeom>
              <a:avLst/>
              <a:gdLst/>
              <a:ahLst/>
              <a:cxnLst/>
              <a:rect l="l" t="t" r="r" b="b"/>
              <a:pathLst>
                <a:path w="518" h="205" extrusionOk="0">
                  <a:moveTo>
                    <a:pt x="0" y="0"/>
                  </a:moveTo>
                  <a:lnTo>
                    <a:pt x="0" y="204"/>
                  </a:lnTo>
                  <a:lnTo>
                    <a:pt x="518" y="204"/>
                  </a:lnTo>
                  <a:lnTo>
                    <a:pt x="5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65"/>
            <p:cNvSpPr/>
            <p:nvPr/>
          </p:nvSpPr>
          <p:spPr>
            <a:xfrm>
              <a:off x="-801117" y="2484901"/>
              <a:ext cx="67334" cy="30755"/>
            </a:xfrm>
            <a:custGeom>
              <a:avLst/>
              <a:gdLst/>
              <a:ahLst/>
              <a:cxnLst/>
              <a:rect l="l" t="t" r="r" b="b"/>
              <a:pathLst>
                <a:path w="578" h="264" extrusionOk="0">
                  <a:moveTo>
                    <a:pt x="0" y="1"/>
                  </a:moveTo>
                  <a:lnTo>
                    <a:pt x="9" y="264"/>
                  </a:lnTo>
                  <a:lnTo>
                    <a:pt x="577" y="264"/>
                  </a:lnTo>
                  <a:lnTo>
                    <a:pt x="5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65"/>
            <p:cNvSpPr/>
            <p:nvPr/>
          </p:nvSpPr>
          <p:spPr>
            <a:xfrm>
              <a:off x="-904913" y="2501793"/>
              <a:ext cx="40657" cy="17824"/>
            </a:xfrm>
            <a:custGeom>
              <a:avLst/>
              <a:gdLst/>
              <a:ahLst/>
              <a:cxnLst/>
              <a:rect l="l" t="t" r="r" b="b"/>
              <a:pathLst>
                <a:path w="349" h="153" extrusionOk="0">
                  <a:moveTo>
                    <a:pt x="1" y="0"/>
                  </a:moveTo>
                  <a:lnTo>
                    <a:pt x="1" y="153"/>
                  </a:lnTo>
                  <a:lnTo>
                    <a:pt x="349" y="153"/>
                  </a:lnTo>
                  <a:lnTo>
                    <a:pt x="3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65"/>
            <p:cNvSpPr/>
            <p:nvPr/>
          </p:nvSpPr>
          <p:spPr>
            <a:xfrm>
              <a:off x="-991817" y="2475115"/>
              <a:ext cx="47530" cy="42522"/>
            </a:xfrm>
            <a:custGeom>
              <a:avLst/>
              <a:gdLst/>
              <a:ahLst/>
              <a:cxnLst/>
              <a:rect l="l" t="t" r="r" b="b"/>
              <a:pathLst>
                <a:path w="408" h="365" extrusionOk="0">
                  <a:moveTo>
                    <a:pt x="0" y="0"/>
                  </a:moveTo>
                  <a:lnTo>
                    <a:pt x="9" y="365"/>
                  </a:lnTo>
                  <a:lnTo>
                    <a:pt x="407" y="365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65"/>
            <p:cNvSpPr/>
            <p:nvPr/>
          </p:nvSpPr>
          <p:spPr>
            <a:xfrm>
              <a:off x="-1256724" y="2204259"/>
              <a:ext cx="57432" cy="38677"/>
            </a:xfrm>
            <a:custGeom>
              <a:avLst/>
              <a:gdLst/>
              <a:ahLst/>
              <a:cxnLst/>
              <a:rect l="l" t="t" r="r" b="b"/>
              <a:pathLst>
                <a:path w="493" h="332" extrusionOk="0">
                  <a:moveTo>
                    <a:pt x="1" y="1"/>
                  </a:moveTo>
                  <a:lnTo>
                    <a:pt x="1" y="306"/>
                  </a:lnTo>
                  <a:lnTo>
                    <a:pt x="493" y="332"/>
                  </a:lnTo>
                  <a:lnTo>
                    <a:pt x="484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65"/>
            <p:cNvSpPr/>
            <p:nvPr/>
          </p:nvSpPr>
          <p:spPr>
            <a:xfrm>
              <a:off x="-565916" y="2481989"/>
              <a:ext cx="111719" cy="38677"/>
            </a:xfrm>
            <a:custGeom>
              <a:avLst/>
              <a:gdLst/>
              <a:ahLst/>
              <a:cxnLst/>
              <a:rect l="l" t="t" r="r" b="b"/>
              <a:pathLst>
                <a:path w="959" h="332" extrusionOk="0">
                  <a:moveTo>
                    <a:pt x="0" y="1"/>
                  </a:moveTo>
                  <a:lnTo>
                    <a:pt x="9" y="314"/>
                  </a:lnTo>
                  <a:lnTo>
                    <a:pt x="959" y="331"/>
                  </a:lnTo>
                  <a:lnTo>
                    <a:pt x="942" y="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65"/>
            <p:cNvSpPr/>
            <p:nvPr/>
          </p:nvSpPr>
          <p:spPr>
            <a:xfrm>
              <a:off x="-1126251" y="2494803"/>
              <a:ext cx="85158" cy="22834"/>
            </a:xfrm>
            <a:custGeom>
              <a:avLst/>
              <a:gdLst/>
              <a:ahLst/>
              <a:cxnLst/>
              <a:rect l="l" t="t" r="r" b="b"/>
              <a:pathLst>
                <a:path w="731" h="196" extrusionOk="0">
                  <a:moveTo>
                    <a:pt x="1" y="1"/>
                  </a:moveTo>
                  <a:lnTo>
                    <a:pt x="9" y="196"/>
                  </a:lnTo>
                  <a:lnTo>
                    <a:pt x="730" y="196"/>
                  </a:lnTo>
                  <a:lnTo>
                    <a:pt x="72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9" name="Google Shape;2769;p65"/>
          <p:cNvGrpSpPr/>
          <p:nvPr/>
        </p:nvGrpSpPr>
        <p:grpSpPr>
          <a:xfrm>
            <a:off x="1075975" y="3503269"/>
            <a:ext cx="3968311" cy="1621089"/>
            <a:chOff x="-2184318" y="2154918"/>
            <a:chExt cx="863803" cy="352871"/>
          </a:xfrm>
        </p:grpSpPr>
        <p:sp>
          <p:nvSpPr>
            <p:cNvPr id="2770" name="Google Shape;2770;p65"/>
            <p:cNvSpPr/>
            <p:nvPr/>
          </p:nvSpPr>
          <p:spPr>
            <a:xfrm>
              <a:off x="-2184318" y="2154918"/>
              <a:ext cx="150279" cy="352871"/>
            </a:xfrm>
            <a:custGeom>
              <a:avLst/>
              <a:gdLst/>
              <a:ahLst/>
              <a:cxnLst/>
              <a:rect l="l" t="t" r="r" b="b"/>
              <a:pathLst>
                <a:path w="1290" h="3029" extrusionOk="0">
                  <a:moveTo>
                    <a:pt x="0" y="0"/>
                  </a:moveTo>
                  <a:lnTo>
                    <a:pt x="51" y="3028"/>
                  </a:lnTo>
                  <a:lnTo>
                    <a:pt x="1289" y="3028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65"/>
            <p:cNvSpPr/>
            <p:nvPr/>
          </p:nvSpPr>
          <p:spPr>
            <a:xfrm>
              <a:off x="-1419535" y="2154918"/>
              <a:ext cx="99021" cy="352871"/>
            </a:xfrm>
            <a:custGeom>
              <a:avLst/>
              <a:gdLst/>
              <a:ahLst/>
              <a:cxnLst/>
              <a:rect l="l" t="t" r="r" b="b"/>
              <a:pathLst>
                <a:path w="850" h="3029" extrusionOk="0">
                  <a:moveTo>
                    <a:pt x="1" y="0"/>
                  </a:moveTo>
                  <a:lnTo>
                    <a:pt x="35" y="3028"/>
                  </a:lnTo>
                  <a:lnTo>
                    <a:pt x="849" y="3028"/>
                  </a:lnTo>
                  <a:lnTo>
                    <a:pt x="67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65"/>
            <p:cNvSpPr/>
            <p:nvPr/>
          </p:nvSpPr>
          <p:spPr>
            <a:xfrm>
              <a:off x="-2018314" y="2154918"/>
              <a:ext cx="131523" cy="352871"/>
            </a:xfrm>
            <a:custGeom>
              <a:avLst/>
              <a:gdLst/>
              <a:ahLst/>
              <a:cxnLst/>
              <a:rect l="l" t="t" r="r" b="b"/>
              <a:pathLst>
                <a:path w="1129" h="3029" extrusionOk="0">
                  <a:moveTo>
                    <a:pt x="34" y="0"/>
                  </a:moveTo>
                  <a:lnTo>
                    <a:pt x="0" y="3028"/>
                  </a:lnTo>
                  <a:lnTo>
                    <a:pt x="1018" y="3028"/>
                  </a:lnTo>
                  <a:lnTo>
                    <a:pt x="11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65"/>
            <p:cNvSpPr/>
            <p:nvPr/>
          </p:nvSpPr>
          <p:spPr>
            <a:xfrm>
              <a:off x="-1662542" y="2252660"/>
              <a:ext cx="94943" cy="255130"/>
            </a:xfrm>
            <a:custGeom>
              <a:avLst/>
              <a:gdLst/>
              <a:ahLst/>
              <a:cxnLst/>
              <a:rect l="l" t="t" r="r" b="b"/>
              <a:pathLst>
                <a:path w="815" h="2190" extrusionOk="0">
                  <a:moveTo>
                    <a:pt x="42" y="1"/>
                  </a:moveTo>
                  <a:lnTo>
                    <a:pt x="0" y="2189"/>
                  </a:lnTo>
                  <a:lnTo>
                    <a:pt x="814" y="2189"/>
                  </a:lnTo>
                  <a:lnTo>
                    <a:pt x="7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65"/>
            <p:cNvSpPr/>
            <p:nvPr/>
          </p:nvSpPr>
          <p:spPr>
            <a:xfrm>
              <a:off x="-1753523" y="2154918"/>
              <a:ext cx="77236" cy="352871"/>
            </a:xfrm>
            <a:custGeom>
              <a:avLst/>
              <a:gdLst/>
              <a:ahLst/>
              <a:cxnLst/>
              <a:rect l="l" t="t" r="r" b="b"/>
              <a:pathLst>
                <a:path w="663" h="3029" extrusionOk="0">
                  <a:moveTo>
                    <a:pt x="1" y="0"/>
                  </a:moveTo>
                  <a:lnTo>
                    <a:pt x="68" y="3028"/>
                  </a:lnTo>
                  <a:lnTo>
                    <a:pt x="662" y="3028"/>
                  </a:lnTo>
                  <a:lnTo>
                    <a:pt x="6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65"/>
            <p:cNvSpPr/>
            <p:nvPr/>
          </p:nvSpPr>
          <p:spPr>
            <a:xfrm>
              <a:off x="-1886909" y="2189402"/>
              <a:ext cx="127562" cy="318388"/>
            </a:xfrm>
            <a:custGeom>
              <a:avLst/>
              <a:gdLst/>
              <a:ahLst/>
              <a:cxnLst/>
              <a:rect l="l" t="t" r="r" b="b"/>
              <a:pathLst>
                <a:path w="1095" h="2733" extrusionOk="0">
                  <a:moveTo>
                    <a:pt x="94" y="1"/>
                  </a:moveTo>
                  <a:lnTo>
                    <a:pt x="0" y="2732"/>
                  </a:lnTo>
                  <a:lnTo>
                    <a:pt x="1095" y="2732"/>
                  </a:lnTo>
                  <a:lnTo>
                    <a:pt x="993" y="77"/>
                  </a:lnTo>
                  <a:lnTo>
                    <a:pt x="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65"/>
            <p:cNvSpPr/>
            <p:nvPr/>
          </p:nvSpPr>
          <p:spPr>
            <a:xfrm>
              <a:off x="-1560842" y="2183577"/>
              <a:ext cx="131639" cy="324213"/>
            </a:xfrm>
            <a:custGeom>
              <a:avLst/>
              <a:gdLst/>
              <a:ahLst/>
              <a:cxnLst/>
              <a:rect l="l" t="t" r="r" b="b"/>
              <a:pathLst>
                <a:path w="1130" h="2783" extrusionOk="0">
                  <a:moveTo>
                    <a:pt x="1" y="0"/>
                  </a:moveTo>
                  <a:lnTo>
                    <a:pt x="35" y="2782"/>
                  </a:lnTo>
                  <a:lnTo>
                    <a:pt x="1129" y="2782"/>
                  </a:lnTo>
                  <a:lnTo>
                    <a:pt x="1010" y="4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65"/>
            <p:cNvSpPr/>
            <p:nvPr/>
          </p:nvSpPr>
          <p:spPr>
            <a:xfrm>
              <a:off x="-2000607" y="2469111"/>
              <a:ext cx="78168" cy="23882"/>
            </a:xfrm>
            <a:custGeom>
              <a:avLst/>
              <a:gdLst/>
              <a:ahLst/>
              <a:cxnLst/>
              <a:rect l="l" t="t" r="r" b="b"/>
              <a:pathLst>
                <a:path w="671" h="205" extrusionOk="0">
                  <a:moveTo>
                    <a:pt x="1" y="1"/>
                  </a:moveTo>
                  <a:lnTo>
                    <a:pt x="1" y="204"/>
                  </a:lnTo>
                  <a:lnTo>
                    <a:pt x="663" y="204"/>
                  </a:lnTo>
                  <a:lnTo>
                    <a:pt x="6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65"/>
            <p:cNvSpPr/>
            <p:nvPr/>
          </p:nvSpPr>
          <p:spPr>
            <a:xfrm>
              <a:off x="-1999558" y="2429619"/>
              <a:ext cx="78168" cy="23765"/>
            </a:xfrm>
            <a:custGeom>
              <a:avLst/>
              <a:gdLst/>
              <a:ahLst/>
              <a:cxnLst/>
              <a:rect l="l" t="t" r="r" b="b"/>
              <a:pathLst>
                <a:path w="671" h="204" extrusionOk="0">
                  <a:moveTo>
                    <a:pt x="9" y="0"/>
                  </a:moveTo>
                  <a:lnTo>
                    <a:pt x="0" y="204"/>
                  </a:lnTo>
                  <a:lnTo>
                    <a:pt x="670" y="204"/>
                  </a:lnTo>
                  <a:lnTo>
                    <a:pt x="6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65"/>
            <p:cNvSpPr/>
            <p:nvPr/>
          </p:nvSpPr>
          <p:spPr>
            <a:xfrm>
              <a:off x="-1862212" y="2459209"/>
              <a:ext cx="76188" cy="30755"/>
            </a:xfrm>
            <a:custGeom>
              <a:avLst/>
              <a:gdLst/>
              <a:ahLst/>
              <a:cxnLst/>
              <a:rect l="l" t="t" r="r" b="b"/>
              <a:pathLst>
                <a:path w="654" h="264" extrusionOk="0">
                  <a:moveTo>
                    <a:pt x="9" y="1"/>
                  </a:moveTo>
                  <a:lnTo>
                    <a:pt x="0" y="264"/>
                  </a:lnTo>
                  <a:lnTo>
                    <a:pt x="645" y="264"/>
                  </a:lnTo>
                  <a:lnTo>
                    <a:pt x="6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65"/>
            <p:cNvSpPr/>
            <p:nvPr/>
          </p:nvSpPr>
          <p:spPr>
            <a:xfrm>
              <a:off x="-2006548" y="2169713"/>
              <a:ext cx="87138" cy="20853"/>
            </a:xfrm>
            <a:custGeom>
              <a:avLst/>
              <a:gdLst/>
              <a:ahLst/>
              <a:cxnLst/>
              <a:rect l="l" t="t" r="r" b="b"/>
              <a:pathLst>
                <a:path w="748" h="179" extrusionOk="0">
                  <a:moveTo>
                    <a:pt x="1" y="0"/>
                  </a:moveTo>
                  <a:lnTo>
                    <a:pt x="1" y="178"/>
                  </a:lnTo>
                  <a:lnTo>
                    <a:pt x="747" y="178"/>
                  </a:lnTo>
                  <a:lnTo>
                    <a:pt x="7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65"/>
            <p:cNvSpPr/>
            <p:nvPr/>
          </p:nvSpPr>
          <p:spPr>
            <a:xfrm>
              <a:off x="-1644834" y="2473072"/>
              <a:ext cx="58480" cy="18873"/>
            </a:xfrm>
            <a:custGeom>
              <a:avLst/>
              <a:gdLst/>
              <a:ahLst/>
              <a:cxnLst/>
              <a:rect l="l" t="t" r="r" b="b"/>
              <a:pathLst>
                <a:path w="502" h="162" extrusionOk="0">
                  <a:moveTo>
                    <a:pt x="9" y="1"/>
                  </a:moveTo>
                  <a:lnTo>
                    <a:pt x="1" y="162"/>
                  </a:lnTo>
                  <a:lnTo>
                    <a:pt x="493" y="162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65"/>
            <p:cNvSpPr/>
            <p:nvPr/>
          </p:nvSpPr>
          <p:spPr>
            <a:xfrm>
              <a:off x="-1732787" y="2452336"/>
              <a:ext cx="46598" cy="44619"/>
            </a:xfrm>
            <a:custGeom>
              <a:avLst/>
              <a:gdLst/>
              <a:ahLst/>
              <a:cxnLst/>
              <a:rect l="l" t="t" r="r" b="b"/>
              <a:pathLst>
                <a:path w="400" h="383" extrusionOk="0">
                  <a:moveTo>
                    <a:pt x="399" y="0"/>
                  </a:moveTo>
                  <a:lnTo>
                    <a:pt x="1" y="17"/>
                  </a:lnTo>
                  <a:lnTo>
                    <a:pt x="1" y="382"/>
                  </a:lnTo>
                  <a:lnTo>
                    <a:pt x="399" y="365"/>
                  </a:lnTo>
                  <a:lnTo>
                    <a:pt x="39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65"/>
            <p:cNvSpPr/>
            <p:nvPr/>
          </p:nvSpPr>
          <p:spPr>
            <a:xfrm>
              <a:off x="-1533117" y="2202333"/>
              <a:ext cx="68266" cy="36697"/>
            </a:xfrm>
            <a:custGeom>
              <a:avLst/>
              <a:gdLst/>
              <a:ahLst/>
              <a:cxnLst/>
              <a:rect l="l" t="t" r="r" b="b"/>
              <a:pathLst>
                <a:path w="586" h="315" extrusionOk="0">
                  <a:moveTo>
                    <a:pt x="9" y="0"/>
                  </a:moveTo>
                  <a:lnTo>
                    <a:pt x="0" y="314"/>
                  </a:lnTo>
                  <a:lnTo>
                    <a:pt x="586" y="314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65"/>
            <p:cNvSpPr/>
            <p:nvPr/>
          </p:nvSpPr>
          <p:spPr>
            <a:xfrm>
              <a:off x="-1412546" y="2173674"/>
              <a:ext cx="55452" cy="38677"/>
            </a:xfrm>
            <a:custGeom>
              <a:avLst/>
              <a:gdLst/>
              <a:ahLst/>
              <a:cxnLst/>
              <a:rect l="l" t="t" r="r" b="b"/>
              <a:pathLst>
                <a:path w="476" h="332" extrusionOk="0">
                  <a:moveTo>
                    <a:pt x="9" y="0"/>
                  </a:moveTo>
                  <a:lnTo>
                    <a:pt x="0" y="306"/>
                  </a:lnTo>
                  <a:lnTo>
                    <a:pt x="467" y="331"/>
                  </a:lnTo>
                  <a:lnTo>
                    <a:pt x="475" y="17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65"/>
            <p:cNvSpPr/>
            <p:nvPr/>
          </p:nvSpPr>
          <p:spPr>
            <a:xfrm>
              <a:off x="-2153796" y="2449307"/>
              <a:ext cx="68383" cy="38677"/>
            </a:xfrm>
            <a:custGeom>
              <a:avLst/>
              <a:gdLst/>
              <a:ahLst/>
              <a:cxnLst/>
              <a:rect l="l" t="t" r="r" b="b"/>
              <a:pathLst>
                <a:path w="587" h="332" extrusionOk="0">
                  <a:moveTo>
                    <a:pt x="586" y="1"/>
                  </a:moveTo>
                  <a:lnTo>
                    <a:pt x="9" y="26"/>
                  </a:lnTo>
                  <a:lnTo>
                    <a:pt x="1" y="332"/>
                  </a:lnTo>
                  <a:lnTo>
                    <a:pt x="578" y="306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65"/>
            <p:cNvSpPr/>
            <p:nvPr/>
          </p:nvSpPr>
          <p:spPr>
            <a:xfrm>
              <a:off x="-2172552" y="2174606"/>
              <a:ext cx="87138" cy="37745"/>
            </a:xfrm>
            <a:custGeom>
              <a:avLst/>
              <a:gdLst/>
              <a:ahLst/>
              <a:cxnLst/>
              <a:rect l="l" t="t" r="r" b="b"/>
              <a:pathLst>
                <a:path w="748" h="324" extrusionOk="0">
                  <a:moveTo>
                    <a:pt x="747" y="1"/>
                  </a:moveTo>
                  <a:lnTo>
                    <a:pt x="9" y="18"/>
                  </a:lnTo>
                  <a:lnTo>
                    <a:pt x="1" y="323"/>
                  </a:lnTo>
                  <a:lnTo>
                    <a:pt x="739" y="315"/>
                  </a:lnTo>
                  <a:lnTo>
                    <a:pt x="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65"/>
            <p:cNvSpPr/>
            <p:nvPr/>
          </p:nvSpPr>
          <p:spPr>
            <a:xfrm>
              <a:off x="-1542087" y="2466199"/>
              <a:ext cx="90051" cy="27726"/>
            </a:xfrm>
            <a:custGeom>
              <a:avLst/>
              <a:gdLst/>
              <a:ahLst/>
              <a:cxnLst/>
              <a:rect l="l" t="t" r="r" b="b"/>
              <a:pathLst>
                <a:path w="773" h="238" extrusionOk="0">
                  <a:moveTo>
                    <a:pt x="1" y="0"/>
                  </a:moveTo>
                  <a:lnTo>
                    <a:pt x="18" y="238"/>
                  </a:lnTo>
                  <a:lnTo>
                    <a:pt x="773" y="238"/>
                  </a:lnTo>
                  <a:lnTo>
                    <a:pt x="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65"/>
            <p:cNvSpPr/>
            <p:nvPr/>
          </p:nvSpPr>
          <p:spPr>
            <a:xfrm>
              <a:off x="-1407653" y="2425658"/>
              <a:ext cx="68266" cy="73277"/>
            </a:xfrm>
            <a:custGeom>
              <a:avLst/>
              <a:gdLst/>
              <a:ahLst/>
              <a:cxnLst/>
              <a:rect l="l" t="t" r="r" b="b"/>
              <a:pathLst>
                <a:path w="586" h="629" extrusionOk="0">
                  <a:moveTo>
                    <a:pt x="1" y="0"/>
                  </a:moveTo>
                  <a:lnTo>
                    <a:pt x="9" y="628"/>
                  </a:lnTo>
                  <a:lnTo>
                    <a:pt x="586" y="628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p63"/>
          <p:cNvSpPr txBox="1">
            <a:spLocks noGrp="1"/>
          </p:cNvSpPr>
          <p:nvPr>
            <p:ph type="title" idx="21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Arquitectura de Folders</a:t>
            </a:r>
            <a:endParaRPr dirty="0"/>
          </a:p>
        </p:txBody>
      </p:sp>
      <p:sp>
        <p:nvSpPr>
          <p:cNvPr id="2354" name="Google Shape;2354;p63"/>
          <p:cNvSpPr txBox="1">
            <a:spLocks noGrp="1"/>
          </p:cNvSpPr>
          <p:nvPr>
            <p:ph type="subTitle" idx="13"/>
          </p:nvPr>
        </p:nvSpPr>
        <p:spPr>
          <a:xfrm>
            <a:off x="3884445" y="1415387"/>
            <a:ext cx="2247600" cy="28505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 dirty="0"/>
              <a:t>Spring </a:t>
            </a:r>
            <a:r>
              <a:rPr lang="es-MX" sz="1050" dirty="0" err="1"/>
              <a:t>Boot</a:t>
            </a:r>
            <a:r>
              <a:rPr lang="es-MX" sz="1050" dirty="0"/>
              <a:t> simplifica el desarrollo de aplicaciones Java ofreciendo configuraciones predeterminadas y una estructura fácil de usar, acelerando así el tiempo de desarrollo. Facilita la creación de aplicaciones robustas mediante su amplio ecosistema, que incluye gestión de dependencias, seguridad y soporte para servicios web. Además, su integración con Spring Framework proporciona un marco sólido para construir aplicaciones empresariales escalables y eficientes.</a:t>
            </a:r>
          </a:p>
        </p:txBody>
      </p:sp>
      <p:grpSp>
        <p:nvGrpSpPr>
          <p:cNvPr id="2359" name="Google Shape;2359;p63"/>
          <p:cNvGrpSpPr/>
          <p:nvPr/>
        </p:nvGrpSpPr>
        <p:grpSpPr>
          <a:xfrm>
            <a:off x="6750591" y="607857"/>
            <a:ext cx="1916494" cy="5028825"/>
            <a:chOff x="11317416" y="448182"/>
            <a:chExt cx="1916494" cy="5028825"/>
          </a:xfrm>
        </p:grpSpPr>
        <p:sp>
          <p:nvSpPr>
            <p:cNvPr id="2360" name="Google Shape;2360;p63"/>
            <p:cNvSpPr/>
            <p:nvPr/>
          </p:nvSpPr>
          <p:spPr>
            <a:xfrm>
              <a:off x="12055208" y="448182"/>
              <a:ext cx="440921" cy="398781"/>
            </a:xfrm>
            <a:custGeom>
              <a:avLst/>
              <a:gdLst/>
              <a:ahLst/>
              <a:cxnLst/>
              <a:rect l="l" t="t" r="r" b="b"/>
              <a:pathLst>
                <a:path w="3275" h="2962" extrusionOk="0">
                  <a:moveTo>
                    <a:pt x="1641" y="0"/>
                  </a:moveTo>
                  <a:cubicBezTo>
                    <a:pt x="1514" y="0"/>
                    <a:pt x="1384" y="17"/>
                    <a:pt x="1256" y="51"/>
                  </a:cubicBezTo>
                  <a:cubicBezTo>
                    <a:pt x="467" y="264"/>
                    <a:pt x="0" y="1078"/>
                    <a:pt x="212" y="1867"/>
                  </a:cubicBezTo>
                  <a:cubicBezTo>
                    <a:pt x="390" y="2527"/>
                    <a:pt x="983" y="2961"/>
                    <a:pt x="1634" y="2961"/>
                  </a:cubicBezTo>
                  <a:cubicBezTo>
                    <a:pt x="1761" y="2961"/>
                    <a:pt x="1890" y="2945"/>
                    <a:pt x="2019" y="2910"/>
                  </a:cubicBezTo>
                  <a:cubicBezTo>
                    <a:pt x="2808" y="2698"/>
                    <a:pt x="3275" y="1884"/>
                    <a:pt x="3062" y="1095"/>
                  </a:cubicBezTo>
                  <a:cubicBezTo>
                    <a:pt x="2885" y="435"/>
                    <a:pt x="2292" y="0"/>
                    <a:pt x="16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63"/>
            <p:cNvSpPr/>
            <p:nvPr/>
          </p:nvSpPr>
          <p:spPr>
            <a:xfrm>
              <a:off x="12092905" y="472416"/>
              <a:ext cx="365527" cy="330119"/>
            </a:xfrm>
            <a:custGeom>
              <a:avLst/>
              <a:gdLst/>
              <a:ahLst/>
              <a:cxnLst/>
              <a:rect l="l" t="t" r="r" b="b"/>
              <a:pathLst>
                <a:path w="2715" h="2452" extrusionOk="0">
                  <a:moveTo>
                    <a:pt x="1357" y="1"/>
                  </a:moveTo>
                  <a:cubicBezTo>
                    <a:pt x="1253" y="1"/>
                    <a:pt x="1148" y="14"/>
                    <a:pt x="1043" y="41"/>
                  </a:cubicBezTo>
                  <a:cubicBezTo>
                    <a:pt x="390" y="219"/>
                    <a:pt x="0" y="889"/>
                    <a:pt x="178" y="1543"/>
                  </a:cubicBezTo>
                  <a:cubicBezTo>
                    <a:pt x="327" y="2089"/>
                    <a:pt x="820" y="2451"/>
                    <a:pt x="1354" y="2451"/>
                  </a:cubicBezTo>
                  <a:cubicBezTo>
                    <a:pt x="1459" y="2451"/>
                    <a:pt x="1566" y="2437"/>
                    <a:pt x="1671" y="2408"/>
                  </a:cubicBezTo>
                  <a:cubicBezTo>
                    <a:pt x="2324" y="2230"/>
                    <a:pt x="2715" y="1560"/>
                    <a:pt x="2536" y="906"/>
                  </a:cubicBezTo>
                  <a:cubicBezTo>
                    <a:pt x="2394" y="358"/>
                    <a:pt x="1899" y="1"/>
                    <a:pt x="13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63"/>
            <p:cNvSpPr/>
            <p:nvPr/>
          </p:nvSpPr>
          <p:spPr>
            <a:xfrm>
              <a:off x="12154567" y="501900"/>
              <a:ext cx="242204" cy="241127"/>
            </a:xfrm>
            <a:custGeom>
              <a:avLst/>
              <a:gdLst/>
              <a:ahLst/>
              <a:cxnLst/>
              <a:rect l="l" t="t" r="r" b="b"/>
              <a:pathLst>
                <a:path w="1799" h="1791" extrusionOk="0">
                  <a:moveTo>
                    <a:pt x="899" y="0"/>
                  </a:moveTo>
                  <a:cubicBezTo>
                    <a:pt x="407" y="0"/>
                    <a:pt x="0" y="399"/>
                    <a:pt x="0" y="891"/>
                  </a:cubicBezTo>
                  <a:cubicBezTo>
                    <a:pt x="0" y="1391"/>
                    <a:pt x="407" y="1790"/>
                    <a:pt x="899" y="1790"/>
                  </a:cubicBezTo>
                  <a:cubicBezTo>
                    <a:pt x="1400" y="1790"/>
                    <a:pt x="1799" y="1391"/>
                    <a:pt x="1799" y="891"/>
                  </a:cubicBezTo>
                  <a:cubicBezTo>
                    <a:pt x="1799" y="399"/>
                    <a:pt x="1400" y="0"/>
                    <a:pt x="8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63"/>
            <p:cNvSpPr/>
            <p:nvPr/>
          </p:nvSpPr>
          <p:spPr>
            <a:xfrm>
              <a:off x="12219595" y="523576"/>
              <a:ext cx="112149" cy="112014"/>
            </a:xfrm>
            <a:custGeom>
              <a:avLst/>
              <a:gdLst/>
              <a:ahLst/>
              <a:cxnLst/>
              <a:rect l="l" t="t" r="r" b="b"/>
              <a:pathLst>
                <a:path w="833" h="832" extrusionOk="0">
                  <a:moveTo>
                    <a:pt x="416" y="0"/>
                  </a:moveTo>
                  <a:cubicBezTo>
                    <a:pt x="187" y="0"/>
                    <a:pt x="1" y="187"/>
                    <a:pt x="1" y="416"/>
                  </a:cubicBezTo>
                  <a:cubicBezTo>
                    <a:pt x="1" y="645"/>
                    <a:pt x="187" y="832"/>
                    <a:pt x="416" y="832"/>
                  </a:cubicBezTo>
                  <a:cubicBezTo>
                    <a:pt x="645" y="832"/>
                    <a:pt x="832" y="645"/>
                    <a:pt x="832" y="416"/>
                  </a:cubicBezTo>
                  <a:cubicBezTo>
                    <a:pt x="832" y="187"/>
                    <a:pt x="645" y="0"/>
                    <a:pt x="4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63"/>
            <p:cNvSpPr/>
            <p:nvPr/>
          </p:nvSpPr>
          <p:spPr>
            <a:xfrm>
              <a:off x="11382444" y="627244"/>
              <a:ext cx="1787516" cy="781542"/>
            </a:xfrm>
            <a:custGeom>
              <a:avLst/>
              <a:gdLst/>
              <a:ahLst/>
              <a:cxnLst/>
              <a:rect l="l" t="t" r="r" b="b"/>
              <a:pathLst>
                <a:path w="13277" h="5805" extrusionOk="0">
                  <a:moveTo>
                    <a:pt x="9" y="5804"/>
                  </a:moveTo>
                  <a:lnTo>
                    <a:pt x="1" y="5805"/>
                  </a:lnTo>
                  <a:lnTo>
                    <a:pt x="9" y="5805"/>
                  </a:lnTo>
                  <a:cubicBezTo>
                    <a:pt x="9" y="5804"/>
                    <a:pt x="9" y="5804"/>
                    <a:pt x="9" y="5804"/>
                  </a:cubicBezTo>
                  <a:close/>
                  <a:moveTo>
                    <a:pt x="5303" y="1"/>
                  </a:moveTo>
                  <a:cubicBezTo>
                    <a:pt x="4677" y="1"/>
                    <a:pt x="4007" y="259"/>
                    <a:pt x="3725" y="774"/>
                  </a:cubicBezTo>
                  <a:cubicBezTo>
                    <a:pt x="3614" y="978"/>
                    <a:pt x="3538" y="1190"/>
                    <a:pt x="3496" y="1385"/>
                  </a:cubicBezTo>
                  <a:cubicBezTo>
                    <a:pt x="3402" y="1775"/>
                    <a:pt x="3428" y="2098"/>
                    <a:pt x="3436" y="2216"/>
                  </a:cubicBezTo>
                  <a:lnTo>
                    <a:pt x="3436" y="2225"/>
                  </a:lnTo>
                  <a:cubicBezTo>
                    <a:pt x="3436" y="2233"/>
                    <a:pt x="3436" y="2233"/>
                    <a:pt x="3436" y="2242"/>
                  </a:cubicBezTo>
                  <a:cubicBezTo>
                    <a:pt x="3436" y="2242"/>
                    <a:pt x="3436" y="2250"/>
                    <a:pt x="3445" y="2250"/>
                  </a:cubicBezTo>
                  <a:cubicBezTo>
                    <a:pt x="3445" y="2250"/>
                    <a:pt x="3445" y="2259"/>
                    <a:pt x="3445" y="2259"/>
                  </a:cubicBezTo>
                  <a:lnTo>
                    <a:pt x="3445" y="2267"/>
                  </a:lnTo>
                  <a:cubicBezTo>
                    <a:pt x="3445" y="2267"/>
                    <a:pt x="3203" y="1704"/>
                    <a:pt x="2582" y="1704"/>
                  </a:cubicBezTo>
                  <a:cubicBezTo>
                    <a:pt x="2449" y="1704"/>
                    <a:pt x="2299" y="1729"/>
                    <a:pt x="2130" y="1792"/>
                  </a:cubicBezTo>
                  <a:cubicBezTo>
                    <a:pt x="1595" y="1987"/>
                    <a:pt x="1383" y="2369"/>
                    <a:pt x="1307" y="2658"/>
                  </a:cubicBezTo>
                  <a:cubicBezTo>
                    <a:pt x="1299" y="2692"/>
                    <a:pt x="1299" y="2717"/>
                    <a:pt x="1290" y="2751"/>
                  </a:cubicBezTo>
                  <a:cubicBezTo>
                    <a:pt x="1290" y="2751"/>
                    <a:pt x="1290" y="2759"/>
                    <a:pt x="1290" y="2768"/>
                  </a:cubicBezTo>
                  <a:cubicBezTo>
                    <a:pt x="1282" y="2785"/>
                    <a:pt x="1282" y="2810"/>
                    <a:pt x="1282" y="2827"/>
                  </a:cubicBezTo>
                  <a:cubicBezTo>
                    <a:pt x="1282" y="2836"/>
                    <a:pt x="1282" y="2844"/>
                    <a:pt x="1282" y="2853"/>
                  </a:cubicBezTo>
                  <a:cubicBezTo>
                    <a:pt x="1282" y="2870"/>
                    <a:pt x="1282" y="2887"/>
                    <a:pt x="1282" y="2904"/>
                  </a:cubicBezTo>
                  <a:lnTo>
                    <a:pt x="1282" y="2921"/>
                  </a:lnTo>
                  <a:cubicBezTo>
                    <a:pt x="1282" y="2938"/>
                    <a:pt x="1282" y="2954"/>
                    <a:pt x="1282" y="2971"/>
                  </a:cubicBezTo>
                  <a:cubicBezTo>
                    <a:pt x="1282" y="2954"/>
                    <a:pt x="1273" y="2929"/>
                    <a:pt x="1273" y="2904"/>
                  </a:cubicBezTo>
                  <a:cubicBezTo>
                    <a:pt x="1273" y="2904"/>
                    <a:pt x="1265" y="2895"/>
                    <a:pt x="1265" y="2895"/>
                  </a:cubicBezTo>
                  <a:cubicBezTo>
                    <a:pt x="1265" y="2870"/>
                    <a:pt x="1256" y="2844"/>
                    <a:pt x="1248" y="2819"/>
                  </a:cubicBezTo>
                  <a:cubicBezTo>
                    <a:pt x="1248" y="2819"/>
                    <a:pt x="1248" y="2810"/>
                    <a:pt x="1248" y="2810"/>
                  </a:cubicBezTo>
                  <a:cubicBezTo>
                    <a:pt x="1239" y="2785"/>
                    <a:pt x="1231" y="2751"/>
                    <a:pt x="1222" y="2725"/>
                  </a:cubicBezTo>
                  <a:cubicBezTo>
                    <a:pt x="1222" y="2717"/>
                    <a:pt x="1222" y="2717"/>
                    <a:pt x="1222" y="2717"/>
                  </a:cubicBezTo>
                  <a:cubicBezTo>
                    <a:pt x="1129" y="2335"/>
                    <a:pt x="925" y="1767"/>
                    <a:pt x="603" y="1767"/>
                  </a:cubicBezTo>
                  <a:cubicBezTo>
                    <a:pt x="145" y="1767"/>
                    <a:pt x="18" y="3090"/>
                    <a:pt x="9" y="5304"/>
                  </a:cubicBezTo>
                  <a:lnTo>
                    <a:pt x="9" y="5338"/>
                  </a:lnTo>
                  <a:cubicBezTo>
                    <a:pt x="9" y="5491"/>
                    <a:pt x="9" y="5643"/>
                    <a:pt x="9" y="5804"/>
                  </a:cubicBezTo>
                  <a:lnTo>
                    <a:pt x="9" y="5804"/>
                  </a:lnTo>
                  <a:lnTo>
                    <a:pt x="6626" y="5050"/>
                  </a:lnTo>
                  <a:lnTo>
                    <a:pt x="13277" y="5805"/>
                  </a:lnTo>
                  <a:cubicBezTo>
                    <a:pt x="13277" y="5644"/>
                    <a:pt x="13277" y="5491"/>
                    <a:pt x="13277" y="5338"/>
                  </a:cubicBezTo>
                  <a:lnTo>
                    <a:pt x="13277" y="5296"/>
                  </a:lnTo>
                  <a:cubicBezTo>
                    <a:pt x="13277" y="5160"/>
                    <a:pt x="13268" y="5024"/>
                    <a:pt x="13268" y="4889"/>
                  </a:cubicBezTo>
                  <a:lnTo>
                    <a:pt x="13268" y="4872"/>
                  </a:lnTo>
                  <a:cubicBezTo>
                    <a:pt x="13243" y="2921"/>
                    <a:pt x="13107" y="1767"/>
                    <a:pt x="12674" y="1767"/>
                  </a:cubicBezTo>
                  <a:cubicBezTo>
                    <a:pt x="12377" y="1767"/>
                    <a:pt x="12191" y="2233"/>
                    <a:pt x="12080" y="2607"/>
                  </a:cubicBezTo>
                  <a:cubicBezTo>
                    <a:pt x="12072" y="2641"/>
                    <a:pt x="12063" y="2675"/>
                    <a:pt x="12055" y="2708"/>
                  </a:cubicBezTo>
                  <a:cubicBezTo>
                    <a:pt x="12055" y="2717"/>
                    <a:pt x="12047" y="2717"/>
                    <a:pt x="12047" y="2725"/>
                  </a:cubicBezTo>
                  <a:cubicBezTo>
                    <a:pt x="12038" y="2751"/>
                    <a:pt x="12038" y="2785"/>
                    <a:pt x="12030" y="2810"/>
                  </a:cubicBezTo>
                  <a:lnTo>
                    <a:pt x="12021" y="2827"/>
                  </a:lnTo>
                  <a:cubicBezTo>
                    <a:pt x="12021" y="2853"/>
                    <a:pt x="12013" y="2870"/>
                    <a:pt x="12013" y="2895"/>
                  </a:cubicBezTo>
                  <a:cubicBezTo>
                    <a:pt x="12013" y="2904"/>
                    <a:pt x="12004" y="2904"/>
                    <a:pt x="12004" y="2912"/>
                  </a:cubicBezTo>
                  <a:cubicBezTo>
                    <a:pt x="12004" y="2932"/>
                    <a:pt x="11999" y="2947"/>
                    <a:pt x="11993" y="2960"/>
                  </a:cubicBezTo>
                  <a:lnTo>
                    <a:pt x="11993" y="2960"/>
                  </a:lnTo>
                  <a:cubicBezTo>
                    <a:pt x="11996" y="2949"/>
                    <a:pt x="11996" y="2933"/>
                    <a:pt x="11996" y="2921"/>
                  </a:cubicBezTo>
                  <a:lnTo>
                    <a:pt x="11996" y="2904"/>
                  </a:lnTo>
                  <a:cubicBezTo>
                    <a:pt x="11996" y="2887"/>
                    <a:pt x="11996" y="2870"/>
                    <a:pt x="11996" y="2853"/>
                  </a:cubicBezTo>
                  <a:cubicBezTo>
                    <a:pt x="11996" y="2844"/>
                    <a:pt x="11996" y="2836"/>
                    <a:pt x="11996" y="2827"/>
                  </a:cubicBezTo>
                  <a:cubicBezTo>
                    <a:pt x="11996" y="2810"/>
                    <a:pt x="11987" y="2785"/>
                    <a:pt x="11987" y="2768"/>
                  </a:cubicBezTo>
                  <a:cubicBezTo>
                    <a:pt x="11987" y="2759"/>
                    <a:pt x="11987" y="2751"/>
                    <a:pt x="11987" y="2751"/>
                  </a:cubicBezTo>
                  <a:cubicBezTo>
                    <a:pt x="11979" y="2717"/>
                    <a:pt x="11970" y="2692"/>
                    <a:pt x="11962" y="2658"/>
                  </a:cubicBezTo>
                  <a:cubicBezTo>
                    <a:pt x="11894" y="2361"/>
                    <a:pt x="11682" y="1987"/>
                    <a:pt x="11139" y="1792"/>
                  </a:cubicBezTo>
                  <a:cubicBezTo>
                    <a:pt x="10970" y="1729"/>
                    <a:pt x="10819" y="1704"/>
                    <a:pt x="10686" y="1704"/>
                  </a:cubicBezTo>
                  <a:cubicBezTo>
                    <a:pt x="10066" y="1704"/>
                    <a:pt x="9824" y="2267"/>
                    <a:pt x="9824" y="2267"/>
                  </a:cubicBezTo>
                  <a:lnTo>
                    <a:pt x="9824" y="2259"/>
                  </a:lnTo>
                  <a:cubicBezTo>
                    <a:pt x="9824" y="2259"/>
                    <a:pt x="9824" y="2250"/>
                    <a:pt x="9824" y="2250"/>
                  </a:cubicBezTo>
                  <a:cubicBezTo>
                    <a:pt x="9824" y="2250"/>
                    <a:pt x="9824" y="2242"/>
                    <a:pt x="9824" y="2242"/>
                  </a:cubicBezTo>
                  <a:cubicBezTo>
                    <a:pt x="9824" y="2233"/>
                    <a:pt x="9832" y="2233"/>
                    <a:pt x="9832" y="2225"/>
                  </a:cubicBezTo>
                  <a:lnTo>
                    <a:pt x="9832" y="2216"/>
                  </a:lnTo>
                  <a:cubicBezTo>
                    <a:pt x="9841" y="2098"/>
                    <a:pt x="9866" y="1775"/>
                    <a:pt x="9773" y="1385"/>
                  </a:cubicBezTo>
                  <a:cubicBezTo>
                    <a:pt x="9731" y="1190"/>
                    <a:pt x="9654" y="978"/>
                    <a:pt x="9536" y="774"/>
                  </a:cubicBezTo>
                  <a:cubicBezTo>
                    <a:pt x="9254" y="259"/>
                    <a:pt x="8584" y="1"/>
                    <a:pt x="7957" y="1"/>
                  </a:cubicBezTo>
                  <a:cubicBezTo>
                    <a:pt x="7604" y="1"/>
                    <a:pt x="7264" y="83"/>
                    <a:pt x="7016" y="248"/>
                  </a:cubicBezTo>
                  <a:cubicBezTo>
                    <a:pt x="6982" y="274"/>
                    <a:pt x="6957" y="291"/>
                    <a:pt x="6931" y="316"/>
                  </a:cubicBezTo>
                  <a:cubicBezTo>
                    <a:pt x="6906" y="342"/>
                    <a:pt x="6880" y="359"/>
                    <a:pt x="6855" y="384"/>
                  </a:cubicBezTo>
                  <a:lnTo>
                    <a:pt x="6855" y="393"/>
                  </a:lnTo>
                  <a:cubicBezTo>
                    <a:pt x="6829" y="410"/>
                    <a:pt x="6804" y="435"/>
                    <a:pt x="6787" y="460"/>
                  </a:cubicBezTo>
                  <a:cubicBezTo>
                    <a:pt x="6787" y="460"/>
                    <a:pt x="6787" y="469"/>
                    <a:pt x="6787" y="469"/>
                  </a:cubicBezTo>
                  <a:cubicBezTo>
                    <a:pt x="6770" y="494"/>
                    <a:pt x="6753" y="520"/>
                    <a:pt x="6736" y="545"/>
                  </a:cubicBezTo>
                  <a:cubicBezTo>
                    <a:pt x="6736" y="545"/>
                    <a:pt x="6728" y="554"/>
                    <a:pt x="6728" y="554"/>
                  </a:cubicBezTo>
                  <a:cubicBezTo>
                    <a:pt x="6711" y="579"/>
                    <a:pt x="6702" y="605"/>
                    <a:pt x="6694" y="630"/>
                  </a:cubicBezTo>
                  <a:cubicBezTo>
                    <a:pt x="6685" y="639"/>
                    <a:pt x="6685" y="647"/>
                    <a:pt x="6685" y="656"/>
                  </a:cubicBezTo>
                  <a:cubicBezTo>
                    <a:pt x="6668" y="673"/>
                    <a:pt x="6660" y="707"/>
                    <a:pt x="6660" y="732"/>
                  </a:cubicBezTo>
                  <a:cubicBezTo>
                    <a:pt x="6651" y="740"/>
                    <a:pt x="6651" y="740"/>
                    <a:pt x="6651" y="749"/>
                  </a:cubicBezTo>
                  <a:cubicBezTo>
                    <a:pt x="6643" y="783"/>
                    <a:pt x="6634" y="808"/>
                    <a:pt x="6634" y="834"/>
                  </a:cubicBezTo>
                  <a:cubicBezTo>
                    <a:pt x="6634" y="842"/>
                    <a:pt x="6626" y="842"/>
                    <a:pt x="6626" y="851"/>
                  </a:cubicBezTo>
                  <a:cubicBezTo>
                    <a:pt x="6626" y="842"/>
                    <a:pt x="6626" y="842"/>
                    <a:pt x="6626" y="834"/>
                  </a:cubicBezTo>
                  <a:cubicBezTo>
                    <a:pt x="6626" y="808"/>
                    <a:pt x="6617" y="783"/>
                    <a:pt x="6609" y="749"/>
                  </a:cubicBezTo>
                  <a:cubicBezTo>
                    <a:pt x="6609" y="740"/>
                    <a:pt x="6609" y="740"/>
                    <a:pt x="6600" y="732"/>
                  </a:cubicBezTo>
                  <a:cubicBezTo>
                    <a:pt x="6592" y="698"/>
                    <a:pt x="6583" y="673"/>
                    <a:pt x="6575" y="647"/>
                  </a:cubicBezTo>
                  <a:cubicBezTo>
                    <a:pt x="6575" y="647"/>
                    <a:pt x="6575" y="639"/>
                    <a:pt x="6566" y="630"/>
                  </a:cubicBezTo>
                  <a:cubicBezTo>
                    <a:pt x="6558" y="605"/>
                    <a:pt x="6550" y="579"/>
                    <a:pt x="6533" y="554"/>
                  </a:cubicBezTo>
                  <a:cubicBezTo>
                    <a:pt x="6533" y="554"/>
                    <a:pt x="6524" y="545"/>
                    <a:pt x="6524" y="545"/>
                  </a:cubicBezTo>
                  <a:cubicBezTo>
                    <a:pt x="6507" y="520"/>
                    <a:pt x="6490" y="494"/>
                    <a:pt x="6473" y="469"/>
                  </a:cubicBezTo>
                  <a:cubicBezTo>
                    <a:pt x="6473" y="469"/>
                    <a:pt x="6473" y="460"/>
                    <a:pt x="6473" y="460"/>
                  </a:cubicBezTo>
                  <a:cubicBezTo>
                    <a:pt x="6448" y="435"/>
                    <a:pt x="6431" y="410"/>
                    <a:pt x="6405" y="384"/>
                  </a:cubicBezTo>
                  <a:cubicBezTo>
                    <a:pt x="6380" y="359"/>
                    <a:pt x="6354" y="342"/>
                    <a:pt x="6329" y="316"/>
                  </a:cubicBezTo>
                  <a:cubicBezTo>
                    <a:pt x="6304" y="291"/>
                    <a:pt x="6270" y="274"/>
                    <a:pt x="6244" y="248"/>
                  </a:cubicBezTo>
                  <a:cubicBezTo>
                    <a:pt x="5996" y="83"/>
                    <a:pt x="5657" y="1"/>
                    <a:pt x="53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63"/>
            <p:cNvSpPr/>
            <p:nvPr/>
          </p:nvSpPr>
          <p:spPr>
            <a:xfrm>
              <a:off x="11382444" y="648786"/>
              <a:ext cx="893287" cy="781676"/>
            </a:xfrm>
            <a:custGeom>
              <a:avLst/>
              <a:gdLst/>
              <a:ahLst/>
              <a:cxnLst/>
              <a:rect l="l" t="t" r="r" b="b"/>
              <a:pathLst>
                <a:path w="6635" h="5806" extrusionOk="0">
                  <a:moveTo>
                    <a:pt x="5298" y="0"/>
                  </a:moveTo>
                  <a:cubicBezTo>
                    <a:pt x="4673" y="0"/>
                    <a:pt x="4006" y="261"/>
                    <a:pt x="3725" y="776"/>
                  </a:cubicBezTo>
                  <a:cubicBezTo>
                    <a:pt x="3309" y="1522"/>
                    <a:pt x="3436" y="2269"/>
                    <a:pt x="3436" y="2269"/>
                  </a:cubicBezTo>
                  <a:cubicBezTo>
                    <a:pt x="3436" y="2269"/>
                    <a:pt x="3193" y="1700"/>
                    <a:pt x="2571" y="1700"/>
                  </a:cubicBezTo>
                  <a:cubicBezTo>
                    <a:pt x="2441" y="1700"/>
                    <a:pt x="2294" y="1725"/>
                    <a:pt x="2130" y="1785"/>
                  </a:cubicBezTo>
                  <a:cubicBezTo>
                    <a:pt x="1341" y="2073"/>
                    <a:pt x="1248" y="2752"/>
                    <a:pt x="1282" y="2973"/>
                  </a:cubicBezTo>
                  <a:cubicBezTo>
                    <a:pt x="1222" y="2701"/>
                    <a:pt x="1019" y="1768"/>
                    <a:pt x="594" y="1768"/>
                  </a:cubicBezTo>
                  <a:cubicBezTo>
                    <a:pt x="102" y="1768"/>
                    <a:pt x="1" y="3287"/>
                    <a:pt x="1" y="5806"/>
                  </a:cubicBezTo>
                  <a:lnTo>
                    <a:pt x="6634" y="5042"/>
                  </a:lnTo>
                  <a:lnTo>
                    <a:pt x="6634" y="979"/>
                  </a:lnTo>
                  <a:cubicBezTo>
                    <a:pt x="6634" y="323"/>
                    <a:pt x="5993" y="0"/>
                    <a:pt x="52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63"/>
            <p:cNvSpPr/>
            <p:nvPr/>
          </p:nvSpPr>
          <p:spPr>
            <a:xfrm>
              <a:off x="11382444" y="667500"/>
              <a:ext cx="903519" cy="762962"/>
            </a:xfrm>
            <a:custGeom>
              <a:avLst/>
              <a:gdLst/>
              <a:ahLst/>
              <a:cxnLst/>
              <a:rect l="l" t="t" r="r" b="b"/>
              <a:pathLst>
                <a:path w="6711" h="5667" extrusionOk="0">
                  <a:moveTo>
                    <a:pt x="6236" y="0"/>
                  </a:moveTo>
                  <a:cubicBezTo>
                    <a:pt x="6651" y="492"/>
                    <a:pt x="6711" y="1349"/>
                    <a:pt x="6346" y="1960"/>
                  </a:cubicBezTo>
                  <a:cubicBezTo>
                    <a:pt x="6037" y="2475"/>
                    <a:pt x="5501" y="2762"/>
                    <a:pt x="4966" y="2762"/>
                  </a:cubicBezTo>
                  <a:cubicBezTo>
                    <a:pt x="4707" y="2762"/>
                    <a:pt x="4449" y="2695"/>
                    <a:pt x="4217" y="2554"/>
                  </a:cubicBezTo>
                  <a:cubicBezTo>
                    <a:pt x="3725" y="2257"/>
                    <a:pt x="3470" y="1705"/>
                    <a:pt x="3513" y="1146"/>
                  </a:cubicBezTo>
                  <a:lnTo>
                    <a:pt x="3513" y="1146"/>
                  </a:lnTo>
                  <a:cubicBezTo>
                    <a:pt x="3360" y="1688"/>
                    <a:pt x="3436" y="2121"/>
                    <a:pt x="3436" y="2121"/>
                  </a:cubicBezTo>
                  <a:cubicBezTo>
                    <a:pt x="3436" y="2121"/>
                    <a:pt x="3402" y="2036"/>
                    <a:pt x="3317" y="1926"/>
                  </a:cubicBezTo>
                  <a:lnTo>
                    <a:pt x="3317" y="1926"/>
                  </a:lnTo>
                  <a:cubicBezTo>
                    <a:pt x="3377" y="2070"/>
                    <a:pt x="3419" y="2223"/>
                    <a:pt x="3419" y="2393"/>
                  </a:cubicBezTo>
                  <a:cubicBezTo>
                    <a:pt x="3419" y="2978"/>
                    <a:pt x="2944" y="3453"/>
                    <a:pt x="2359" y="3453"/>
                  </a:cubicBezTo>
                  <a:cubicBezTo>
                    <a:pt x="1816" y="3453"/>
                    <a:pt x="1366" y="3046"/>
                    <a:pt x="1307" y="2520"/>
                  </a:cubicBezTo>
                  <a:cubicBezTo>
                    <a:pt x="1273" y="2655"/>
                    <a:pt x="1273" y="2766"/>
                    <a:pt x="1282" y="2834"/>
                  </a:cubicBezTo>
                  <a:cubicBezTo>
                    <a:pt x="1248" y="2672"/>
                    <a:pt x="1163" y="2299"/>
                    <a:pt x="1019" y="2002"/>
                  </a:cubicBezTo>
                  <a:lnTo>
                    <a:pt x="1019" y="2002"/>
                  </a:lnTo>
                  <a:cubicBezTo>
                    <a:pt x="1086" y="2214"/>
                    <a:pt x="1129" y="2486"/>
                    <a:pt x="1129" y="2783"/>
                  </a:cubicBezTo>
                  <a:cubicBezTo>
                    <a:pt x="1129" y="3470"/>
                    <a:pt x="900" y="4030"/>
                    <a:pt x="620" y="4030"/>
                  </a:cubicBezTo>
                  <a:cubicBezTo>
                    <a:pt x="348" y="4030"/>
                    <a:pt x="119" y="3470"/>
                    <a:pt x="119" y="2783"/>
                  </a:cubicBezTo>
                  <a:cubicBezTo>
                    <a:pt x="119" y="2740"/>
                    <a:pt x="119" y="2698"/>
                    <a:pt x="119" y="2655"/>
                  </a:cubicBezTo>
                  <a:cubicBezTo>
                    <a:pt x="26" y="3351"/>
                    <a:pt x="1" y="4378"/>
                    <a:pt x="1" y="5667"/>
                  </a:cubicBezTo>
                  <a:lnTo>
                    <a:pt x="6600" y="4912"/>
                  </a:lnTo>
                  <a:lnTo>
                    <a:pt x="662" y="5158"/>
                  </a:lnTo>
                  <a:cubicBezTo>
                    <a:pt x="162" y="4742"/>
                    <a:pt x="247" y="4216"/>
                    <a:pt x="247" y="4216"/>
                  </a:cubicBezTo>
                  <a:lnTo>
                    <a:pt x="247" y="4216"/>
                  </a:lnTo>
                  <a:cubicBezTo>
                    <a:pt x="393" y="4310"/>
                    <a:pt x="531" y="4347"/>
                    <a:pt x="656" y="4347"/>
                  </a:cubicBezTo>
                  <a:cubicBezTo>
                    <a:pt x="1099" y="4347"/>
                    <a:pt x="1392" y="3894"/>
                    <a:pt x="1392" y="3894"/>
                  </a:cubicBezTo>
                  <a:cubicBezTo>
                    <a:pt x="1231" y="3648"/>
                    <a:pt x="1349" y="3266"/>
                    <a:pt x="1349" y="3266"/>
                  </a:cubicBezTo>
                  <a:lnTo>
                    <a:pt x="1349" y="3266"/>
                  </a:lnTo>
                  <a:cubicBezTo>
                    <a:pt x="1349" y="3266"/>
                    <a:pt x="1392" y="3538"/>
                    <a:pt x="2020" y="3784"/>
                  </a:cubicBezTo>
                  <a:cubicBezTo>
                    <a:pt x="2186" y="3849"/>
                    <a:pt x="2351" y="3875"/>
                    <a:pt x="2509" y="3875"/>
                  </a:cubicBezTo>
                  <a:cubicBezTo>
                    <a:pt x="3171" y="3875"/>
                    <a:pt x="3708" y="3410"/>
                    <a:pt x="3708" y="3410"/>
                  </a:cubicBezTo>
                  <a:cubicBezTo>
                    <a:pt x="3606" y="3207"/>
                    <a:pt x="3716" y="2664"/>
                    <a:pt x="3716" y="2664"/>
                  </a:cubicBezTo>
                  <a:cubicBezTo>
                    <a:pt x="3716" y="2664"/>
                    <a:pt x="3954" y="3046"/>
                    <a:pt x="4921" y="3148"/>
                  </a:cubicBezTo>
                  <a:cubicBezTo>
                    <a:pt x="4964" y="3152"/>
                    <a:pt x="5007" y="3154"/>
                    <a:pt x="5049" y="3154"/>
                  </a:cubicBezTo>
                  <a:cubicBezTo>
                    <a:pt x="5812" y="3154"/>
                    <a:pt x="6483" y="2466"/>
                    <a:pt x="6668" y="2257"/>
                  </a:cubicBezTo>
                  <a:cubicBezTo>
                    <a:pt x="6668" y="1799"/>
                    <a:pt x="6634" y="1256"/>
                    <a:pt x="6634" y="755"/>
                  </a:cubicBezTo>
                  <a:cubicBezTo>
                    <a:pt x="6634" y="433"/>
                    <a:pt x="6482" y="161"/>
                    <a:pt x="6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63"/>
            <p:cNvSpPr/>
            <p:nvPr/>
          </p:nvSpPr>
          <p:spPr>
            <a:xfrm>
              <a:off x="12273314" y="648786"/>
              <a:ext cx="896652" cy="781676"/>
            </a:xfrm>
            <a:custGeom>
              <a:avLst/>
              <a:gdLst/>
              <a:ahLst/>
              <a:cxnLst/>
              <a:rect l="l" t="t" r="r" b="b"/>
              <a:pathLst>
                <a:path w="6660" h="5806" extrusionOk="0">
                  <a:moveTo>
                    <a:pt x="1342" y="0"/>
                  </a:moveTo>
                  <a:cubicBezTo>
                    <a:pt x="644" y="0"/>
                    <a:pt x="0" y="323"/>
                    <a:pt x="0" y="979"/>
                  </a:cubicBezTo>
                  <a:lnTo>
                    <a:pt x="0" y="5042"/>
                  </a:lnTo>
                  <a:lnTo>
                    <a:pt x="6660" y="5806"/>
                  </a:lnTo>
                  <a:cubicBezTo>
                    <a:pt x="6660" y="3287"/>
                    <a:pt x="6558" y="1768"/>
                    <a:pt x="6057" y="1768"/>
                  </a:cubicBezTo>
                  <a:cubicBezTo>
                    <a:pt x="5642" y="1768"/>
                    <a:pt x="5430" y="2701"/>
                    <a:pt x="5379" y="2973"/>
                  </a:cubicBezTo>
                  <a:cubicBezTo>
                    <a:pt x="5404" y="2752"/>
                    <a:pt x="5311" y="2073"/>
                    <a:pt x="4522" y="1785"/>
                  </a:cubicBezTo>
                  <a:cubicBezTo>
                    <a:pt x="4356" y="1725"/>
                    <a:pt x="4208" y="1700"/>
                    <a:pt x="4077" y="1700"/>
                  </a:cubicBezTo>
                  <a:cubicBezTo>
                    <a:pt x="3451" y="1700"/>
                    <a:pt x="3207" y="2269"/>
                    <a:pt x="3207" y="2269"/>
                  </a:cubicBezTo>
                  <a:cubicBezTo>
                    <a:pt x="3207" y="2269"/>
                    <a:pt x="3334" y="1522"/>
                    <a:pt x="2927" y="776"/>
                  </a:cubicBezTo>
                  <a:cubicBezTo>
                    <a:pt x="2642" y="261"/>
                    <a:pt x="1970" y="0"/>
                    <a:pt x="1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63"/>
            <p:cNvSpPr/>
            <p:nvPr/>
          </p:nvSpPr>
          <p:spPr>
            <a:xfrm>
              <a:off x="12263082" y="661710"/>
              <a:ext cx="905807" cy="768752"/>
            </a:xfrm>
            <a:custGeom>
              <a:avLst/>
              <a:gdLst/>
              <a:ahLst/>
              <a:cxnLst/>
              <a:rect l="l" t="t" r="r" b="b"/>
              <a:pathLst>
                <a:path w="6728" h="5710" extrusionOk="0">
                  <a:moveTo>
                    <a:pt x="6608" y="2698"/>
                  </a:moveTo>
                  <a:lnTo>
                    <a:pt x="6608" y="2698"/>
                  </a:lnTo>
                  <a:cubicBezTo>
                    <a:pt x="6611" y="2715"/>
                    <a:pt x="6613" y="2732"/>
                    <a:pt x="6615" y="2750"/>
                  </a:cubicBezTo>
                  <a:lnTo>
                    <a:pt x="6615" y="2750"/>
                  </a:lnTo>
                  <a:cubicBezTo>
                    <a:pt x="6614" y="2733"/>
                    <a:pt x="6612" y="2716"/>
                    <a:pt x="6608" y="2698"/>
                  </a:cubicBezTo>
                  <a:close/>
                  <a:moveTo>
                    <a:pt x="475" y="1"/>
                  </a:moveTo>
                  <a:cubicBezTo>
                    <a:pt x="229" y="171"/>
                    <a:pt x="76" y="476"/>
                    <a:pt x="76" y="798"/>
                  </a:cubicBezTo>
                  <a:cubicBezTo>
                    <a:pt x="76" y="1299"/>
                    <a:pt x="34" y="1876"/>
                    <a:pt x="34" y="2334"/>
                  </a:cubicBezTo>
                  <a:cubicBezTo>
                    <a:pt x="218" y="2542"/>
                    <a:pt x="903" y="3197"/>
                    <a:pt x="1664" y="3197"/>
                  </a:cubicBezTo>
                  <a:cubicBezTo>
                    <a:pt x="1709" y="3197"/>
                    <a:pt x="1754" y="3195"/>
                    <a:pt x="1798" y="3191"/>
                  </a:cubicBezTo>
                  <a:cubicBezTo>
                    <a:pt x="2766" y="3089"/>
                    <a:pt x="3003" y="2707"/>
                    <a:pt x="3003" y="2707"/>
                  </a:cubicBezTo>
                  <a:cubicBezTo>
                    <a:pt x="3003" y="2707"/>
                    <a:pt x="3122" y="3250"/>
                    <a:pt x="3020" y="3453"/>
                  </a:cubicBezTo>
                  <a:cubicBezTo>
                    <a:pt x="3020" y="3453"/>
                    <a:pt x="3557" y="3918"/>
                    <a:pt x="4219" y="3918"/>
                  </a:cubicBezTo>
                  <a:cubicBezTo>
                    <a:pt x="4377" y="3918"/>
                    <a:pt x="4542" y="3892"/>
                    <a:pt x="4708" y="3827"/>
                  </a:cubicBezTo>
                  <a:cubicBezTo>
                    <a:pt x="5336" y="3581"/>
                    <a:pt x="5378" y="3309"/>
                    <a:pt x="5378" y="3309"/>
                  </a:cubicBezTo>
                  <a:lnTo>
                    <a:pt x="5378" y="3309"/>
                  </a:lnTo>
                  <a:cubicBezTo>
                    <a:pt x="5378" y="3309"/>
                    <a:pt x="5497" y="3691"/>
                    <a:pt x="5336" y="3937"/>
                  </a:cubicBezTo>
                  <a:cubicBezTo>
                    <a:pt x="5336" y="3937"/>
                    <a:pt x="5629" y="4390"/>
                    <a:pt x="6071" y="4390"/>
                  </a:cubicBezTo>
                  <a:cubicBezTo>
                    <a:pt x="6197" y="4390"/>
                    <a:pt x="6335" y="4353"/>
                    <a:pt x="6481" y="4259"/>
                  </a:cubicBezTo>
                  <a:lnTo>
                    <a:pt x="6481" y="4259"/>
                  </a:lnTo>
                  <a:cubicBezTo>
                    <a:pt x="6481" y="4259"/>
                    <a:pt x="6566" y="4785"/>
                    <a:pt x="6074" y="5201"/>
                  </a:cubicBezTo>
                  <a:lnTo>
                    <a:pt x="110" y="4955"/>
                  </a:lnTo>
                  <a:lnTo>
                    <a:pt x="6727" y="5710"/>
                  </a:lnTo>
                  <a:cubicBezTo>
                    <a:pt x="6727" y="4452"/>
                    <a:pt x="6703" y="3444"/>
                    <a:pt x="6615" y="2750"/>
                  </a:cubicBezTo>
                  <a:lnTo>
                    <a:pt x="6615" y="2750"/>
                  </a:lnTo>
                  <a:cubicBezTo>
                    <a:pt x="6617" y="2775"/>
                    <a:pt x="6617" y="2800"/>
                    <a:pt x="6617" y="2826"/>
                  </a:cubicBezTo>
                  <a:cubicBezTo>
                    <a:pt x="6617" y="3513"/>
                    <a:pt x="6388" y="4073"/>
                    <a:pt x="6108" y="4073"/>
                  </a:cubicBezTo>
                  <a:cubicBezTo>
                    <a:pt x="5828" y="4073"/>
                    <a:pt x="5599" y="3513"/>
                    <a:pt x="5599" y="2826"/>
                  </a:cubicBezTo>
                  <a:cubicBezTo>
                    <a:pt x="5599" y="2529"/>
                    <a:pt x="5641" y="2257"/>
                    <a:pt x="5709" y="2045"/>
                  </a:cubicBezTo>
                  <a:lnTo>
                    <a:pt x="5709" y="2045"/>
                  </a:lnTo>
                  <a:cubicBezTo>
                    <a:pt x="5565" y="2342"/>
                    <a:pt x="5480" y="2715"/>
                    <a:pt x="5446" y="2877"/>
                  </a:cubicBezTo>
                  <a:cubicBezTo>
                    <a:pt x="5455" y="2809"/>
                    <a:pt x="5455" y="2698"/>
                    <a:pt x="5421" y="2563"/>
                  </a:cubicBezTo>
                  <a:cubicBezTo>
                    <a:pt x="5361" y="3089"/>
                    <a:pt x="4912" y="3496"/>
                    <a:pt x="4369" y="3496"/>
                  </a:cubicBezTo>
                  <a:cubicBezTo>
                    <a:pt x="3775" y="3496"/>
                    <a:pt x="3300" y="3021"/>
                    <a:pt x="3300" y="2436"/>
                  </a:cubicBezTo>
                  <a:cubicBezTo>
                    <a:pt x="3300" y="2266"/>
                    <a:pt x="3342" y="2113"/>
                    <a:pt x="3410" y="1969"/>
                  </a:cubicBezTo>
                  <a:lnTo>
                    <a:pt x="3410" y="1969"/>
                  </a:lnTo>
                  <a:cubicBezTo>
                    <a:pt x="3325" y="2079"/>
                    <a:pt x="3283" y="2164"/>
                    <a:pt x="3283" y="2164"/>
                  </a:cubicBezTo>
                  <a:cubicBezTo>
                    <a:pt x="3283" y="2164"/>
                    <a:pt x="3359" y="1731"/>
                    <a:pt x="3207" y="1189"/>
                  </a:cubicBezTo>
                  <a:lnTo>
                    <a:pt x="3207" y="1189"/>
                  </a:lnTo>
                  <a:cubicBezTo>
                    <a:pt x="3249" y="1748"/>
                    <a:pt x="2995" y="2300"/>
                    <a:pt x="2503" y="2597"/>
                  </a:cubicBezTo>
                  <a:cubicBezTo>
                    <a:pt x="2268" y="2738"/>
                    <a:pt x="2008" y="2805"/>
                    <a:pt x="1750" y="2805"/>
                  </a:cubicBezTo>
                  <a:cubicBezTo>
                    <a:pt x="1215" y="2805"/>
                    <a:pt x="682" y="2518"/>
                    <a:pt x="373" y="2003"/>
                  </a:cubicBezTo>
                  <a:cubicBezTo>
                    <a:pt x="0" y="1392"/>
                    <a:pt x="59" y="493"/>
                    <a:pt x="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63"/>
            <p:cNvSpPr/>
            <p:nvPr/>
          </p:nvSpPr>
          <p:spPr>
            <a:xfrm>
              <a:off x="12320166" y="1180318"/>
              <a:ext cx="199929" cy="150788"/>
            </a:xfrm>
            <a:custGeom>
              <a:avLst/>
              <a:gdLst/>
              <a:ahLst/>
              <a:cxnLst/>
              <a:rect l="l" t="t" r="r" b="b"/>
              <a:pathLst>
                <a:path w="1485" h="1120" extrusionOk="0">
                  <a:moveTo>
                    <a:pt x="450" y="0"/>
                  </a:moveTo>
                  <a:cubicBezTo>
                    <a:pt x="450" y="0"/>
                    <a:pt x="1061" y="602"/>
                    <a:pt x="0" y="1120"/>
                  </a:cubicBezTo>
                  <a:lnTo>
                    <a:pt x="967" y="1120"/>
                  </a:lnTo>
                  <a:cubicBezTo>
                    <a:pt x="1485" y="509"/>
                    <a:pt x="832" y="0"/>
                    <a:pt x="4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63"/>
            <p:cNvSpPr/>
            <p:nvPr/>
          </p:nvSpPr>
          <p:spPr>
            <a:xfrm>
              <a:off x="12762168" y="1165374"/>
              <a:ext cx="162232" cy="123593"/>
            </a:xfrm>
            <a:custGeom>
              <a:avLst/>
              <a:gdLst/>
              <a:ahLst/>
              <a:cxnLst/>
              <a:rect l="l" t="t" r="r" b="b"/>
              <a:pathLst>
                <a:path w="1205" h="918" extrusionOk="0">
                  <a:moveTo>
                    <a:pt x="416" y="1"/>
                  </a:moveTo>
                  <a:cubicBezTo>
                    <a:pt x="0" y="493"/>
                    <a:pt x="526" y="917"/>
                    <a:pt x="840" y="917"/>
                  </a:cubicBezTo>
                  <a:cubicBezTo>
                    <a:pt x="840" y="917"/>
                    <a:pt x="339" y="417"/>
                    <a:pt x="12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63"/>
            <p:cNvSpPr/>
            <p:nvPr/>
          </p:nvSpPr>
          <p:spPr>
            <a:xfrm>
              <a:off x="12464089" y="1060360"/>
              <a:ext cx="163444" cy="123458"/>
            </a:xfrm>
            <a:custGeom>
              <a:avLst/>
              <a:gdLst/>
              <a:ahLst/>
              <a:cxnLst/>
              <a:rect l="l" t="t" r="r" b="b"/>
              <a:pathLst>
                <a:path w="1214" h="917" extrusionOk="0">
                  <a:moveTo>
                    <a:pt x="424" y="0"/>
                  </a:moveTo>
                  <a:cubicBezTo>
                    <a:pt x="0" y="492"/>
                    <a:pt x="534" y="917"/>
                    <a:pt x="848" y="917"/>
                  </a:cubicBezTo>
                  <a:cubicBezTo>
                    <a:pt x="848" y="917"/>
                    <a:pt x="348" y="416"/>
                    <a:pt x="12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63"/>
            <p:cNvSpPr/>
            <p:nvPr/>
          </p:nvSpPr>
          <p:spPr>
            <a:xfrm>
              <a:off x="11628016" y="1165374"/>
              <a:ext cx="163444" cy="123593"/>
            </a:xfrm>
            <a:custGeom>
              <a:avLst/>
              <a:gdLst/>
              <a:ahLst/>
              <a:cxnLst/>
              <a:rect l="l" t="t" r="r" b="b"/>
              <a:pathLst>
                <a:path w="1214" h="918" extrusionOk="0">
                  <a:moveTo>
                    <a:pt x="0" y="1"/>
                  </a:moveTo>
                  <a:cubicBezTo>
                    <a:pt x="874" y="417"/>
                    <a:pt x="374" y="917"/>
                    <a:pt x="374" y="917"/>
                  </a:cubicBezTo>
                  <a:cubicBezTo>
                    <a:pt x="688" y="917"/>
                    <a:pt x="1214" y="493"/>
                    <a:pt x="7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63"/>
            <p:cNvSpPr/>
            <p:nvPr/>
          </p:nvSpPr>
          <p:spPr>
            <a:xfrm>
              <a:off x="11927306" y="1060360"/>
              <a:ext cx="162232" cy="123458"/>
            </a:xfrm>
            <a:custGeom>
              <a:avLst/>
              <a:gdLst/>
              <a:ahLst/>
              <a:cxnLst/>
              <a:rect l="l" t="t" r="r" b="b"/>
              <a:pathLst>
                <a:path w="1205" h="917" extrusionOk="0">
                  <a:moveTo>
                    <a:pt x="0" y="0"/>
                  </a:moveTo>
                  <a:cubicBezTo>
                    <a:pt x="865" y="416"/>
                    <a:pt x="365" y="917"/>
                    <a:pt x="365" y="917"/>
                  </a:cubicBezTo>
                  <a:cubicBezTo>
                    <a:pt x="679" y="917"/>
                    <a:pt x="1205" y="492"/>
                    <a:pt x="7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63"/>
            <p:cNvSpPr/>
            <p:nvPr/>
          </p:nvSpPr>
          <p:spPr>
            <a:xfrm>
              <a:off x="12032320" y="1180318"/>
              <a:ext cx="198852" cy="150788"/>
            </a:xfrm>
            <a:custGeom>
              <a:avLst/>
              <a:gdLst/>
              <a:ahLst/>
              <a:cxnLst/>
              <a:rect l="l" t="t" r="r" b="b"/>
              <a:pathLst>
                <a:path w="1477" h="1120" extrusionOk="0">
                  <a:moveTo>
                    <a:pt x="1027" y="0"/>
                  </a:moveTo>
                  <a:cubicBezTo>
                    <a:pt x="645" y="0"/>
                    <a:pt x="0" y="509"/>
                    <a:pt x="509" y="1120"/>
                  </a:cubicBezTo>
                  <a:lnTo>
                    <a:pt x="1477" y="1120"/>
                  </a:lnTo>
                  <a:cubicBezTo>
                    <a:pt x="416" y="602"/>
                    <a:pt x="1027" y="0"/>
                    <a:pt x="10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63"/>
            <p:cNvSpPr/>
            <p:nvPr/>
          </p:nvSpPr>
          <p:spPr>
            <a:xfrm>
              <a:off x="12258504" y="627513"/>
              <a:ext cx="247858" cy="324464"/>
            </a:xfrm>
            <a:custGeom>
              <a:avLst/>
              <a:gdLst/>
              <a:ahLst/>
              <a:cxnLst/>
              <a:rect l="l" t="t" r="r" b="b"/>
              <a:pathLst>
                <a:path w="1841" h="2410" extrusionOk="0">
                  <a:moveTo>
                    <a:pt x="1205" y="0"/>
                  </a:moveTo>
                  <a:cubicBezTo>
                    <a:pt x="543" y="0"/>
                    <a:pt x="0" y="543"/>
                    <a:pt x="0" y="1213"/>
                  </a:cubicBezTo>
                  <a:cubicBezTo>
                    <a:pt x="0" y="1824"/>
                    <a:pt x="450" y="2333"/>
                    <a:pt x="1035" y="2410"/>
                  </a:cubicBezTo>
                  <a:cubicBezTo>
                    <a:pt x="696" y="2198"/>
                    <a:pt x="458" y="1816"/>
                    <a:pt x="458" y="1383"/>
                  </a:cubicBezTo>
                  <a:cubicBezTo>
                    <a:pt x="458" y="713"/>
                    <a:pt x="1001" y="170"/>
                    <a:pt x="1671" y="170"/>
                  </a:cubicBezTo>
                  <a:cubicBezTo>
                    <a:pt x="1731" y="170"/>
                    <a:pt x="1790" y="179"/>
                    <a:pt x="1841" y="179"/>
                  </a:cubicBezTo>
                  <a:cubicBezTo>
                    <a:pt x="1654" y="68"/>
                    <a:pt x="1442" y="0"/>
                    <a:pt x="1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63"/>
            <p:cNvSpPr/>
            <p:nvPr/>
          </p:nvSpPr>
          <p:spPr>
            <a:xfrm>
              <a:off x="12044841" y="627513"/>
              <a:ext cx="249205" cy="324464"/>
            </a:xfrm>
            <a:custGeom>
              <a:avLst/>
              <a:gdLst/>
              <a:ahLst/>
              <a:cxnLst/>
              <a:rect l="l" t="t" r="r" b="b"/>
              <a:pathLst>
                <a:path w="1851" h="2410" extrusionOk="0">
                  <a:moveTo>
                    <a:pt x="637" y="0"/>
                  </a:moveTo>
                  <a:cubicBezTo>
                    <a:pt x="408" y="0"/>
                    <a:pt x="187" y="68"/>
                    <a:pt x="1" y="179"/>
                  </a:cubicBezTo>
                  <a:cubicBezTo>
                    <a:pt x="60" y="179"/>
                    <a:pt x="111" y="170"/>
                    <a:pt x="170" y="170"/>
                  </a:cubicBezTo>
                  <a:cubicBezTo>
                    <a:pt x="841" y="170"/>
                    <a:pt x="1384" y="713"/>
                    <a:pt x="1384" y="1383"/>
                  </a:cubicBezTo>
                  <a:cubicBezTo>
                    <a:pt x="1384" y="1816"/>
                    <a:pt x="1154" y="2198"/>
                    <a:pt x="807" y="2410"/>
                  </a:cubicBezTo>
                  <a:cubicBezTo>
                    <a:pt x="1392" y="2333"/>
                    <a:pt x="1850" y="1824"/>
                    <a:pt x="1850" y="1213"/>
                  </a:cubicBezTo>
                  <a:cubicBezTo>
                    <a:pt x="1850" y="543"/>
                    <a:pt x="1307" y="0"/>
                    <a:pt x="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63"/>
            <p:cNvSpPr/>
            <p:nvPr/>
          </p:nvSpPr>
          <p:spPr>
            <a:xfrm>
              <a:off x="11931749" y="700619"/>
              <a:ext cx="242338" cy="244493"/>
            </a:xfrm>
            <a:custGeom>
              <a:avLst/>
              <a:gdLst/>
              <a:ahLst/>
              <a:cxnLst/>
              <a:rect l="l" t="t" r="r" b="b"/>
              <a:pathLst>
                <a:path w="1800" h="1816" extrusionOk="0">
                  <a:moveTo>
                    <a:pt x="612" y="0"/>
                  </a:moveTo>
                  <a:lnTo>
                    <a:pt x="612" y="0"/>
                  </a:lnTo>
                  <a:cubicBezTo>
                    <a:pt x="255" y="128"/>
                    <a:pt x="1" y="467"/>
                    <a:pt x="1" y="874"/>
                  </a:cubicBezTo>
                  <a:cubicBezTo>
                    <a:pt x="1" y="1392"/>
                    <a:pt x="425" y="1816"/>
                    <a:pt x="943" y="1816"/>
                  </a:cubicBezTo>
                  <a:cubicBezTo>
                    <a:pt x="1324" y="1816"/>
                    <a:pt x="1647" y="1587"/>
                    <a:pt x="1799" y="1256"/>
                  </a:cubicBezTo>
                  <a:lnTo>
                    <a:pt x="1799" y="1256"/>
                  </a:lnTo>
                  <a:cubicBezTo>
                    <a:pt x="1638" y="1468"/>
                    <a:pt x="1384" y="1612"/>
                    <a:pt x="1095" y="1612"/>
                  </a:cubicBezTo>
                  <a:cubicBezTo>
                    <a:pt x="612" y="1612"/>
                    <a:pt x="213" y="1222"/>
                    <a:pt x="213" y="730"/>
                  </a:cubicBezTo>
                  <a:cubicBezTo>
                    <a:pt x="213" y="424"/>
                    <a:pt x="374" y="153"/>
                    <a:pt x="6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63"/>
            <p:cNvSpPr/>
            <p:nvPr/>
          </p:nvSpPr>
          <p:spPr>
            <a:xfrm>
              <a:off x="12003778" y="704793"/>
              <a:ext cx="170310" cy="150115"/>
            </a:xfrm>
            <a:custGeom>
              <a:avLst/>
              <a:gdLst/>
              <a:ahLst/>
              <a:cxnLst/>
              <a:rect l="l" t="t" r="r" b="b"/>
              <a:pathLst>
                <a:path w="1265" h="1115" extrusionOk="0">
                  <a:moveTo>
                    <a:pt x="603" y="0"/>
                  </a:moveTo>
                  <a:cubicBezTo>
                    <a:pt x="552" y="0"/>
                    <a:pt x="501" y="7"/>
                    <a:pt x="450" y="20"/>
                  </a:cubicBezTo>
                  <a:cubicBezTo>
                    <a:pt x="212" y="88"/>
                    <a:pt x="43" y="283"/>
                    <a:pt x="0" y="521"/>
                  </a:cubicBezTo>
                  <a:cubicBezTo>
                    <a:pt x="68" y="351"/>
                    <a:pt x="204" y="224"/>
                    <a:pt x="391" y="173"/>
                  </a:cubicBezTo>
                  <a:cubicBezTo>
                    <a:pt x="438" y="161"/>
                    <a:pt x="486" y="155"/>
                    <a:pt x="533" y="155"/>
                  </a:cubicBezTo>
                  <a:cubicBezTo>
                    <a:pt x="788" y="155"/>
                    <a:pt x="1022" y="322"/>
                    <a:pt x="1086" y="580"/>
                  </a:cubicBezTo>
                  <a:cubicBezTo>
                    <a:pt x="1137" y="775"/>
                    <a:pt x="1086" y="970"/>
                    <a:pt x="959" y="1115"/>
                  </a:cubicBezTo>
                  <a:cubicBezTo>
                    <a:pt x="1163" y="970"/>
                    <a:pt x="1264" y="707"/>
                    <a:pt x="1197" y="461"/>
                  </a:cubicBezTo>
                  <a:cubicBezTo>
                    <a:pt x="1125" y="183"/>
                    <a:pt x="873" y="0"/>
                    <a:pt x="6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63"/>
            <p:cNvSpPr/>
            <p:nvPr/>
          </p:nvSpPr>
          <p:spPr>
            <a:xfrm>
              <a:off x="11618860" y="943902"/>
              <a:ext cx="162367" cy="135710"/>
            </a:xfrm>
            <a:custGeom>
              <a:avLst/>
              <a:gdLst/>
              <a:ahLst/>
              <a:cxnLst/>
              <a:rect l="l" t="t" r="r" b="b"/>
              <a:pathLst>
                <a:path w="1206" h="1008" extrusionOk="0">
                  <a:moveTo>
                    <a:pt x="985" y="0"/>
                  </a:moveTo>
                  <a:lnTo>
                    <a:pt x="985" y="0"/>
                  </a:lnTo>
                  <a:cubicBezTo>
                    <a:pt x="1078" y="144"/>
                    <a:pt x="1103" y="323"/>
                    <a:pt x="1044" y="484"/>
                  </a:cubicBezTo>
                  <a:cubicBezTo>
                    <a:pt x="964" y="710"/>
                    <a:pt x="754" y="847"/>
                    <a:pt x="533" y="847"/>
                  </a:cubicBezTo>
                  <a:cubicBezTo>
                    <a:pt x="471" y="847"/>
                    <a:pt x="409" y="837"/>
                    <a:pt x="348" y="815"/>
                  </a:cubicBezTo>
                  <a:cubicBezTo>
                    <a:pt x="162" y="755"/>
                    <a:pt x="43" y="602"/>
                    <a:pt x="1" y="433"/>
                  </a:cubicBezTo>
                  <a:lnTo>
                    <a:pt x="1" y="433"/>
                  </a:lnTo>
                  <a:cubicBezTo>
                    <a:pt x="1" y="670"/>
                    <a:pt x="145" y="891"/>
                    <a:pt x="382" y="976"/>
                  </a:cubicBezTo>
                  <a:cubicBezTo>
                    <a:pt x="446" y="997"/>
                    <a:pt x="511" y="1007"/>
                    <a:pt x="575" y="1007"/>
                  </a:cubicBezTo>
                  <a:cubicBezTo>
                    <a:pt x="816" y="1007"/>
                    <a:pt x="1042" y="861"/>
                    <a:pt x="1129" y="619"/>
                  </a:cubicBezTo>
                  <a:cubicBezTo>
                    <a:pt x="1205" y="399"/>
                    <a:pt x="1146" y="153"/>
                    <a:pt x="9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63"/>
            <p:cNvSpPr/>
            <p:nvPr/>
          </p:nvSpPr>
          <p:spPr>
            <a:xfrm>
              <a:off x="11631381" y="927746"/>
              <a:ext cx="102994" cy="96262"/>
            </a:xfrm>
            <a:custGeom>
              <a:avLst/>
              <a:gdLst/>
              <a:ahLst/>
              <a:cxnLst/>
              <a:rect l="l" t="t" r="r" b="b"/>
              <a:pathLst>
                <a:path w="765" h="715" extrusionOk="0">
                  <a:moveTo>
                    <a:pt x="749" y="249"/>
                  </a:moveTo>
                  <a:lnTo>
                    <a:pt x="749" y="249"/>
                  </a:lnTo>
                  <a:cubicBezTo>
                    <a:pt x="752" y="257"/>
                    <a:pt x="754" y="265"/>
                    <a:pt x="756" y="273"/>
                  </a:cubicBezTo>
                  <a:lnTo>
                    <a:pt x="764" y="273"/>
                  </a:lnTo>
                  <a:cubicBezTo>
                    <a:pt x="760" y="265"/>
                    <a:pt x="755" y="257"/>
                    <a:pt x="749" y="249"/>
                  </a:cubicBezTo>
                  <a:close/>
                  <a:moveTo>
                    <a:pt x="394" y="0"/>
                  </a:moveTo>
                  <a:cubicBezTo>
                    <a:pt x="203" y="0"/>
                    <a:pt x="34" y="148"/>
                    <a:pt x="18" y="349"/>
                  </a:cubicBezTo>
                  <a:cubicBezTo>
                    <a:pt x="1" y="502"/>
                    <a:pt x="86" y="638"/>
                    <a:pt x="213" y="714"/>
                  </a:cubicBezTo>
                  <a:cubicBezTo>
                    <a:pt x="128" y="638"/>
                    <a:pt x="86" y="527"/>
                    <a:pt x="94" y="417"/>
                  </a:cubicBezTo>
                  <a:cubicBezTo>
                    <a:pt x="110" y="232"/>
                    <a:pt x="264" y="85"/>
                    <a:pt x="446" y="85"/>
                  </a:cubicBezTo>
                  <a:cubicBezTo>
                    <a:pt x="456" y="85"/>
                    <a:pt x="466" y="85"/>
                    <a:pt x="476" y="86"/>
                  </a:cubicBezTo>
                  <a:cubicBezTo>
                    <a:pt x="593" y="102"/>
                    <a:pt x="689" y="161"/>
                    <a:pt x="749" y="249"/>
                  </a:cubicBezTo>
                  <a:lnTo>
                    <a:pt x="749" y="249"/>
                  </a:lnTo>
                  <a:cubicBezTo>
                    <a:pt x="707" y="116"/>
                    <a:pt x="577" y="9"/>
                    <a:pt x="425" y="1"/>
                  </a:cubicBezTo>
                  <a:cubicBezTo>
                    <a:pt x="415" y="1"/>
                    <a:pt x="404" y="0"/>
                    <a:pt x="3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63"/>
            <p:cNvSpPr/>
            <p:nvPr/>
          </p:nvSpPr>
          <p:spPr>
            <a:xfrm>
              <a:off x="12759879" y="943902"/>
              <a:ext cx="162232" cy="135710"/>
            </a:xfrm>
            <a:custGeom>
              <a:avLst/>
              <a:gdLst/>
              <a:ahLst/>
              <a:cxnLst/>
              <a:rect l="l" t="t" r="r" b="b"/>
              <a:pathLst>
                <a:path w="1205" h="1008" extrusionOk="0">
                  <a:moveTo>
                    <a:pt x="221" y="0"/>
                  </a:moveTo>
                  <a:lnTo>
                    <a:pt x="221" y="0"/>
                  </a:lnTo>
                  <a:cubicBezTo>
                    <a:pt x="68" y="153"/>
                    <a:pt x="0" y="399"/>
                    <a:pt x="76" y="619"/>
                  </a:cubicBezTo>
                  <a:cubicBezTo>
                    <a:pt x="164" y="861"/>
                    <a:pt x="389" y="1007"/>
                    <a:pt x="631" y="1007"/>
                  </a:cubicBezTo>
                  <a:cubicBezTo>
                    <a:pt x="694" y="1007"/>
                    <a:pt x="759" y="997"/>
                    <a:pt x="823" y="976"/>
                  </a:cubicBezTo>
                  <a:cubicBezTo>
                    <a:pt x="1061" y="891"/>
                    <a:pt x="1205" y="670"/>
                    <a:pt x="1205" y="433"/>
                  </a:cubicBezTo>
                  <a:lnTo>
                    <a:pt x="1205" y="433"/>
                  </a:lnTo>
                  <a:cubicBezTo>
                    <a:pt x="1171" y="602"/>
                    <a:pt x="1044" y="755"/>
                    <a:pt x="865" y="815"/>
                  </a:cubicBezTo>
                  <a:cubicBezTo>
                    <a:pt x="803" y="837"/>
                    <a:pt x="739" y="847"/>
                    <a:pt x="677" y="847"/>
                  </a:cubicBezTo>
                  <a:cubicBezTo>
                    <a:pt x="451" y="847"/>
                    <a:pt x="241" y="710"/>
                    <a:pt x="161" y="484"/>
                  </a:cubicBezTo>
                  <a:cubicBezTo>
                    <a:pt x="102" y="323"/>
                    <a:pt x="136" y="144"/>
                    <a:pt x="2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63"/>
            <p:cNvSpPr/>
            <p:nvPr/>
          </p:nvSpPr>
          <p:spPr>
            <a:xfrm>
              <a:off x="12807809" y="927746"/>
              <a:ext cx="101782" cy="96262"/>
            </a:xfrm>
            <a:custGeom>
              <a:avLst/>
              <a:gdLst/>
              <a:ahLst/>
              <a:cxnLst/>
              <a:rect l="l" t="t" r="r" b="b"/>
              <a:pathLst>
                <a:path w="756" h="715" extrusionOk="0">
                  <a:moveTo>
                    <a:pt x="363" y="0"/>
                  </a:moveTo>
                  <a:cubicBezTo>
                    <a:pt x="353" y="0"/>
                    <a:pt x="342" y="1"/>
                    <a:pt x="331" y="1"/>
                  </a:cubicBezTo>
                  <a:cubicBezTo>
                    <a:pt x="170" y="10"/>
                    <a:pt x="43" y="129"/>
                    <a:pt x="0" y="273"/>
                  </a:cubicBezTo>
                  <a:cubicBezTo>
                    <a:pt x="51" y="171"/>
                    <a:pt x="153" y="103"/>
                    <a:pt x="280" y="86"/>
                  </a:cubicBezTo>
                  <a:cubicBezTo>
                    <a:pt x="290" y="85"/>
                    <a:pt x="300" y="85"/>
                    <a:pt x="310" y="85"/>
                  </a:cubicBezTo>
                  <a:cubicBezTo>
                    <a:pt x="492" y="85"/>
                    <a:pt x="646" y="232"/>
                    <a:pt x="662" y="417"/>
                  </a:cubicBezTo>
                  <a:cubicBezTo>
                    <a:pt x="671" y="527"/>
                    <a:pt x="628" y="638"/>
                    <a:pt x="543" y="714"/>
                  </a:cubicBezTo>
                  <a:cubicBezTo>
                    <a:pt x="671" y="638"/>
                    <a:pt x="755" y="502"/>
                    <a:pt x="738" y="349"/>
                  </a:cubicBezTo>
                  <a:cubicBezTo>
                    <a:pt x="722" y="148"/>
                    <a:pt x="561" y="0"/>
                    <a:pt x="3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63"/>
            <p:cNvSpPr/>
            <p:nvPr/>
          </p:nvSpPr>
          <p:spPr>
            <a:xfrm>
              <a:off x="12390983" y="700619"/>
              <a:ext cx="242204" cy="244493"/>
            </a:xfrm>
            <a:custGeom>
              <a:avLst/>
              <a:gdLst/>
              <a:ahLst/>
              <a:cxnLst/>
              <a:rect l="l" t="t" r="r" b="b"/>
              <a:pathLst>
                <a:path w="1799" h="1816" extrusionOk="0">
                  <a:moveTo>
                    <a:pt x="1188" y="0"/>
                  </a:moveTo>
                  <a:cubicBezTo>
                    <a:pt x="1425" y="153"/>
                    <a:pt x="1586" y="424"/>
                    <a:pt x="1586" y="730"/>
                  </a:cubicBezTo>
                  <a:cubicBezTo>
                    <a:pt x="1586" y="1222"/>
                    <a:pt x="1188" y="1612"/>
                    <a:pt x="704" y="1612"/>
                  </a:cubicBezTo>
                  <a:cubicBezTo>
                    <a:pt x="416" y="1612"/>
                    <a:pt x="161" y="1468"/>
                    <a:pt x="0" y="1256"/>
                  </a:cubicBezTo>
                  <a:lnTo>
                    <a:pt x="0" y="1256"/>
                  </a:lnTo>
                  <a:cubicBezTo>
                    <a:pt x="153" y="1587"/>
                    <a:pt x="475" y="1816"/>
                    <a:pt x="857" y="1816"/>
                  </a:cubicBezTo>
                  <a:cubicBezTo>
                    <a:pt x="1374" y="1816"/>
                    <a:pt x="1799" y="1392"/>
                    <a:pt x="1799" y="874"/>
                  </a:cubicBezTo>
                  <a:cubicBezTo>
                    <a:pt x="1799" y="467"/>
                    <a:pt x="1544" y="128"/>
                    <a:pt x="1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63"/>
            <p:cNvSpPr/>
            <p:nvPr/>
          </p:nvSpPr>
          <p:spPr>
            <a:xfrm>
              <a:off x="12390983" y="704793"/>
              <a:ext cx="170310" cy="150115"/>
            </a:xfrm>
            <a:custGeom>
              <a:avLst/>
              <a:gdLst/>
              <a:ahLst/>
              <a:cxnLst/>
              <a:rect l="l" t="t" r="r" b="b"/>
              <a:pathLst>
                <a:path w="1265" h="1115" extrusionOk="0">
                  <a:moveTo>
                    <a:pt x="662" y="0"/>
                  </a:moveTo>
                  <a:cubicBezTo>
                    <a:pt x="391" y="0"/>
                    <a:pt x="139" y="183"/>
                    <a:pt x="68" y="461"/>
                  </a:cubicBezTo>
                  <a:cubicBezTo>
                    <a:pt x="0" y="707"/>
                    <a:pt x="102" y="970"/>
                    <a:pt x="306" y="1115"/>
                  </a:cubicBezTo>
                  <a:cubicBezTo>
                    <a:pt x="178" y="970"/>
                    <a:pt x="127" y="775"/>
                    <a:pt x="178" y="580"/>
                  </a:cubicBezTo>
                  <a:cubicBezTo>
                    <a:pt x="243" y="322"/>
                    <a:pt x="476" y="155"/>
                    <a:pt x="731" y="155"/>
                  </a:cubicBezTo>
                  <a:cubicBezTo>
                    <a:pt x="778" y="155"/>
                    <a:pt x="826" y="161"/>
                    <a:pt x="874" y="173"/>
                  </a:cubicBezTo>
                  <a:cubicBezTo>
                    <a:pt x="1061" y="224"/>
                    <a:pt x="1196" y="351"/>
                    <a:pt x="1264" y="521"/>
                  </a:cubicBezTo>
                  <a:cubicBezTo>
                    <a:pt x="1222" y="283"/>
                    <a:pt x="1052" y="88"/>
                    <a:pt x="815" y="20"/>
                  </a:cubicBezTo>
                  <a:cubicBezTo>
                    <a:pt x="764" y="7"/>
                    <a:pt x="712" y="0"/>
                    <a:pt x="6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63"/>
            <p:cNvSpPr/>
            <p:nvPr/>
          </p:nvSpPr>
          <p:spPr>
            <a:xfrm>
              <a:off x="11425796" y="907282"/>
              <a:ext cx="74452" cy="193198"/>
            </a:xfrm>
            <a:custGeom>
              <a:avLst/>
              <a:gdLst/>
              <a:ahLst/>
              <a:cxnLst/>
              <a:rect l="l" t="t" r="r" b="b"/>
              <a:pathLst>
                <a:path w="553" h="1435" extrusionOk="0">
                  <a:moveTo>
                    <a:pt x="281" y="1"/>
                  </a:moveTo>
                  <a:cubicBezTo>
                    <a:pt x="128" y="1"/>
                    <a:pt x="1" y="323"/>
                    <a:pt x="1" y="722"/>
                  </a:cubicBezTo>
                  <a:cubicBezTo>
                    <a:pt x="1" y="1112"/>
                    <a:pt x="128" y="1434"/>
                    <a:pt x="281" y="1434"/>
                  </a:cubicBezTo>
                  <a:cubicBezTo>
                    <a:pt x="425" y="1434"/>
                    <a:pt x="552" y="1112"/>
                    <a:pt x="552" y="722"/>
                  </a:cubicBezTo>
                  <a:cubicBezTo>
                    <a:pt x="552" y="323"/>
                    <a:pt x="425" y="1"/>
                    <a:pt x="2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63"/>
            <p:cNvSpPr/>
            <p:nvPr/>
          </p:nvSpPr>
          <p:spPr>
            <a:xfrm>
              <a:off x="13052168" y="907282"/>
              <a:ext cx="74452" cy="193198"/>
            </a:xfrm>
            <a:custGeom>
              <a:avLst/>
              <a:gdLst/>
              <a:ahLst/>
              <a:cxnLst/>
              <a:rect l="l" t="t" r="r" b="b"/>
              <a:pathLst>
                <a:path w="553" h="1435" extrusionOk="0">
                  <a:moveTo>
                    <a:pt x="272" y="1"/>
                  </a:moveTo>
                  <a:cubicBezTo>
                    <a:pt x="120" y="1"/>
                    <a:pt x="1" y="323"/>
                    <a:pt x="1" y="713"/>
                  </a:cubicBezTo>
                  <a:cubicBezTo>
                    <a:pt x="1" y="1112"/>
                    <a:pt x="120" y="1434"/>
                    <a:pt x="272" y="1434"/>
                  </a:cubicBezTo>
                  <a:cubicBezTo>
                    <a:pt x="425" y="1434"/>
                    <a:pt x="552" y="1112"/>
                    <a:pt x="552" y="713"/>
                  </a:cubicBezTo>
                  <a:cubicBezTo>
                    <a:pt x="552" y="323"/>
                    <a:pt x="425" y="1"/>
                    <a:pt x="2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63"/>
            <p:cNvSpPr/>
            <p:nvPr/>
          </p:nvSpPr>
          <p:spPr>
            <a:xfrm>
              <a:off x="11510346" y="1457798"/>
              <a:ext cx="1544235" cy="3087258"/>
            </a:xfrm>
            <a:custGeom>
              <a:avLst/>
              <a:gdLst/>
              <a:ahLst/>
              <a:cxnLst/>
              <a:rect l="l" t="t" r="r" b="b"/>
              <a:pathLst>
                <a:path w="11470" h="22931" extrusionOk="0">
                  <a:moveTo>
                    <a:pt x="1" y="1"/>
                  </a:moveTo>
                  <a:lnTo>
                    <a:pt x="1" y="22930"/>
                  </a:lnTo>
                  <a:lnTo>
                    <a:pt x="11470" y="22930"/>
                  </a:lnTo>
                  <a:lnTo>
                    <a:pt x="114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63"/>
            <p:cNvSpPr/>
            <p:nvPr/>
          </p:nvSpPr>
          <p:spPr>
            <a:xfrm>
              <a:off x="12583913" y="4624781"/>
              <a:ext cx="582689" cy="852224"/>
            </a:xfrm>
            <a:custGeom>
              <a:avLst/>
              <a:gdLst/>
              <a:ahLst/>
              <a:cxnLst/>
              <a:rect l="l" t="t" r="r" b="b"/>
              <a:pathLst>
                <a:path w="4328" h="6330" extrusionOk="0">
                  <a:moveTo>
                    <a:pt x="1" y="1"/>
                  </a:moveTo>
                  <a:cubicBezTo>
                    <a:pt x="1" y="417"/>
                    <a:pt x="340" y="747"/>
                    <a:pt x="747" y="747"/>
                  </a:cubicBezTo>
                  <a:lnTo>
                    <a:pt x="2045" y="747"/>
                  </a:lnTo>
                  <a:cubicBezTo>
                    <a:pt x="2045" y="747"/>
                    <a:pt x="1850" y="1808"/>
                    <a:pt x="3080" y="1808"/>
                  </a:cubicBezTo>
                  <a:cubicBezTo>
                    <a:pt x="3080" y="1808"/>
                    <a:pt x="3402" y="6329"/>
                    <a:pt x="4107" y="6329"/>
                  </a:cubicBezTo>
                  <a:lnTo>
                    <a:pt x="4327" y="6329"/>
                  </a:lnTo>
                  <a:lnTo>
                    <a:pt x="43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63"/>
            <p:cNvSpPr/>
            <p:nvPr/>
          </p:nvSpPr>
          <p:spPr>
            <a:xfrm>
              <a:off x="12834062" y="4692232"/>
              <a:ext cx="194275" cy="174888"/>
            </a:xfrm>
            <a:custGeom>
              <a:avLst/>
              <a:gdLst/>
              <a:ahLst/>
              <a:cxnLst/>
              <a:rect l="l" t="t" r="r" b="b"/>
              <a:pathLst>
                <a:path w="1443" h="1299" extrusionOk="0">
                  <a:moveTo>
                    <a:pt x="722" y="0"/>
                  </a:moveTo>
                  <a:cubicBezTo>
                    <a:pt x="510" y="0"/>
                    <a:pt x="314" y="94"/>
                    <a:pt x="187" y="246"/>
                  </a:cubicBezTo>
                  <a:cubicBezTo>
                    <a:pt x="187" y="246"/>
                    <a:pt x="1" y="1256"/>
                    <a:pt x="1146" y="1298"/>
                  </a:cubicBezTo>
                  <a:cubicBezTo>
                    <a:pt x="1324" y="1171"/>
                    <a:pt x="1443" y="959"/>
                    <a:pt x="1443" y="721"/>
                  </a:cubicBezTo>
                  <a:cubicBezTo>
                    <a:pt x="1443" y="323"/>
                    <a:pt x="1120" y="0"/>
                    <a:pt x="7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63"/>
            <p:cNvSpPr/>
            <p:nvPr/>
          </p:nvSpPr>
          <p:spPr>
            <a:xfrm>
              <a:off x="12836351" y="4679711"/>
              <a:ext cx="177176" cy="168021"/>
            </a:xfrm>
            <a:custGeom>
              <a:avLst/>
              <a:gdLst/>
              <a:ahLst/>
              <a:cxnLst/>
              <a:rect l="l" t="t" r="r" b="b"/>
              <a:pathLst>
                <a:path w="1316" h="1248" extrusionOk="0">
                  <a:moveTo>
                    <a:pt x="662" y="0"/>
                  </a:moveTo>
                  <a:cubicBezTo>
                    <a:pt x="467" y="0"/>
                    <a:pt x="289" y="93"/>
                    <a:pt x="170" y="238"/>
                  </a:cubicBezTo>
                  <a:cubicBezTo>
                    <a:pt x="170" y="238"/>
                    <a:pt x="1" y="1205"/>
                    <a:pt x="1044" y="1247"/>
                  </a:cubicBezTo>
                  <a:cubicBezTo>
                    <a:pt x="1205" y="1120"/>
                    <a:pt x="1315" y="916"/>
                    <a:pt x="1315" y="687"/>
                  </a:cubicBezTo>
                  <a:cubicBezTo>
                    <a:pt x="1315" y="305"/>
                    <a:pt x="1018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63"/>
            <p:cNvSpPr/>
            <p:nvPr/>
          </p:nvSpPr>
          <p:spPr>
            <a:xfrm>
              <a:off x="12870548" y="4722255"/>
              <a:ext cx="130459" cy="102590"/>
            </a:xfrm>
            <a:custGeom>
              <a:avLst/>
              <a:gdLst/>
              <a:ahLst/>
              <a:cxnLst/>
              <a:rect l="l" t="t" r="r" b="b"/>
              <a:pathLst>
                <a:path w="969" h="762" extrusionOk="0">
                  <a:moveTo>
                    <a:pt x="432" y="1"/>
                  </a:moveTo>
                  <a:cubicBezTo>
                    <a:pt x="405" y="1"/>
                    <a:pt x="377" y="3"/>
                    <a:pt x="349" y="6"/>
                  </a:cubicBezTo>
                  <a:cubicBezTo>
                    <a:pt x="179" y="23"/>
                    <a:pt x="60" y="108"/>
                    <a:pt x="1" y="219"/>
                  </a:cubicBezTo>
                  <a:cubicBezTo>
                    <a:pt x="1" y="219"/>
                    <a:pt x="59" y="762"/>
                    <a:pt x="741" y="762"/>
                  </a:cubicBezTo>
                  <a:cubicBezTo>
                    <a:pt x="752" y="762"/>
                    <a:pt x="762" y="762"/>
                    <a:pt x="773" y="761"/>
                  </a:cubicBezTo>
                  <a:cubicBezTo>
                    <a:pt x="883" y="694"/>
                    <a:pt x="968" y="575"/>
                    <a:pt x="960" y="431"/>
                  </a:cubicBezTo>
                  <a:cubicBezTo>
                    <a:pt x="944" y="191"/>
                    <a:pt x="711" y="1"/>
                    <a:pt x="4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63"/>
            <p:cNvSpPr/>
            <p:nvPr/>
          </p:nvSpPr>
          <p:spPr>
            <a:xfrm>
              <a:off x="12886704" y="4735584"/>
              <a:ext cx="103936" cy="92627"/>
            </a:xfrm>
            <a:custGeom>
              <a:avLst/>
              <a:gdLst/>
              <a:ahLst/>
              <a:cxnLst/>
              <a:rect l="l" t="t" r="r" b="b"/>
              <a:pathLst>
                <a:path w="772" h="688" extrusionOk="0">
                  <a:moveTo>
                    <a:pt x="381" y="0"/>
                  </a:moveTo>
                  <a:cubicBezTo>
                    <a:pt x="375" y="0"/>
                    <a:pt x="370" y="1"/>
                    <a:pt x="365" y="1"/>
                  </a:cubicBezTo>
                  <a:cubicBezTo>
                    <a:pt x="246" y="1"/>
                    <a:pt x="144" y="60"/>
                    <a:pt x="76" y="145"/>
                  </a:cubicBezTo>
                  <a:cubicBezTo>
                    <a:pt x="76" y="145"/>
                    <a:pt x="1" y="688"/>
                    <a:pt x="605" y="688"/>
                  </a:cubicBezTo>
                  <a:cubicBezTo>
                    <a:pt x="610" y="688"/>
                    <a:pt x="614" y="688"/>
                    <a:pt x="619" y="688"/>
                  </a:cubicBezTo>
                  <a:cubicBezTo>
                    <a:pt x="712" y="612"/>
                    <a:pt x="772" y="501"/>
                    <a:pt x="763" y="366"/>
                  </a:cubicBezTo>
                  <a:cubicBezTo>
                    <a:pt x="755" y="159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63"/>
            <p:cNvSpPr/>
            <p:nvPr/>
          </p:nvSpPr>
          <p:spPr>
            <a:xfrm>
              <a:off x="12999661" y="4892028"/>
              <a:ext cx="158866" cy="584978"/>
            </a:xfrm>
            <a:custGeom>
              <a:avLst/>
              <a:gdLst/>
              <a:ahLst/>
              <a:cxnLst/>
              <a:rect l="l" t="t" r="r" b="b"/>
              <a:pathLst>
                <a:path w="1180" h="4345" extrusionOk="0">
                  <a:moveTo>
                    <a:pt x="1" y="1"/>
                  </a:moveTo>
                  <a:cubicBezTo>
                    <a:pt x="68" y="832"/>
                    <a:pt x="399" y="4344"/>
                    <a:pt x="1019" y="4344"/>
                  </a:cubicBezTo>
                  <a:lnTo>
                    <a:pt x="1171" y="4344"/>
                  </a:lnTo>
                  <a:cubicBezTo>
                    <a:pt x="1171" y="4217"/>
                    <a:pt x="1180" y="4090"/>
                    <a:pt x="1180" y="3963"/>
                  </a:cubicBezTo>
                  <a:cubicBezTo>
                    <a:pt x="1180" y="2300"/>
                    <a:pt x="866" y="883"/>
                    <a:pt x="433" y="289"/>
                  </a:cubicBezTo>
                  <a:lnTo>
                    <a:pt x="433" y="289"/>
                  </a:lnTo>
                  <a:cubicBezTo>
                    <a:pt x="527" y="1952"/>
                    <a:pt x="866" y="3538"/>
                    <a:pt x="866" y="3538"/>
                  </a:cubicBezTo>
                  <a:cubicBezTo>
                    <a:pt x="560" y="2851"/>
                    <a:pt x="281" y="1443"/>
                    <a:pt x="179" y="52"/>
                  </a:cubicBezTo>
                  <a:cubicBezTo>
                    <a:pt x="119" y="18"/>
                    <a:pt x="60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63"/>
            <p:cNvSpPr/>
            <p:nvPr/>
          </p:nvSpPr>
          <p:spPr>
            <a:xfrm>
              <a:off x="12788421" y="4693578"/>
              <a:ext cx="81183" cy="101513"/>
            </a:xfrm>
            <a:custGeom>
              <a:avLst/>
              <a:gdLst/>
              <a:ahLst/>
              <a:cxnLst/>
              <a:rect l="l" t="t" r="r" b="b"/>
              <a:pathLst>
                <a:path w="603" h="754" extrusionOk="0">
                  <a:moveTo>
                    <a:pt x="411" y="0"/>
                  </a:moveTo>
                  <a:cubicBezTo>
                    <a:pt x="374" y="0"/>
                    <a:pt x="330" y="21"/>
                    <a:pt x="280" y="75"/>
                  </a:cubicBezTo>
                  <a:cubicBezTo>
                    <a:pt x="0" y="372"/>
                    <a:pt x="323" y="754"/>
                    <a:pt x="323" y="754"/>
                  </a:cubicBezTo>
                  <a:cubicBezTo>
                    <a:pt x="323" y="754"/>
                    <a:pt x="348" y="457"/>
                    <a:pt x="603" y="296"/>
                  </a:cubicBezTo>
                  <a:cubicBezTo>
                    <a:pt x="603" y="296"/>
                    <a:pt x="550" y="0"/>
                    <a:pt x="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/>
            <p:cNvSpPr/>
            <p:nvPr/>
          </p:nvSpPr>
          <p:spPr>
            <a:xfrm>
              <a:off x="11384733" y="4624781"/>
              <a:ext cx="582555" cy="852224"/>
            </a:xfrm>
            <a:custGeom>
              <a:avLst/>
              <a:gdLst/>
              <a:ahLst/>
              <a:cxnLst/>
              <a:rect l="l" t="t" r="r" b="b"/>
              <a:pathLst>
                <a:path w="4327" h="6330" extrusionOk="0">
                  <a:moveTo>
                    <a:pt x="1" y="1"/>
                  </a:moveTo>
                  <a:lnTo>
                    <a:pt x="1" y="6329"/>
                  </a:lnTo>
                  <a:lnTo>
                    <a:pt x="221" y="6329"/>
                  </a:lnTo>
                  <a:cubicBezTo>
                    <a:pt x="925" y="6329"/>
                    <a:pt x="1256" y="1808"/>
                    <a:pt x="1256" y="1808"/>
                  </a:cubicBezTo>
                  <a:cubicBezTo>
                    <a:pt x="2486" y="1808"/>
                    <a:pt x="2283" y="747"/>
                    <a:pt x="2283" y="747"/>
                  </a:cubicBezTo>
                  <a:lnTo>
                    <a:pt x="3580" y="747"/>
                  </a:lnTo>
                  <a:cubicBezTo>
                    <a:pt x="3996" y="747"/>
                    <a:pt x="4327" y="417"/>
                    <a:pt x="43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3"/>
            <p:cNvSpPr/>
            <p:nvPr/>
          </p:nvSpPr>
          <p:spPr>
            <a:xfrm>
              <a:off x="11523001" y="4692232"/>
              <a:ext cx="194275" cy="174888"/>
            </a:xfrm>
            <a:custGeom>
              <a:avLst/>
              <a:gdLst/>
              <a:ahLst/>
              <a:cxnLst/>
              <a:rect l="l" t="t" r="r" b="b"/>
              <a:pathLst>
                <a:path w="1443" h="1299" extrusionOk="0">
                  <a:moveTo>
                    <a:pt x="721" y="0"/>
                  </a:moveTo>
                  <a:cubicBezTo>
                    <a:pt x="322" y="0"/>
                    <a:pt x="0" y="323"/>
                    <a:pt x="0" y="721"/>
                  </a:cubicBezTo>
                  <a:cubicBezTo>
                    <a:pt x="0" y="959"/>
                    <a:pt x="119" y="1171"/>
                    <a:pt x="305" y="1298"/>
                  </a:cubicBezTo>
                  <a:cubicBezTo>
                    <a:pt x="1442" y="1256"/>
                    <a:pt x="1256" y="246"/>
                    <a:pt x="1256" y="246"/>
                  </a:cubicBezTo>
                  <a:cubicBezTo>
                    <a:pt x="1128" y="94"/>
                    <a:pt x="933" y="0"/>
                    <a:pt x="7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63"/>
            <p:cNvSpPr/>
            <p:nvPr/>
          </p:nvSpPr>
          <p:spPr>
            <a:xfrm>
              <a:off x="11537811" y="4679711"/>
              <a:ext cx="177176" cy="168021"/>
            </a:xfrm>
            <a:custGeom>
              <a:avLst/>
              <a:gdLst/>
              <a:ahLst/>
              <a:cxnLst/>
              <a:rect l="l" t="t" r="r" b="b"/>
              <a:pathLst>
                <a:path w="1316" h="1248" extrusionOk="0">
                  <a:moveTo>
                    <a:pt x="654" y="0"/>
                  </a:moveTo>
                  <a:cubicBezTo>
                    <a:pt x="297" y="0"/>
                    <a:pt x="0" y="305"/>
                    <a:pt x="0" y="687"/>
                  </a:cubicBezTo>
                  <a:cubicBezTo>
                    <a:pt x="0" y="916"/>
                    <a:pt x="111" y="1120"/>
                    <a:pt x="280" y="1247"/>
                  </a:cubicBezTo>
                  <a:cubicBezTo>
                    <a:pt x="1315" y="1205"/>
                    <a:pt x="1146" y="238"/>
                    <a:pt x="1146" y="238"/>
                  </a:cubicBezTo>
                  <a:cubicBezTo>
                    <a:pt x="1027" y="93"/>
                    <a:pt x="849" y="0"/>
                    <a:pt x="6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63"/>
            <p:cNvSpPr/>
            <p:nvPr/>
          </p:nvSpPr>
          <p:spPr>
            <a:xfrm>
              <a:off x="11550332" y="4722255"/>
              <a:ext cx="131536" cy="102590"/>
            </a:xfrm>
            <a:custGeom>
              <a:avLst/>
              <a:gdLst/>
              <a:ahLst/>
              <a:cxnLst/>
              <a:rect l="l" t="t" r="r" b="b"/>
              <a:pathLst>
                <a:path w="977" h="762" extrusionOk="0">
                  <a:moveTo>
                    <a:pt x="543" y="1"/>
                  </a:moveTo>
                  <a:cubicBezTo>
                    <a:pt x="258" y="1"/>
                    <a:pt x="25" y="191"/>
                    <a:pt x="9" y="431"/>
                  </a:cubicBezTo>
                  <a:cubicBezTo>
                    <a:pt x="1" y="575"/>
                    <a:pt x="85" y="694"/>
                    <a:pt x="196" y="761"/>
                  </a:cubicBezTo>
                  <a:cubicBezTo>
                    <a:pt x="206" y="762"/>
                    <a:pt x="217" y="762"/>
                    <a:pt x="227" y="762"/>
                  </a:cubicBezTo>
                  <a:cubicBezTo>
                    <a:pt x="910" y="762"/>
                    <a:pt x="976" y="219"/>
                    <a:pt x="976" y="219"/>
                  </a:cubicBezTo>
                  <a:cubicBezTo>
                    <a:pt x="908" y="108"/>
                    <a:pt x="790" y="23"/>
                    <a:pt x="620" y="6"/>
                  </a:cubicBezTo>
                  <a:lnTo>
                    <a:pt x="628" y="6"/>
                  </a:lnTo>
                  <a:cubicBezTo>
                    <a:pt x="600" y="3"/>
                    <a:pt x="571" y="1"/>
                    <a:pt x="5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63"/>
            <p:cNvSpPr/>
            <p:nvPr/>
          </p:nvSpPr>
          <p:spPr>
            <a:xfrm>
              <a:off x="11560564" y="4735584"/>
              <a:ext cx="103936" cy="92627"/>
            </a:xfrm>
            <a:custGeom>
              <a:avLst/>
              <a:gdLst/>
              <a:ahLst/>
              <a:cxnLst/>
              <a:rect l="l" t="t" r="r" b="b"/>
              <a:pathLst>
                <a:path w="772" h="688" extrusionOk="0">
                  <a:moveTo>
                    <a:pt x="400" y="0"/>
                  </a:moveTo>
                  <a:cubicBezTo>
                    <a:pt x="187" y="0"/>
                    <a:pt x="18" y="159"/>
                    <a:pt x="9" y="366"/>
                  </a:cubicBezTo>
                  <a:cubicBezTo>
                    <a:pt x="1" y="501"/>
                    <a:pt x="60" y="612"/>
                    <a:pt x="154" y="688"/>
                  </a:cubicBezTo>
                  <a:cubicBezTo>
                    <a:pt x="158" y="688"/>
                    <a:pt x="163" y="688"/>
                    <a:pt x="168" y="688"/>
                  </a:cubicBezTo>
                  <a:cubicBezTo>
                    <a:pt x="772" y="688"/>
                    <a:pt x="697" y="145"/>
                    <a:pt x="697" y="145"/>
                  </a:cubicBezTo>
                  <a:cubicBezTo>
                    <a:pt x="629" y="60"/>
                    <a:pt x="527" y="1"/>
                    <a:pt x="408" y="1"/>
                  </a:cubicBezTo>
                  <a:lnTo>
                    <a:pt x="417" y="1"/>
                  </a:lnTo>
                  <a:cubicBezTo>
                    <a:pt x="411" y="1"/>
                    <a:pt x="406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63"/>
            <p:cNvSpPr/>
            <p:nvPr/>
          </p:nvSpPr>
          <p:spPr>
            <a:xfrm>
              <a:off x="11392676" y="4892028"/>
              <a:ext cx="159001" cy="584978"/>
            </a:xfrm>
            <a:custGeom>
              <a:avLst/>
              <a:gdLst/>
              <a:ahLst/>
              <a:cxnLst/>
              <a:rect l="l" t="t" r="r" b="b"/>
              <a:pathLst>
                <a:path w="1181" h="4345" extrusionOk="0">
                  <a:moveTo>
                    <a:pt x="1180" y="1"/>
                  </a:moveTo>
                  <a:cubicBezTo>
                    <a:pt x="1121" y="1"/>
                    <a:pt x="1061" y="18"/>
                    <a:pt x="1002" y="52"/>
                  </a:cubicBezTo>
                  <a:cubicBezTo>
                    <a:pt x="900" y="1443"/>
                    <a:pt x="620" y="2851"/>
                    <a:pt x="323" y="3538"/>
                  </a:cubicBezTo>
                  <a:cubicBezTo>
                    <a:pt x="323" y="3538"/>
                    <a:pt x="654" y="1952"/>
                    <a:pt x="756" y="289"/>
                  </a:cubicBezTo>
                  <a:lnTo>
                    <a:pt x="756" y="289"/>
                  </a:lnTo>
                  <a:cubicBezTo>
                    <a:pt x="315" y="883"/>
                    <a:pt x="1" y="2300"/>
                    <a:pt x="1" y="3963"/>
                  </a:cubicBezTo>
                  <a:cubicBezTo>
                    <a:pt x="1" y="4090"/>
                    <a:pt x="9" y="4217"/>
                    <a:pt x="9" y="4344"/>
                  </a:cubicBezTo>
                  <a:lnTo>
                    <a:pt x="162" y="4344"/>
                  </a:lnTo>
                  <a:cubicBezTo>
                    <a:pt x="781" y="4344"/>
                    <a:pt x="1112" y="832"/>
                    <a:pt x="1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63"/>
            <p:cNvSpPr/>
            <p:nvPr/>
          </p:nvSpPr>
          <p:spPr>
            <a:xfrm>
              <a:off x="11681734" y="4693578"/>
              <a:ext cx="81183" cy="101513"/>
            </a:xfrm>
            <a:custGeom>
              <a:avLst/>
              <a:gdLst/>
              <a:ahLst/>
              <a:cxnLst/>
              <a:rect l="l" t="t" r="r" b="b"/>
              <a:pathLst>
                <a:path w="603" h="754" extrusionOk="0">
                  <a:moveTo>
                    <a:pt x="192" y="0"/>
                  </a:moveTo>
                  <a:cubicBezTo>
                    <a:pt x="53" y="0"/>
                    <a:pt x="0" y="296"/>
                    <a:pt x="0" y="296"/>
                  </a:cubicBezTo>
                  <a:cubicBezTo>
                    <a:pt x="255" y="457"/>
                    <a:pt x="280" y="754"/>
                    <a:pt x="280" y="754"/>
                  </a:cubicBezTo>
                  <a:cubicBezTo>
                    <a:pt x="280" y="754"/>
                    <a:pt x="602" y="372"/>
                    <a:pt x="323" y="75"/>
                  </a:cubicBezTo>
                  <a:cubicBezTo>
                    <a:pt x="272" y="21"/>
                    <a:pt x="229" y="0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63"/>
            <p:cNvSpPr/>
            <p:nvPr/>
          </p:nvSpPr>
          <p:spPr>
            <a:xfrm>
              <a:off x="11384733" y="1364093"/>
              <a:ext cx="193198" cy="3239123"/>
            </a:xfrm>
            <a:custGeom>
              <a:avLst/>
              <a:gdLst/>
              <a:ahLst/>
              <a:cxnLst/>
              <a:rect l="l" t="t" r="r" b="b"/>
              <a:pathLst>
                <a:path w="1435" h="24059" extrusionOk="0">
                  <a:moveTo>
                    <a:pt x="1" y="1"/>
                  </a:moveTo>
                  <a:lnTo>
                    <a:pt x="1" y="24059"/>
                  </a:lnTo>
                  <a:lnTo>
                    <a:pt x="1434" y="24059"/>
                  </a:lnTo>
                  <a:lnTo>
                    <a:pt x="1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63"/>
            <p:cNvSpPr/>
            <p:nvPr/>
          </p:nvSpPr>
          <p:spPr>
            <a:xfrm>
              <a:off x="12973408" y="1364093"/>
              <a:ext cx="193198" cy="3239123"/>
            </a:xfrm>
            <a:custGeom>
              <a:avLst/>
              <a:gdLst/>
              <a:ahLst/>
              <a:cxnLst/>
              <a:rect l="l" t="t" r="r" b="b"/>
              <a:pathLst>
                <a:path w="1435" h="24059" extrusionOk="0">
                  <a:moveTo>
                    <a:pt x="0" y="1"/>
                  </a:moveTo>
                  <a:lnTo>
                    <a:pt x="0" y="24059"/>
                  </a:lnTo>
                  <a:lnTo>
                    <a:pt x="1434" y="24059"/>
                  </a:lnTo>
                  <a:lnTo>
                    <a:pt x="1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63"/>
            <p:cNvSpPr/>
            <p:nvPr/>
          </p:nvSpPr>
          <p:spPr>
            <a:xfrm>
              <a:off x="11384733" y="4419196"/>
              <a:ext cx="193198" cy="184043"/>
            </a:xfrm>
            <a:custGeom>
              <a:avLst/>
              <a:gdLst/>
              <a:ahLst/>
              <a:cxnLst/>
              <a:rect l="l" t="t" r="r" b="b"/>
              <a:pathLst>
                <a:path w="1435" h="1367" extrusionOk="0">
                  <a:moveTo>
                    <a:pt x="1" y="1"/>
                  </a:moveTo>
                  <a:lnTo>
                    <a:pt x="1" y="1367"/>
                  </a:lnTo>
                  <a:lnTo>
                    <a:pt x="1434" y="1367"/>
                  </a:lnTo>
                  <a:lnTo>
                    <a:pt x="1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63"/>
            <p:cNvSpPr/>
            <p:nvPr/>
          </p:nvSpPr>
          <p:spPr>
            <a:xfrm>
              <a:off x="12973408" y="4419196"/>
              <a:ext cx="193198" cy="184043"/>
            </a:xfrm>
            <a:custGeom>
              <a:avLst/>
              <a:gdLst/>
              <a:ahLst/>
              <a:cxnLst/>
              <a:rect l="l" t="t" r="r" b="b"/>
              <a:pathLst>
                <a:path w="1435" h="1367" extrusionOk="0">
                  <a:moveTo>
                    <a:pt x="0" y="1"/>
                  </a:moveTo>
                  <a:lnTo>
                    <a:pt x="0" y="1367"/>
                  </a:lnTo>
                  <a:lnTo>
                    <a:pt x="1434" y="1367"/>
                  </a:lnTo>
                  <a:lnTo>
                    <a:pt x="1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63"/>
            <p:cNvSpPr/>
            <p:nvPr/>
          </p:nvSpPr>
          <p:spPr>
            <a:xfrm>
              <a:off x="11384733" y="1421312"/>
              <a:ext cx="193198" cy="443210"/>
            </a:xfrm>
            <a:custGeom>
              <a:avLst/>
              <a:gdLst/>
              <a:ahLst/>
              <a:cxnLst/>
              <a:rect l="l" t="t" r="r" b="b"/>
              <a:pathLst>
                <a:path w="1435" h="3292" extrusionOk="0">
                  <a:moveTo>
                    <a:pt x="1" y="0"/>
                  </a:moveTo>
                  <a:lnTo>
                    <a:pt x="1" y="3292"/>
                  </a:lnTo>
                  <a:lnTo>
                    <a:pt x="1434" y="3292"/>
                  </a:lnTo>
                  <a:lnTo>
                    <a:pt x="14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63"/>
            <p:cNvSpPr/>
            <p:nvPr/>
          </p:nvSpPr>
          <p:spPr>
            <a:xfrm>
              <a:off x="12973408" y="1421312"/>
              <a:ext cx="193198" cy="443210"/>
            </a:xfrm>
            <a:custGeom>
              <a:avLst/>
              <a:gdLst/>
              <a:ahLst/>
              <a:cxnLst/>
              <a:rect l="l" t="t" r="r" b="b"/>
              <a:pathLst>
                <a:path w="1435" h="3292" extrusionOk="0">
                  <a:moveTo>
                    <a:pt x="0" y="0"/>
                  </a:moveTo>
                  <a:lnTo>
                    <a:pt x="0" y="3292"/>
                  </a:lnTo>
                  <a:lnTo>
                    <a:pt x="1434" y="3292"/>
                  </a:lnTo>
                  <a:lnTo>
                    <a:pt x="14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63"/>
            <p:cNvSpPr/>
            <p:nvPr/>
          </p:nvSpPr>
          <p:spPr>
            <a:xfrm>
              <a:off x="11487587" y="1448031"/>
              <a:ext cx="59508" cy="3137476"/>
            </a:xfrm>
            <a:custGeom>
              <a:avLst/>
              <a:gdLst/>
              <a:ahLst/>
              <a:cxnLst/>
              <a:rect l="l" t="t" r="r" b="b"/>
              <a:pathLst>
                <a:path w="442" h="23304" extrusionOk="0">
                  <a:moveTo>
                    <a:pt x="1" y="0"/>
                  </a:moveTo>
                  <a:lnTo>
                    <a:pt x="1" y="23303"/>
                  </a:lnTo>
                  <a:lnTo>
                    <a:pt x="442" y="23303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63"/>
            <p:cNvSpPr/>
            <p:nvPr/>
          </p:nvSpPr>
          <p:spPr>
            <a:xfrm>
              <a:off x="12992795" y="1438411"/>
              <a:ext cx="59508" cy="3137476"/>
            </a:xfrm>
            <a:custGeom>
              <a:avLst/>
              <a:gdLst/>
              <a:ahLst/>
              <a:cxnLst/>
              <a:rect l="l" t="t" r="r" b="b"/>
              <a:pathLst>
                <a:path w="442" h="23304" extrusionOk="0">
                  <a:moveTo>
                    <a:pt x="1" y="0"/>
                  </a:moveTo>
                  <a:lnTo>
                    <a:pt x="1" y="23303"/>
                  </a:lnTo>
                  <a:lnTo>
                    <a:pt x="442" y="23303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63"/>
            <p:cNvSpPr/>
            <p:nvPr/>
          </p:nvSpPr>
          <p:spPr>
            <a:xfrm>
              <a:off x="11534311" y="1438411"/>
              <a:ext cx="56142" cy="3137476"/>
            </a:xfrm>
            <a:custGeom>
              <a:avLst/>
              <a:gdLst/>
              <a:ahLst/>
              <a:cxnLst/>
              <a:rect l="l" t="t" r="r" b="b"/>
              <a:pathLst>
                <a:path w="417" h="23304" extrusionOk="0">
                  <a:moveTo>
                    <a:pt x="1" y="0"/>
                  </a:moveTo>
                  <a:lnTo>
                    <a:pt x="1" y="23303"/>
                  </a:lnTo>
                  <a:lnTo>
                    <a:pt x="417" y="23303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63"/>
            <p:cNvSpPr/>
            <p:nvPr/>
          </p:nvSpPr>
          <p:spPr>
            <a:xfrm>
              <a:off x="12960887" y="1438411"/>
              <a:ext cx="56007" cy="3137476"/>
            </a:xfrm>
            <a:custGeom>
              <a:avLst/>
              <a:gdLst/>
              <a:ahLst/>
              <a:cxnLst/>
              <a:rect l="l" t="t" r="r" b="b"/>
              <a:pathLst>
                <a:path w="416" h="23304" extrusionOk="0">
                  <a:moveTo>
                    <a:pt x="0" y="0"/>
                  </a:moveTo>
                  <a:lnTo>
                    <a:pt x="0" y="23303"/>
                  </a:lnTo>
                  <a:lnTo>
                    <a:pt x="416" y="23303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63"/>
            <p:cNvSpPr/>
            <p:nvPr/>
          </p:nvSpPr>
          <p:spPr>
            <a:xfrm>
              <a:off x="11335592" y="4501457"/>
              <a:ext cx="1880008" cy="141768"/>
            </a:xfrm>
            <a:custGeom>
              <a:avLst/>
              <a:gdLst/>
              <a:ahLst/>
              <a:cxnLst/>
              <a:rect l="l" t="t" r="r" b="b"/>
              <a:pathLst>
                <a:path w="13964" h="1053" extrusionOk="0">
                  <a:moveTo>
                    <a:pt x="383" y="1"/>
                  </a:moveTo>
                  <a:cubicBezTo>
                    <a:pt x="171" y="1"/>
                    <a:pt x="1" y="170"/>
                    <a:pt x="1" y="382"/>
                  </a:cubicBezTo>
                  <a:lnTo>
                    <a:pt x="1" y="671"/>
                  </a:lnTo>
                  <a:cubicBezTo>
                    <a:pt x="1" y="883"/>
                    <a:pt x="171" y="1053"/>
                    <a:pt x="383" y="1053"/>
                  </a:cubicBezTo>
                  <a:lnTo>
                    <a:pt x="13582" y="1053"/>
                  </a:lnTo>
                  <a:cubicBezTo>
                    <a:pt x="13794" y="1053"/>
                    <a:pt x="13964" y="883"/>
                    <a:pt x="13964" y="671"/>
                  </a:cubicBezTo>
                  <a:lnTo>
                    <a:pt x="13964" y="382"/>
                  </a:lnTo>
                  <a:cubicBezTo>
                    <a:pt x="13964" y="170"/>
                    <a:pt x="13794" y="1"/>
                    <a:pt x="13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63"/>
            <p:cNvSpPr/>
            <p:nvPr/>
          </p:nvSpPr>
          <p:spPr>
            <a:xfrm>
              <a:off x="11503480" y="3704292"/>
              <a:ext cx="1545446" cy="77818"/>
            </a:xfrm>
            <a:custGeom>
              <a:avLst/>
              <a:gdLst/>
              <a:ahLst/>
              <a:cxnLst/>
              <a:rect l="l" t="t" r="r" b="b"/>
              <a:pathLst>
                <a:path w="11479" h="578" extrusionOk="0">
                  <a:moveTo>
                    <a:pt x="289" y="1"/>
                  </a:moveTo>
                  <a:cubicBezTo>
                    <a:pt x="128" y="1"/>
                    <a:pt x="1" y="128"/>
                    <a:pt x="1" y="289"/>
                  </a:cubicBezTo>
                  <a:cubicBezTo>
                    <a:pt x="1" y="450"/>
                    <a:pt x="128" y="577"/>
                    <a:pt x="289" y="577"/>
                  </a:cubicBezTo>
                  <a:lnTo>
                    <a:pt x="11181" y="577"/>
                  </a:lnTo>
                  <a:cubicBezTo>
                    <a:pt x="11343" y="577"/>
                    <a:pt x="11478" y="450"/>
                    <a:pt x="11478" y="289"/>
                  </a:cubicBezTo>
                  <a:cubicBezTo>
                    <a:pt x="11478" y="128"/>
                    <a:pt x="11343" y="1"/>
                    <a:pt x="111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63"/>
            <p:cNvSpPr/>
            <p:nvPr/>
          </p:nvSpPr>
          <p:spPr>
            <a:xfrm>
              <a:off x="11503480" y="2928803"/>
              <a:ext cx="1545446" cy="78895"/>
            </a:xfrm>
            <a:custGeom>
              <a:avLst/>
              <a:gdLst/>
              <a:ahLst/>
              <a:cxnLst/>
              <a:rect l="l" t="t" r="r" b="b"/>
              <a:pathLst>
                <a:path w="11479" h="586" extrusionOk="0">
                  <a:moveTo>
                    <a:pt x="289" y="1"/>
                  </a:moveTo>
                  <a:cubicBezTo>
                    <a:pt x="128" y="1"/>
                    <a:pt x="1" y="128"/>
                    <a:pt x="1" y="289"/>
                  </a:cubicBezTo>
                  <a:cubicBezTo>
                    <a:pt x="1" y="450"/>
                    <a:pt x="128" y="586"/>
                    <a:pt x="289" y="586"/>
                  </a:cubicBezTo>
                  <a:lnTo>
                    <a:pt x="11181" y="586"/>
                  </a:lnTo>
                  <a:cubicBezTo>
                    <a:pt x="11343" y="586"/>
                    <a:pt x="11478" y="450"/>
                    <a:pt x="11478" y="289"/>
                  </a:cubicBezTo>
                  <a:cubicBezTo>
                    <a:pt x="11478" y="128"/>
                    <a:pt x="11343" y="1"/>
                    <a:pt x="111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63"/>
            <p:cNvSpPr/>
            <p:nvPr/>
          </p:nvSpPr>
          <p:spPr>
            <a:xfrm>
              <a:off x="11503480" y="2153314"/>
              <a:ext cx="1545446" cy="79029"/>
            </a:xfrm>
            <a:custGeom>
              <a:avLst/>
              <a:gdLst/>
              <a:ahLst/>
              <a:cxnLst/>
              <a:rect l="l" t="t" r="r" b="b"/>
              <a:pathLst>
                <a:path w="11479" h="587" extrusionOk="0">
                  <a:moveTo>
                    <a:pt x="289" y="1"/>
                  </a:moveTo>
                  <a:cubicBezTo>
                    <a:pt x="128" y="1"/>
                    <a:pt x="1" y="136"/>
                    <a:pt x="1" y="298"/>
                  </a:cubicBezTo>
                  <a:cubicBezTo>
                    <a:pt x="1" y="459"/>
                    <a:pt x="128" y="586"/>
                    <a:pt x="289" y="586"/>
                  </a:cubicBezTo>
                  <a:lnTo>
                    <a:pt x="11181" y="586"/>
                  </a:lnTo>
                  <a:cubicBezTo>
                    <a:pt x="11343" y="586"/>
                    <a:pt x="11478" y="459"/>
                    <a:pt x="11478" y="298"/>
                  </a:cubicBezTo>
                  <a:cubicBezTo>
                    <a:pt x="11478" y="136"/>
                    <a:pt x="11343" y="1"/>
                    <a:pt x="111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63"/>
            <p:cNvSpPr/>
            <p:nvPr/>
          </p:nvSpPr>
          <p:spPr>
            <a:xfrm>
              <a:off x="11317416" y="1313875"/>
              <a:ext cx="1916494" cy="213796"/>
            </a:xfrm>
            <a:custGeom>
              <a:avLst/>
              <a:gdLst/>
              <a:ahLst/>
              <a:cxnLst/>
              <a:rect l="l" t="t" r="r" b="b"/>
              <a:pathLst>
                <a:path w="14235" h="1588" extrusionOk="0">
                  <a:moveTo>
                    <a:pt x="484" y="1"/>
                  </a:moveTo>
                  <a:cubicBezTo>
                    <a:pt x="212" y="1"/>
                    <a:pt x="0" y="213"/>
                    <a:pt x="0" y="476"/>
                  </a:cubicBezTo>
                  <a:lnTo>
                    <a:pt x="0" y="1103"/>
                  </a:lnTo>
                  <a:cubicBezTo>
                    <a:pt x="0" y="1375"/>
                    <a:pt x="212" y="1587"/>
                    <a:pt x="484" y="1587"/>
                  </a:cubicBezTo>
                  <a:lnTo>
                    <a:pt x="13760" y="1587"/>
                  </a:lnTo>
                  <a:cubicBezTo>
                    <a:pt x="14023" y="1587"/>
                    <a:pt x="14235" y="1375"/>
                    <a:pt x="14235" y="1103"/>
                  </a:cubicBezTo>
                  <a:lnTo>
                    <a:pt x="14235" y="476"/>
                  </a:lnTo>
                  <a:cubicBezTo>
                    <a:pt x="14235" y="213"/>
                    <a:pt x="14023" y="1"/>
                    <a:pt x="13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63"/>
            <p:cNvSpPr/>
            <p:nvPr/>
          </p:nvSpPr>
          <p:spPr>
            <a:xfrm>
              <a:off x="11599473" y="2381787"/>
              <a:ext cx="228606" cy="540280"/>
            </a:xfrm>
            <a:custGeom>
              <a:avLst/>
              <a:gdLst/>
              <a:ahLst/>
              <a:cxnLst/>
              <a:rect l="l" t="t" r="r" b="b"/>
              <a:pathLst>
                <a:path w="1698" h="4013" extrusionOk="0">
                  <a:moveTo>
                    <a:pt x="145" y="0"/>
                  </a:moveTo>
                  <a:lnTo>
                    <a:pt x="0" y="4013"/>
                  </a:lnTo>
                  <a:lnTo>
                    <a:pt x="1697" y="4013"/>
                  </a:lnTo>
                  <a:lnTo>
                    <a:pt x="1544" y="119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63"/>
            <p:cNvSpPr/>
            <p:nvPr/>
          </p:nvSpPr>
          <p:spPr>
            <a:xfrm>
              <a:off x="12532618" y="2297238"/>
              <a:ext cx="153077" cy="624829"/>
            </a:xfrm>
            <a:custGeom>
              <a:avLst/>
              <a:gdLst/>
              <a:ahLst/>
              <a:cxnLst/>
              <a:rect l="l" t="t" r="r" b="b"/>
              <a:pathLst>
                <a:path w="1137" h="4641" extrusionOk="0">
                  <a:moveTo>
                    <a:pt x="0" y="1"/>
                  </a:moveTo>
                  <a:lnTo>
                    <a:pt x="42" y="4641"/>
                  </a:lnTo>
                  <a:lnTo>
                    <a:pt x="1137" y="4641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63"/>
            <p:cNvSpPr/>
            <p:nvPr/>
          </p:nvSpPr>
          <p:spPr>
            <a:xfrm>
              <a:off x="12702660" y="2297238"/>
              <a:ext cx="233183" cy="624829"/>
            </a:xfrm>
            <a:custGeom>
              <a:avLst/>
              <a:gdLst/>
              <a:ahLst/>
              <a:cxnLst/>
              <a:rect l="l" t="t" r="r" b="b"/>
              <a:pathLst>
                <a:path w="1732" h="4641" extrusionOk="0">
                  <a:moveTo>
                    <a:pt x="1" y="1"/>
                  </a:moveTo>
                  <a:lnTo>
                    <a:pt x="69" y="4641"/>
                  </a:lnTo>
                  <a:lnTo>
                    <a:pt x="1732" y="4641"/>
                  </a:lnTo>
                  <a:lnTo>
                    <a:pt x="13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63"/>
            <p:cNvSpPr/>
            <p:nvPr/>
          </p:nvSpPr>
          <p:spPr>
            <a:xfrm>
              <a:off x="12314377" y="2347456"/>
              <a:ext cx="203430" cy="574612"/>
            </a:xfrm>
            <a:custGeom>
              <a:avLst/>
              <a:gdLst/>
              <a:ahLst/>
              <a:cxnLst/>
              <a:rect l="l" t="t" r="r" b="b"/>
              <a:pathLst>
                <a:path w="1511" h="4268" extrusionOk="0">
                  <a:moveTo>
                    <a:pt x="1" y="1"/>
                  </a:moveTo>
                  <a:lnTo>
                    <a:pt x="43" y="4268"/>
                  </a:lnTo>
                  <a:lnTo>
                    <a:pt x="1511" y="4268"/>
                  </a:lnTo>
                  <a:lnTo>
                    <a:pt x="1350" y="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63"/>
            <p:cNvSpPr/>
            <p:nvPr/>
          </p:nvSpPr>
          <p:spPr>
            <a:xfrm>
              <a:off x="12187687" y="2339513"/>
              <a:ext cx="101782" cy="582555"/>
            </a:xfrm>
            <a:custGeom>
              <a:avLst/>
              <a:gdLst/>
              <a:ahLst/>
              <a:cxnLst/>
              <a:rect l="l" t="t" r="r" b="b"/>
              <a:pathLst>
                <a:path w="756" h="4327" extrusionOk="0">
                  <a:moveTo>
                    <a:pt x="0" y="0"/>
                  </a:moveTo>
                  <a:lnTo>
                    <a:pt x="34" y="4327"/>
                  </a:lnTo>
                  <a:lnTo>
                    <a:pt x="755" y="4327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63"/>
            <p:cNvSpPr/>
            <p:nvPr/>
          </p:nvSpPr>
          <p:spPr>
            <a:xfrm>
              <a:off x="11829023" y="2526788"/>
              <a:ext cx="190909" cy="395281"/>
            </a:xfrm>
            <a:custGeom>
              <a:avLst/>
              <a:gdLst/>
              <a:ahLst/>
              <a:cxnLst/>
              <a:rect l="l" t="t" r="r" b="b"/>
              <a:pathLst>
                <a:path w="1418" h="2936" extrusionOk="0">
                  <a:moveTo>
                    <a:pt x="0" y="1"/>
                  </a:moveTo>
                  <a:lnTo>
                    <a:pt x="145" y="2936"/>
                  </a:lnTo>
                  <a:lnTo>
                    <a:pt x="1417" y="2936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63"/>
            <p:cNvSpPr/>
            <p:nvPr/>
          </p:nvSpPr>
          <p:spPr>
            <a:xfrm>
              <a:off x="12044841" y="2387442"/>
              <a:ext cx="133825" cy="534626"/>
            </a:xfrm>
            <a:custGeom>
              <a:avLst/>
              <a:gdLst/>
              <a:ahLst/>
              <a:cxnLst/>
              <a:rect l="l" t="t" r="r" b="b"/>
              <a:pathLst>
                <a:path w="994" h="3971" extrusionOk="0">
                  <a:moveTo>
                    <a:pt x="1" y="1"/>
                  </a:moveTo>
                  <a:lnTo>
                    <a:pt x="26" y="3971"/>
                  </a:lnTo>
                  <a:lnTo>
                    <a:pt x="993" y="3971"/>
                  </a:lnTo>
                  <a:lnTo>
                    <a:pt x="883" y="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63"/>
            <p:cNvSpPr/>
            <p:nvPr/>
          </p:nvSpPr>
          <p:spPr>
            <a:xfrm>
              <a:off x="12566815" y="2864852"/>
              <a:ext cx="93839" cy="36755"/>
            </a:xfrm>
            <a:custGeom>
              <a:avLst/>
              <a:gdLst/>
              <a:ahLst/>
              <a:cxnLst/>
              <a:rect l="l" t="t" r="r" b="b"/>
              <a:pathLst>
                <a:path w="697" h="273" extrusionOk="0">
                  <a:moveTo>
                    <a:pt x="1" y="1"/>
                  </a:moveTo>
                  <a:lnTo>
                    <a:pt x="9" y="272"/>
                  </a:lnTo>
                  <a:lnTo>
                    <a:pt x="696" y="272"/>
                  </a:lnTo>
                  <a:lnTo>
                    <a:pt x="6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63"/>
            <p:cNvSpPr/>
            <p:nvPr/>
          </p:nvSpPr>
          <p:spPr>
            <a:xfrm>
              <a:off x="12564526" y="2804402"/>
              <a:ext cx="94916" cy="36620"/>
            </a:xfrm>
            <a:custGeom>
              <a:avLst/>
              <a:gdLst/>
              <a:ahLst/>
              <a:cxnLst/>
              <a:rect l="l" t="t" r="r" b="b"/>
              <a:pathLst>
                <a:path w="705" h="272" extrusionOk="0">
                  <a:moveTo>
                    <a:pt x="1" y="0"/>
                  </a:moveTo>
                  <a:lnTo>
                    <a:pt x="9" y="271"/>
                  </a:lnTo>
                  <a:lnTo>
                    <a:pt x="705" y="271"/>
                  </a:lnTo>
                  <a:lnTo>
                    <a:pt x="6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63"/>
            <p:cNvSpPr/>
            <p:nvPr/>
          </p:nvSpPr>
          <p:spPr>
            <a:xfrm>
              <a:off x="12365807" y="2847754"/>
              <a:ext cx="104071" cy="46987"/>
            </a:xfrm>
            <a:custGeom>
              <a:avLst/>
              <a:gdLst/>
              <a:ahLst/>
              <a:cxnLst/>
              <a:rect l="l" t="t" r="r" b="b"/>
              <a:pathLst>
                <a:path w="773" h="349" extrusionOk="0">
                  <a:moveTo>
                    <a:pt x="1" y="0"/>
                  </a:moveTo>
                  <a:lnTo>
                    <a:pt x="9" y="348"/>
                  </a:lnTo>
                  <a:lnTo>
                    <a:pt x="772" y="348"/>
                  </a:lnTo>
                  <a:lnTo>
                    <a:pt x="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63"/>
            <p:cNvSpPr/>
            <p:nvPr/>
          </p:nvSpPr>
          <p:spPr>
            <a:xfrm>
              <a:off x="12556583" y="2334935"/>
              <a:ext cx="67451" cy="33254"/>
            </a:xfrm>
            <a:custGeom>
              <a:avLst/>
              <a:gdLst/>
              <a:ahLst/>
              <a:cxnLst/>
              <a:rect l="l" t="t" r="r" b="b"/>
              <a:pathLst>
                <a:path w="501" h="247" extrusionOk="0">
                  <a:moveTo>
                    <a:pt x="0" y="1"/>
                  </a:moveTo>
                  <a:lnTo>
                    <a:pt x="0" y="247"/>
                  </a:lnTo>
                  <a:lnTo>
                    <a:pt x="501" y="24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63"/>
            <p:cNvSpPr/>
            <p:nvPr/>
          </p:nvSpPr>
          <p:spPr>
            <a:xfrm>
              <a:off x="12203574" y="2872796"/>
              <a:ext cx="64085" cy="28811"/>
            </a:xfrm>
            <a:custGeom>
              <a:avLst/>
              <a:gdLst/>
              <a:ahLst/>
              <a:cxnLst/>
              <a:rect l="l" t="t" r="r" b="b"/>
              <a:pathLst>
                <a:path w="476" h="214" extrusionOk="0">
                  <a:moveTo>
                    <a:pt x="1" y="1"/>
                  </a:moveTo>
                  <a:lnTo>
                    <a:pt x="9" y="213"/>
                  </a:lnTo>
                  <a:lnTo>
                    <a:pt x="476" y="213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63"/>
            <p:cNvSpPr/>
            <p:nvPr/>
          </p:nvSpPr>
          <p:spPr>
            <a:xfrm>
              <a:off x="12070017" y="2831732"/>
              <a:ext cx="73240" cy="65297"/>
            </a:xfrm>
            <a:custGeom>
              <a:avLst/>
              <a:gdLst/>
              <a:ahLst/>
              <a:cxnLst/>
              <a:rect l="l" t="t" r="r" b="b"/>
              <a:pathLst>
                <a:path w="544" h="485" extrusionOk="0">
                  <a:moveTo>
                    <a:pt x="0" y="1"/>
                  </a:moveTo>
                  <a:lnTo>
                    <a:pt x="9" y="484"/>
                  </a:lnTo>
                  <a:lnTo>
                    <a:pt x="543" y="484"/>
                  </a:lnTo>
                  <a:lnTo>
                    <a:pt x="5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63"/>
            <p:cNvSpPr/>
            <p:nvPr/>
          </p:nvSpPr>
          <p:spPr>
            <a:xfrm>
              <a:off x="11657770" y="2410330"/>
              <a:ext cx="89127" cy="60585"/>
            </a:xfrm>
            <a:custGeom>
              <a:avLst/>
              <a:gdLst/>
              <a:ahLst/>
              <a:cxnLst/>
              <a:rect l="l" t="t" r="r" b="b"/>
              <a:pathLst>
                <a:path w="662" h="450" extrusionOk="0">
                  <a:moveTo>
                    <a:pt x="0" y="0"/>
                  </a:moveTo>
                  <a:lnTo>
                    <a:pt x="0" y="425"/>
                  </a:lnTo>
                  <a:lnTo>
                    <a:pt x="662" y="450"/>
                  </a:lnTo>
                  <a:lnTo>
                    <a:pt x="662" y="450"/>
                  </a:lnTo>
                  <a:lnTo>
                    <a:pt x="653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63"/>
            <p:cNvSpPr/>
            <p:nvPr/>
          </p:nvSpPr>
          <p:spPr>
            <a:xfrm>
              <a:off x="12730125" y="2841965"/>
              <a:ext cx="173676" cy="60719"/>
            </a:xfrm>
            <a:custGeom>
              <a:avLst/>
              <a:gdLst/>
              <a:ahLst/>
              <a:cxnLst/>
              <a:rect l="l" t="t" r="r" b="b"/>
              <a:pathLst>
                <a:path w="1290" h="451" extrusionOk="0">
                  <a:moveTo>
                    <a:pt x="1" y="1"/>
                  </a:moveTo>
                  <a:lnTo>
                    <a:pt x="18" y="425"/>
                  </a:lnTo>
                  <a:lnTo>
                    <a:pt x="1290" y="451"/>
                  </a:lnTo>
                  <a:lnTo>
                    <a:pt x="1290" y="451"/>
                  </a:lnTo>
                  <a:lnTo>
                    <a:pt x="1282" y="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63"/>
            <p:cNvSpPr/>
            <p:nvPr/>
          </p:nvSpPr>
          <p:spPr>
            <a:xfrm>
              <a:off x="12727836" y="2322414"/>
              <a:ext cx="118880" cy="61796"/>
            </a:xfrm>
            <a:custGeom>
              <a:avLst/>
              <a:gdLst/>
              <a:ahLst/>
              <a:cxnLst/>
              <a:rect l="l" t="t" r="r" b="b"/>
              <a:pathLst>
                <a:path w="883" h="459" extrusionOk="0">
                  <a:moveTo>
                    <a:pt x="874" y="0"/>
                  </a:moveTo>
                  <a:lnTo>
                    <a:pt x="1" y="43"/>
                  </a:lnTo>
                  <a:lnTo>
                    <a:pt x="9" y="458"/>
                  </a:lnTo>
                  <a:lnTo>
                    <a:pt x="883" y="416"/>
                  </a:lnTo>
                  <a:lnTo>
                    <a:pt x="8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63"/>
            <p:cNvSpPr/>
            <p:nvPr/>
          </p:nvSpPr>
          <p:spPr>
            <a:xfrm>
              <a:off x="11861066" y="2862563"/>
              <a:ext cx="131401" cy="35543"/>
            </a:xfrm>
            <a:custGeom>
              <a:avLst/>
              <a:gdLst/>
              <a:ahLst/>
              <a:cxnLst/>
              <a:rect l="l" t="t" r="r" b="b"/>
              <a:pathLst>
                <a:path w="976" h="264" extrusionOk="0">
                  <a:moveTo>
                    <a:pt x="0" y="1"/>
                  </a:moveTo>
                  <a:lnTo>
                    <a:pt x="9" y="264"/>
                  </a:lnTo>
                  <a:lnTo>
                    <a:pt x="976" y="264"/>
                  </a:lnTo>
                  <a:lnTo>
                    <a:pt x="9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63"/>
            <p:cNvSpPr/>
            <p:nvPr/>
          </p:nvSpPr>
          <p:spPr>
            <a:xfrm>
              <a:off x="11610917" y="3172086"/>
              <a:ext cx="228471" cy="539203"/>
            </a:xfrm>
            <a:custGeom>
              <a:avLst/>
              <a:gdLst/>
              <a:ahLst/>
              <a:cxnLst/>
              <a:rect l="l" t="t" r="r" b="b"/>
              <a:pathLst>
                <a:path w="1697" h="4005" extrusionOk="0">
                  <a:moveTo>
                    <a:pt x="144" y="1"/>
                  </a:moveTo>
                  <a:lnTo>
                    <a:pt x="0" y="4005"/>
                  </a:lnTo>
                  <a:lnTo>
                    <a:pt x="1697" y="4005"/>
                  </a:lnTo>
                  <a:lnTo>
                    <a:pt x="1544" y="11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63"/>
            <p:cNvSpPr/>
            <p:nvPr/>
          </p:nvSpPr>
          <p:spPr>
            <a:xfrm>
              <a:off x="12543927" y="3086459"/>
              <a:ext cx="153212" cy="624829"/>
            </a:xfrm>
            <a:custGeom>
              <a:avLst/>
              <a:gdLst/>
              <a:ahLst/>
              <a:cxnLst/>
              <a:rect l="l" t="t" r="r" b="b"/>
              <a:pathLst>
                <a:path w="1138" h="4641" extrusionOk="0">
                  <a:moveTo>
                    <a:pt x="1" y="0"/>
                  </a:moveTo>
                  <a:lnTo>
                    <a:pt x="43" y="4641"/>
                  </a:lnTo>
                  <a:lnTo>
                    <a:pt x="1138" y="4641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63"/>
            <p:cNvSpPr/>
            <p:nvPr/>
          </p:nvSpPr>
          <p:spPr>
            <a:xfrm>
              <a:off x="12714104" y="3086459"/>
              <a:ext cx="233183" cy="624829"/>
            </a:xfrm>
            <a:custGeom>
              <a:avLst/>
              <a:gdLst/>
              <a:ahLst/>
              <a:cxnLst/>
              <a:rect l="l" t="t" r="r" b="b"/>
              <a:pathLst>
                <a:path w="1732" h="4641" extrusionOk="0">
                  <a:moveTo>
                    <a:pt x="1" y="0"/>
                  </a:moveTo>
                  <a:lnTo>
                    <a:pt x="69" y="4641"/>
                  </a:lnTo>
                  <a:lnTo>
                    <a:pt x="1731" y="4641"/>
                  </a:lnTo>
                  <a:lnTo>
                    <a:pt x="1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63"/>
            <p:cNvSpPr/>
            <p:nvPr/>
          </p:nvSpPr>
          <p:spPr>
            <a:xfrm>
              <a:off x="12325821" y="3137889"/>
              <a:ext cx="203430" cy="573400"/>
            </a:xfrm>
            <a:custGeom>
              <a:avLst/>
              <a:gdLst/>
              <a:ahLst/>
              <a:cxnLst/>
              <a:rect l="l" t="t" r="r" b="b"/>
              <a:pathLst>
                <a:path w="1511" h="4259" extrusionOk="0">
                  <a:moveTo>
                    <a:pt x="1" y="0"/>
                  </a:moveTo>
                  <a:lnTo>
                    <a:pt x="43" y="4259"/>
                  </a:lnTo>
                  <a:lnTo>
                    <a:pt x="1511" y="4259"/>
                  </a:lnTo>
                  <a:lnTo>
                    <a:pt x="1349" y="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63"/>
            <p:cNvSpPr/>
            <p:nvPr/>
          </p:nvSpPr>
          <p:spPr>
            <a:xfrm>
              <a:off x="12200208" y="3129811"/>
              <a:ext cx="100570" cy="581478"/>
            </a:xfrm>
            <a:custGeom>
              <a:avLst/>
              <a:gdLst/>
              <a:ahLst/>
              <a:cxnLst/>
              <a:rect l="l" t="t" r="r" b="b"/>
              <a:pathLst>
                <a:path w="747" h="4319" extrusionOk="0">
                  <a:moveTo>
                    <a:pt x="0" y="1"/>
                  </a:moveTo>
                  <a:lnTo>
                    <a:pt x="26" y="4319"/>
                  </a:lnTo>
                  <a:lnTo>
                    <a:pt x="747" y="4319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63"/>
            <p:cNvSpPr/>
            <p:nvPr/>
          </p:nvSpPr>
          <p:spPr>
            <a:xfrm>
              <a:off x="11840467" y="3317086"/>
              <a:ext cx="190774" cy="394204"/>
            </a:xfrm>
            <a:custGeom>
              <a:avLst/>
              <a:gdLst/>
              <a:ahLst/>
              <a:cxnLst/>
              <a:rect l="l" t="t" r="r" b="b"/>
              <a:pathLst>
                <a:path w="1417" h="2928" extrusionOk="0">
                  <a:moveTo>
                    <a:pt x="0" y="1"/>
                  </a:moveTo>
                  <a:lnTo>
                    <a:pt x="145" y="2928"/>
                  </a:lnTo>
                  <a:lnTo>
                    <a:pt x="1417" y="2928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63"/>
            <p:cNvSpPr/>
            <p:nvPr/>
          </p:nvSpPr>
          <p:spPr>
            <a:xfrm>
              <a:off x="12056285" y="3176663"/>
              <a:ext cx="133825" cy="534626"/>
            </a:xfrm>
            <a:custGeom>
              <a:avLst/>
              <a:gdLst/>
              <a:ahLst/>
              <a:cxnLst/>
              <a:rect l="l" t="t" r="r" b="b"/>
              <a:pathLst>
                <a:path w="994" h="3971" extrusionOk="0">
                  <a:moveTo>
                    <a:pt x="1" y="0"/>
                  </a:moveTo>
                  <a:lnTo>
                    <a:pt x="35" y="3971"/>
                  </a:lnTo>
                  <a:lnTo>
                    <a:pt x="993" y="3971"/>
                  </a:lnTo>
                  <a:lnTo>
                    <a:pt x="883" y="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63"/>
            <p:cNvSpPr/>
            <p:nvPr/>
          </p:nvSpPr>
          <p:spPr>
            <a:xfrm>
              <a:off x="12578259" y="3655151"/>
              <a:ext cx="94916" cy="36755"/>
            </a:xfrm>
            <a:custGeom>
              <a:avLst/>
              <a:gdLst/>
              <a:ahLst/>
              <a:cxnLst/>
              <a:rect l="l" t="t" r="r" b="b"/>
              <a:pathLst>
                <a:path w="705" h="273" extrusionOk="0">
                  <a:moveTo>
                    <a:pt x="0" y="1"/>
                  </a:moveTo>
                  <a:lnTo>
                    <a:pt x="9" y="272"/>
                  </a:lnTo>
                  <a:lnTo>
                    <a:pt x="704" y="272"/>
                  </a:lnTo>
                  <a:lnTo>
                    <a:pt x="6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63"/>
            <p:cNvSpPr/>
            <p:nvPr/>
          </p:nvSpPr>
          <p:spPr>
            <a:xfrm>
              <a:off x="12577047" y="3594700"/>
              <a:ext cx="93839" cy="35543"/>
            </a:xfrm>
            <a:custGeom>
              <a:avLst/>
              <a:gdLst/>
              <a:ahLst/>
              <a:cxnLst/>
              <a:rect l="l" t="t" r="r" b="b"/>
              <a:pathLst>
                <a:path w="697" h="264" extrusionOk="0">
                  <a:moveTo>
                    <a:pt x="1" y="0"/>
                  </a:moveTo>
                  <a:lnTo>
                    <a:pt x="1" y="263"/>
                  </a:lnTo>
                  <a:lnTo>
                    <a:pt x="696" y="263"/>
                  </a:lnTo>
                  <a:lnTo>
                    <a:pt x="6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63"/>
            <p:cNvSpPr/>
            <p:nvPr/>
          </p:nvSpPr>
          <p:spPr>
            <a:xfrm>
              <a:off x="12378328" y="3638052"/>
              <a:ext cx="102994" cy="46987"/>
            </a:xfrm>
            <a:custGeom>
              <a:avLst/>
              <a:gdLst/>
              <a:ahLst/>
              <a:cxnLst/>
              <a:rect l="l" t="t" r="r" b="b"/>
              <a:pathLst>
                <a:path w="765" h="349" extrusionOk="0">
                  <a:moveTo>
                    <a:pt x="1" y="1"/>
                  </a:moveTo>
                  <a:lnTo>
                    <a:pt x="1" y="348"/>
                  </a:lnTo>
                  <a:lnTo>
                    <a:pt x="764" y="348"/>
                  </a:lnTo>
                  <a:lnTo>
                    <a:pt x="7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63"/>
            <p:cNvSpPr/>
            <p:nvPr/>
          </p:nvSpPr>
          <p:spPr>
            <a:xfrm>
              <a:off x="12568026" y="3125233"/>
              <a:ext cx="67451" cy="33254"/>
            </a:xfrm>
            <a:custGeom>
              <a:avLst/>
              <a:gdLst/>
              <a:ahLst/>
              <a:cxnLst/>
              <a:rect l="l" t="t" r="r" b="b"/>
              <a:pathLst>
                <a:path w="501" h="247" extrusionOk="0">
                  <a:moveTo>
                    <a:pt x="0" y="1"/>
                  </a:moveTo>
                  <a:lnTo>
                    <a:pt x="0" y="247"/>
                  </a:lnTo>
                  <a:lnTo>
                    <a:pt x="501" y="24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63"/>
            <p:cNvSpPr/>
            <p:nvPr/>
          </p:nvSpPr>
          <p:spPr>
            <a:xfrm>
              <a:off x="12215017" y="3662017"/>
              <a:ext cx="64085" cy="28677"/>
            </a:xfrm>
            <a:custGeom>
              <a:avLst/>
              <a:gdLst/>
              <a:ahLst/>
              <a:cxnLst/>
              <a:rect l="l" t="t" r="r" b="b"/>
              <a:pathLst>
                <a:path w="476" h="213" extrusionOk="0">
                  <a:moveTo>
                    <a:pt x="1" y="1"/>
                  </a:moveTo>
                  <a:lnTo>
                    <a:pt x="9" y="213"/>
                  </a:lnTo>
                  <a:lnTo>
                    <a:pt x="476" y="213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63"/>
            <p:cNvSpPr/>
            <p:nvPr/>
          </p:nvSpPr>
          <p:spPr>
            <a:xfrm>
              <a:off x="12081461" y="3620954"/>
              <a:ext cx="73240" cy="66374"/>
            </a:xfrm>
            <a:custGeom>
              <a:avLst/>
              <a:gdLst/>
              <a:ahLst/>
              <a:cxnLst/>
              <a:rect l="l" t="t" r="r" b="b"/>
              <a:pathLst>
                <a:path w="544" h="493" extrusionOk="0">
                  <a:moveTo>
                    <a:pt x="0" y="0"/>
                  </a:moveTo>
                  <a:lnTo>
                    <a:pt x="9" y="492"/>
                  </a:lnTo>
                  <a:lnTo>
                    <a:pt x="543" y="492"/>
                  </a:lnTo>
                  <a:lnTo>
                    <a:pt x="5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63"/>
            <p:cNvSpPr/>
            <p:nvPr/>
          </p:nvSpPr>
          <p:spPr>
            <a:xfrm>
              <a:off x="11669079" y="3200628"/>
              <a:ext cx="89261" cy="60719"/>
            </a:xfrm>
            <a:custGeom>
              <a:avLst/>
              <a:gdLst/>
              <a:ahLst/>
              <a:cxnLst/>
              <a:rect l="l" t="t" r="r" b="b"/>
              <a:pathLst>
                <a:path w="663" h="451" extrusionOk="0">
                  <a:moveTo>
                    <a:pt x="1" y="1"/>
                  </a:moveTo>
                  <a:lnTo>
                    <a:pt x="9" y="416"/>
                  </a:lnTo>
                  <a:lnTo>
                    <a:pt x="663" y="450"/>
                  </a:lnTo>
                  <a:lnTo>
                    <a:pt x="663" y="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63"/>
            <p:cNvSpPr/>
            <p:nvPr/>
          </p:nvSpPr>
          <p:spPr>
            <a:xfrm>
              <a:off x="12742646" y="3632398"/>
              <a:ext cx="172599" cy="60585"/>
            </a:xfrm>
            <a:custGeom>
              <a:avLst/>
              <a:gdLst/>
              <a:ahLst/>
              <a:cxnLst/>
              <a:rect l="l" t="t" r="r" b="b"/>
              <a:pathLst>
                <a:path w="1282" h="450" extrusionOk="0">
                  <a:moveTo>
                    <a:pt x="1" y="0"/>
                  </a:moveTo>
                  <a:lnTo>
                    <a:pt x="9" y="416"/>
                  </a:lnTo>
                  <a:lnTo>
                    <a:pt x="1282" y="450"/>
                  </a:lnTo>
                  <a:lnTo>
                    <a:pt x="1273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63"/>
            <p:cNvSpPr/>
            <p:nvPr/>
          </p:nvSpPr>
          <p:spPr>
            <a:xfrm>
              <a:off x="12739280" y="3112712"/>
              <a:ext cx="118880" cy="61796"/>
            </a:xfrm>
            <a:custGeom>
              <a:avLst/>
              <a:gdLst/>
              <a:ahLst/>
              <a:cxnLst/>
              <a:rect l="l" t="t" r="r" b="b"/>
              <a:pathLst>
                <a:path w="883" h="459" extrusionOk="0">
                  <a:moveTo>
                    <a:pt x="874" y="0"/>
                  </a:moveTo>
                  <a:lnTo>
                    <a:pt x="0" y="34"/>
                  </a:lnTo>
                  <a:lnTo>
                    <a:pt x="9" y="459"/>
                  </a:lnTo>
                  <a:lnTo>
                    <a:pt x="883" y="416"/>
                  </a:lnTo>
                  <a:lnTo>
                    <a:pt x="8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63"/>
            <p:cNvSpPr/>
            <p:nvPr/>
          </p:nvSpPr>
          <p:spPr>
            <a:xfrm>
              <a:off x="11872375" y="3651785"/>
              <a:ext cx="131536" cy="35543"/>
            </a:xfrm>
            <a:custGeom>
              <a:avLst/>
              <a:gdLst/>
              <a:ahLst/>
              <a:cxnLst/>
              <a:rect l="l" t="t" r="r" b="b"/>
              <a:pathLst>
                <a:path w="977" h="264" extrusionOk="0">
                  <a:moveTo>
                    <a:pt x="1" y="0"/>
                  </a:moveTo>
                  <a:lnTo>
                    <a:pt x="9" y="263"/>
                  </a:lnTo>
                  <a:lnTo>
                    <a:pt x="976" y="26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63"/>
            <p:cNvSpPr/>
            <p:nvPr/>
          </p:nvSpPr>
          <p:spPr>
            <a:xfrm>
              <a:off x="12716392" y="3961307"/>
              <a:ext cx="227394" cy="540280"/>
            </a:xfrm>
            <a:custGeom>
              <a:avLst/>
              <a:gdLst/>
              <a:ahLst/>
              <a:cxnLst/>
              <a:rect l="l" t="t" r="r" b="b"/>
              <a:pathLst>
                <a:path w="1689" h="4013" extrusionOk="0">
                  <a:moveTo>
                    <a:pt x="1545" y="0"/>
                  </a:moveTo>
                  <a:lnTo>
                    <a:pt x="145" y="119"/>
                  </a:lnTo>
                  <a:lnTo>
                    <a:pt x="1" y="4013"/>
                  </a:lnTo>
                  <a:lnTo>
                    <a:pt x="1689" y="4013"/>
                  </a:lnTo>
                  <a:lnTo>
                    <a:pt x="15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63"/>
            <p:cNvSpPr/>
            <p:nvPr/>
          </p:nvSpPr>
          <p:spPr>
            <a:xfrm>
              <a:off x="11857566" y="3876757"/>
              <a:ext cx="153212" cy="624829"/>
            </a:xfrm>
            <a:custGeom>
              <a:avLst/>
              <a:gdLst/>
              <a:ahLst/>
              <a:cxnLst/>
              <a:rect l="l" t="t" r="r" b="b"/>
              <a:pathLst>
                <a:path w="1138" h="4641" extrusionOk="0">
                  <a:moveTo>
                    <a:pt x="238" y="1"/>
                  </a:moveTo>
                  <a:lnTo>
                    <a:pt x="1" y="4641"/>
                  </a:lnTo>
                  <a:lnTo>
                    <a:pt x="1095" y="4641"/>
                  </a:lnTo>
                  <a:lnTo>
                    <a:pt x="11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63"/>
            <p:cNvSpPr/>
            <p:nvPr/>
          </p:nvSpPr>
          <p:spPr>
            <a:xfrm>
              <a:off x="11607417" y="3876757"/>
              <a:ext cx="234261" cy="624829"/>
            </a:xfrm>
            <a:custGeom>
              <a:avLst/>
              <a:gdLst/>
              <a:ahLst/>
              <a:cxnLst/>
              <a:rect l="l" t="t" r="r" b="b"/>
              <a:pathLst>
                <a:path w="1740" h="4641" extrusionOk="0">
                  <a:moveTo>
                    <a:pt x="366" y="1"/>
                  </a:moveTo>
                  <a:lnTo>
                    <a:pt x="1" y="4641"/>
                  </a:lnTo>
                  <a:lnTo>
                    <a:pt x="1672" y="4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63"/>
            <p:cNvSpPr/>
            <p:nvPr/>
          </p:nvSpPr>
          <p:spPr>
            <a:xfrm>
              <a:off x="12026665" y="3926976"/>
              <a:ext cx="202218" cy="574612"/>
            </a:xfrm>
            <a:custGeom>
              <a:avLst/>
              <a:gdLst/>
              <a:ahLst/>
              <a:cxnLst/>
              <a:rect l="l" t="t" r="r" b="b"/>
              <a:pathLst>
                <a:path w="1502" h="4268" extrusionOk="0">
                  <a:moveTo>
                    <a:pt x="1502" y="1"/>
                  </a:moveTo>
                  <a:lnTo>
                    <a:pt x="161" y="60"/>
                  </a:lnTo>
                  <a:lnTo>
                    <a:pt x="0" y="4268"/>
                  </a:lnTo>
                  <a:lnTo>
                    <a:pt x="1459" y="4268"/>
                  </a:lnTo>
                  <a:lnTo>
                    <a:pt x="15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63"/>
            <p:cNvSpPr/>
            <p:nvPr/>
          </p:nvSpPr>
          <p:spPr>
            <a:xfrm>
              <a:off x="12255004" y="3919032"/>
              <a:ext cx="100705" cy="582555"/>
            </a:xfrm>
            <a:custGeom>
              <a:avLst/>
              <a:gdLst/>
              <a:ahLst/>
              <a:cxnLst/>
              <a:rect l="l" t="t" r="r" b="b"/>
              <a:pathLst>
                <a:path w="748" h="4327" extrusionOk="0">
                  <a:moveTo>
                    <a:pt x="153" y="0"/>
                  </a:moveTo>
                  <a:lnTo>
                    <a:pt x="1" y="4327"/>
                  </a:lnTo>
                  <a:lnTo>
                    <a:pt x="713" y="4327"/>
                  </a:lnTo>
                  <a:lnTo>
                    <a:pt x="747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63"/>
            <p:cNvSpPr/>
            <p:nvPr/>
          </p:nvSpPr>
          <p:spPr>
            <a:xfrm>
              <a:off x="12523463" y="4106307"/>
              <a:ext cx="191986" cy="395281"/>
            </a:xfrm>
            <a:custGeom>
              <a:avLst/>
              <a:gdLst/>
              <a:ahLst/>
              <a:cxnLst/>
              <a:rect l="l" t="t" r="r" b="b"/>
              <a:pathLst>
                <a:path w="1426" h="2936" extrusionOk="0">
                  <a:moveTo>
                    <a:pt x="68" y="1"/>
                  </a:moveTo>
                  <a:lnTo>
                    <a:pt x="0" y="2936"/>
                  </a:lnTo>
                  <a:lnTo>
                    <a:pt x="1273" y="2936"/>
                  </a:lnTo>
                  <a:lnTo>
                    <a:pt x="14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63"/>
            <p:cNvSpPr/>
            <p:nvPr/>
          </p:nvSpPr>
          <p:spPr>
            <a:xfrm>
              <a:off x="12364680" y="3956647"/>
              <a:ext cx="133690" cy="534626"/>
            </a:xfrm>
            <a:custGeom>
              <a:avLst/>
              <a:gdLst/>
              <a:ahLst/>
              <a:cxnLst/>
              <a:rect l="l" t="t" r="r" b="b"/>
              <a:pathLst>
                <a:path w="993" h="3971" extrusionOk="0">
                  <a:moveTo>
                    <a:pt x="993" y="1"/>
                  </a:moveTo>
                  <a:lnTo>
                    <a:pt x="110" y="60"/>
                  </a:lnTo>
                  <a:lnTo>
                    <a:pt x="0" y="3971"/>
                  </a:lnTo>
                  <a:lnTo>
                    <a:pt x="967" y="3971"/>
                  </a:lnTo>
                  <a:lnTo>
                    <a:pt x="9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63"/>
            <p:cNvSpPr/>
            <p:nvPr/>
          </p:nvSpPr>
          <p:spPr>
            <a:xfrm>
              <a:off x="11882742" y="4445584"/>
              <a:ext cx="93704" cy="35543"/>
            </a:xfrm>
            <a:custGeom>
              <a:avLst/>
              <a:gdLst/>
              <a:ahLst/>
              <a:cxnLst/>
              <a:rect l="l" t="t" r="r" b="b"/>
              <a:pathLst>
                <a:path w="696" h="264" extrusionOk="0">
                  <a:moveTo>
                    <a:pt x="9" y="0"/>
                  </a:moveTo>
                  <a:lnTo>
                    <a:pt x="0" y="263"/>
                  </a:lnTo>
                  <a:lnTo>
                    <a:pt x="696" y="263"/>
                  </a:lnTo>
                  <a:lnTo>
                    <a:pt x="6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63"/>
            <p:cNvSpPr/>
            <p:nvPr/>
          </p:nvSpPr>
          <p:spPr>
            <a:xfrm>
              <a:off x="11883819" y="4383922"/>
              <a:ext cx="94916" cy="36620"/>
            </a:xfrm>
            <a:custGeom>
              <a:avLst/>
              <a:gdLst/>
              <a:ahLst/>
              <a:cxnLst/>
              <a:rect l="l" t="t" r="r" b="b"/>
              <a:pathLst>
                <a:path w="705" h="272" extrusionOk="0">
                  <a:moveTo>
                    <a:pt x="9" y="0"/>
                  </a:moveTo>
                  <a:lnTo>
                    <a:pt x="1" y="271"/>
                  </a:lnTo>
                  <a:lnTo>
                    <a:pt x="696" y="271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63"/>
            <p:cNvSpPr/>
            <p:nvPr/>
          </p:nvSpPr>
          <p:spPr>
            <a:xfrm>
              <a:off x="12073383" y="4427274"/>
              <a:ext cx="104071" cy="46987"/>
            </a:xfrm>
            <a:custGeom>
              <a:avLst/>
              <a:gdLst/>
              <a:ahLst/>
              <a:cxnLst/>
              <a:rect l="l" t="t" r="r" b="b"/>
              <a:pathLst>
                <a:path w="773" h="349" extrusionOk="0">
                  <a:moveTo>
                    <a:pt x="9" y="0"/>
                  </a:moveTo>
                  <a:lnTo>
                    <a:pt x="1" y="348"/>
                  </a:lnTo>
                  <a:lnTo>
                    <a:pt x="764" y="348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63"/>
            <p:cNvSpPr/>
            <p:nvPr/>
          </p:nvSpPr>
          <p:spPr>
            <a:xfrm>
              <a:off x="11919228" y="3915532"/>
              <a:ext cx="67586" cy="32177"/>
            </a:xfrm>
            <a:custGeom>
              <a:avLst/>
              <a:gdLst/>
              <a:ahLst/>
              <a:cxnLst/>
              <a:rect l="l" t="t" r="r" b="b"/>
              <a:pathLst>
                <a:path w="502" h="239" extrusionOk="0">
                  <a:moveTo>
                    <a:pt x="1" y="1"/>
                  </a:moveTo>
                  <a:lnTo>
                    <a:pt x="1" y="239"/>
                  </a:lnTo>
                  <a:lnTo>
                    <a:pt x="501" y="239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63"/>
            <p:cNvSpPr/>
            <p:nvPr/>
          </p:nvSpPr>
          <p:spPr>
            <a:xfrm>
              <a:off x="12275602" y="4452315"/>
              <a:ext cx="64085" cy="28811"/>
            </a:xfrm>
            <a:custGeom>
              <a:avLst/>
              <a:gdLst/>
              <a:ahLst/>
              <a:cxnLst/>
              <a:rect l="l" t="t" r="r" b="b"/>
              <a:pathLst>
                <a:path w="476" h="214" extrusionOk="0">
                  <a:moveTo>
                    <a:pt x="9" y="1"/>
                  </a:moveTo>
                  <a:lnTo>
                    <a:pt x="0" y="213"/>
                  </a:lnTo>
                  <a:lnTo>
                    <a:pt x="475" y="213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63"/>
            <p:cNvSpPr/>
            <p:nvPr/>
          </p:nvSpPr>
          <p:spPr>
            <a:xfrm>
              <a:off x="12400138" y="4411252"/>
              <a:ext cx="73105" cy="65297"/>
            </a:xfrm>
            <a:custGeom>
              <a:avLst/>
              <a:gdLst/>
              <a:ahLst/>
              <a:cxnLst/>
              <a:rect l="l" t="t" r="r" b="b"/>
              <a:pathLst>
                <a:path w="543" h="485" extrusionOk="0">
                  <a:moveTo>
                    <a:pt x="8" y="1"/>
                  </a:moveTo>
                  <a:lnTo>
                    <a:pt x="0" y="484"/>
                  </a:lnTo>
                  <a:lnTo>
                    <a:pt x="543" y="484"/>
                  </a:lnTo>
                  <a:lnTo>
                    <a:pt x="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63"/>
            <p:cNvSpPr/>
            <p:nvPr/>
          </p:nvSpPr>
          <p:spPr>
            <a:xfrm>
              <a:off x="12796365" y="3990926"/>
              <a:ext cx="90338" cy="60719"/>
            </a:xfrm>
            <a:custGeom>
              <a:avLst/>
              <a:gdLst/>
              <a:ahLst/>
              <a:cxnLst/>
              <a:rect l="l" t="t" r="r" b="b"/>
              <a:pathLst>
                <a:path w="671" h="451" extrusionOk="0">
                  <a:moveTo>
                    <a:pt x="671" y="1"/>
                  </a:moveTo>
                  <a:lnTo>
                    <a:pt x="9" y="26"/>
                  </a:lnTo>
                  <a:lnTo>
                    <a:pt x="1" y="450"/>
                  </a:lnTo>
                  <a:lnTo>
                    <a:pt x="662" y="417"/>
                  </a:lnTo>
                  <a:lnTo>
                    <a:pt x="6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63"/>
            <p:cNvSpPr/>
            <p:nvPr/>
          </p:nvSpPr>
          <p:spPr>
            <a:xfrm>
              <a:off x="11639459" y="4422696"/>
              <a:ext cx="173676" cy="60719"/>
            </a:xfrm>
            <a:custGeom>
              <a:avLst/>
              <a:gdLst/>
              <a:ahLst/>
              <a:cxnLst/>
              <a:rect l="l" t="t" r="r" b="b"/>
              <a:pathLst>
                <a:path w="1290" h="451" extrusionOk="0">
                  <a:moveTo>
                    <a:pt x="1290" y="0"/>
                  </a:moveTo>
                  <a:lnTo>
                    <a:pt x="17" y="26"/>
                  </a:lnTo>
                  <a:lnTo>
                    <a:pt x="0" y="450"/>
                  </a:lnTo>
                  <a:lnTo>
                    <a:pt x="1273" y="416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63"/>
            <p:cNvSpPr/>
            <p:nvPr/>
          </p:nvSpPr>
          <p:spPr>
            <a:xfrm>
              <a:off x="11696544" y="3901934"/>
              <a:ext cx="120092" cy="61796"/>
            </a:xfrm>
            <a:custGeom>
              <a:avLst/>
              <a:gdLst/>
              <a:ahLst/>
              <a:cxnLst/>
              <a:rect l="l" t="t" r="r" b="b"/>
              <a:pathLst>
                <a:path w="892" h="459" extrusionOk="0">
                  <a:moveTo>
                    <a:pt x="9" y="0"/>
                  </a:moveTo>
                  <a:lnTo>
                    <a:pt x="0" y="424"/>
                  </a:lnTo>
                  <a:lnTo>
                    <a:pt x="883" y="458"/>
                  </a:lnTo>
                  <a:lnTo>
                    <a:pt x="891" y="4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63"/>
            <p:cNvSpPr/>
            <p:nvPr/>
          </p:nvSpPr>
          <p:spPr>
            <a:xfrm>
              <a:off x="12550793" y="4442083"/>
              <a:ext cx="131536" cy="35543"/>
            </a:xfrm>
            <a:custGeom>
              <a:avLst/>
              <a:gdLst/>
              <a:ahLst/>
              <a:cxnLst/>
              <a:rect l="l" t="t" r="r" b="b"/>
              <a:pathLst>
                <a:path w="977" h="264" extrusionOk="0">
                  <a:moveTo>
                    <a:pt x="9" y="1"/>
                  </a:moveTo>
                  <a:lnTo>
                    <a:pt x="1" y="264"/>
                  </a:lnTo>
                  <a:lnTo>
                    <a:pt x="968" y="264"/>
                  </a:lnTo>
                  <a:lnTo>
                    <a:pt x="9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63"/>
            <p:cNvSpPr/>
            <p:nvPr/>
          </p:nvSpPr>
          <p:spPr>
            <a:xfrm>
              <a:off x="11597185" y="1601721"/>
              <a:ext cx="234261" cy="548358"/>
            </a:xfrm>
            <a:custGeom>
              <a:avLst/>
              <a:gdLst/>
              <a:ahLst/>
              <a:cxnLst/>
              <a:rect l="l" t="t" r="r" b="b"/>
              <a:pathLst>
                <a:path w="1740" h="4073" extrusionOk="0">
                  <a:moveTo>
                    <a:pt x="0" y="0"/>
                  </a:moveTo>
                  <a:lnTo>
                    <a:pt x="68" y="4072"/>
                  </a:lnTo>
                  <a:lnTo>
                    <a:pt x="1739" y="4072"/>
                  </a:lnTo>
                  <a:lnTo>
                    <a:pt x="13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63"/>
            <p:cNvSpPr/>
            <p:nvPr/>
          </p:nvSpPr>
          <p:spPr>
            <a:xfrm>
              <a:off x="12784921" y="1601721"/>
              <a:ext cx="153212" cy="548358"/>
            </a:xfrm>
            <a:custGeom>
              <a:avLst/>
              <a:gdLst/>
              <a:ahLst/>
              <a:cxnLst/>
              <a:rect l="l" t="t" r="r" b="b"/>
              <a:pathLst>
                <a:path w="1138" h="4073" extrusionOk="0">
                  <a:moveTo>
                    <a:pt x="1" y="0"/>
                  </a:moveTo>
                  <a:lnTo>
                    <a:pt x="43" y="4072"/>
                  </a:lnTo>
                  <a:lnTo>
                    <a:pt x="1137" y="4072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63"/>
            <p:cNvSpPr/>
            <p:nvPr/>
          </p:nvSpPr>
          <p:spPr>
            <a:xfrm>
              <a:off x="11855277" y="1601721"/>
              <a:ext cx="203430" cy="548358"/>
            </a:xfrm>
            <a:custGeom>
              <a:avLst/>
              <a:gdLst/>
              <a:ahLst/>
              <a:cxnLst/>
              <a:rect l="l" t="t" r="r" b="b"/>
              <a:pathLst>
                <a:path w="1511" h="4073" extrusionOk="0">
                  <a:moveTo>
                    <a:pt x="43" y="0"/>
                  </a:moveTo>
                  <a:lnTo>
                    <a:pt x="1" y="4072"/>
                  </a:lnTo>
                  <a:lnTo>
                    <a:pt x="1375" y="4072"/>
                  </a:lnTo>
                  <a:lnTo>
                    <a:pt x="15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63"/>
            <p:cNvSpPr/>
            <p:nvPr/>
          </p:nvSpPr>
          <p:spPr>
            <a:xfrm>
              <a:off x="12406870" y="1753588"/>
              <a:ext cx="147557" cy="396493"/>
            </a:xfrm>
            <a:custGeom>
              <a:avLst/>
              <a:gdLst/>
              <a:ahLst/>
              <a:cxnLst/>
              <a:rect l="l" t="t" r="r" b="b"/>
              <a:pathLst>
                <a:path w="1096" h="2945" extrusionOk="0">
                  <a:moveTo>
                    <a:pt x="69" y="1"/>
                  </a:moveTo>
                  <a:lnTo>
                    <a:pt x="1" y="2944"/>
                  </a:lnTo>
                  <a:lnTo>
                    <a:pt x="1095" y="2944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63"/>
            <p:cNvSpPr/>
            <p:nvPr/>
          </p:nvSpPr>
          <p:spPr>
            <a:xfrm>
              <a:off x="12266447" y="1601721"/>
              <a:ext cx="120092" cy="548358"/>
            </a:xfrm>
            <a:custGeom>
              <a:avLst/>
              <a:gdLst/>
              <a:ahLst/>
              <a:cxnLst/>
              <a:rect l="l" t="t" r="r" b="b"/>
              <a:pathLst>
                <a:path w="892" h="4073" extrusionOk="0">
                  <a:moveTo>
                    <a:pt x="0" y="0"/>
                  </a:moveTo>
                  <a:lnTo>
                    <a:pt x="94" y="4072"/>
                  </a:lnTo>
                  <a:lnTo>
                    <a:pt x="891" y="4072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63"/>
            <p:cNvSpPr/>
            <p:nvPr/>
          </p:nvSpPr>
          <p:spPr>
            <a:xfrm>
              <a:off x="12059785" y="1655440"/>
              <a:ext cx="197641" cy="494640"/>
            </a:xfrm>
            <a:custGeom>
              <a:avLst/>
              <a:gdLst/>
              <a:ahLst/>
              <a:cxnLst/>
              <a:rect l="l" t="t" r="r" b="b"/>
              <a:pathLst>
                <a:path w="1468" h="3674" extrusionOk="0">
                  <a:moveTo>
                    <a:pt x="127" y="0"/>
                  </a:moveTo>
                  <a:lnTo>
                    <a:pt x="0" y="3673"/>
                  </a:lnTo>
                  <a:lnTo>
                    <a:pt x="1468" y="3673"/>
                  </a:lnTo>
                  <a:lnTo>
                    <a:pt x="1332" y="102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63"/>
            <p:cNvSpPr/>
            <p:nvPr/>
          </p:nvSpPr>
          <p:spPr>
            <a:xfrm>
              <a:off x="12573707" y="1641624"/>
              <a:ext cx="203430" cy="503795"/>
            </a:xfrm>
            <a:custGeom>
              <a:avLst/>
              <a:gdLst/>
              <a:ahLst/>
              <a:cxnLst/>
              <a:rect l="l" t="t" r="r" b="b"/>
              <a:pathLst>
                <a:path w="1511" h="3742" extrusionOk="0">
                  <a:moveTo>
                    <a:pt x="1" y="0"/>
                  </a:moveTo>
                  <a:lnTo>
                    <a:pt x="43" y="3741"/>
                  </a:lnTo>
                  <a:lnTo>
                    <a:pt x="1510" y="3741"/>
                  </a:lnTo>
                  <a:lnTo>
                    <a:pt x="1349" y="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63"/>
            <p:cNvSpPr/>
            <p:nvPr/>
          </p:nvSpPr>
          <p:spPr>
            <a:xfrm>
              <a:off x="11881530" y="2090575"/>
              <a:ext cx="122381" cy="35543"/>
            </a:xfrm>
            <a:custGeom>
              <a:avLst/>
              <a:gdLst/>
              <a:ahLst/>
              <a:cxnLst/>
              <a:rect l="l" t="t" r="r" b="b"/>
              <a:pathLst>
                <a:path w="909" h="264" extrusionOk="0">
                  <a:moveTo>
                    <a:pt x="9" y="0"/>
                  </a:moveTo>
                  <a:lnTo>
                    <a:pt x="1" y="263"/>
                  </a:lnTo>
                  <a:lnTo>
                    <a:pt x="900" y="263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63"/>
            <p:cNvSpPr/>
            <p:nvPr/>
          </p:nvSpPr>
          <p:spPr>
            <a:xfrm>
              <a:off x="11883819" y="2028913"/>
              <a:ext cx="122381" cy="36620"/>
            </a:xfrm>
            <a:custGeom>
              <a:avLst/>
              <a:gdLst/>
              <a:ahLst/>
              <a:cxnLst/>
              <a:rect l="l" t="t" r="r" b="b"/>
              <a:pathLst>
                <a:path w="909" h="272" extrusionOk="0">
                  <a:moveTo>
                    <a:pt x="9" y="0"/>
                  </a:moveTo>
                  <a:lnTo>
                    <a:pt x="1" y="272"/>
                  </a:lnTo>
                  <a:lnTo>
                    <a:pt x="900" y="272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63"/>
            <p:cNvSpPr/>
            <p:nvPr/>
          </p:nvSpPr>
          <p:spPr>
            <a:xfrm>
              <a:off x="12098559" y="2075631"/>
              <a:ext cx="116592" cy="46987"/>
            </a:xfrm>
            <a:custGeom>
              <a:avLst/>
              <a:gdLst/>
              <a:ahLst/>
              <a:cxnLst/>
              <a:rect l="l" t="t" r="r" b="b"/>
              <a:pathLst>
                <a:path w="866" h="349" extrusionOk="0">
                  <a:moveTo>
                    <a:pt x="9" y="1"/>
                  </a:moveTo>
                  <a:lnTo>
                    <a:pt x="0" y="349"/>
                  </a:lnTo>
                  <a:lnTo>
                    <a:pt x="857" y="349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63"/>
            <p:cNvSpPr/>
            <p:nvPr/>
          </p:nvSpPr>
          <p:spPr>
            <a:xfrm>
              <a:off x="11873587" y="1625686"/>
              <a:ext cx="135979" cy="33254"/>
            </a:xfrm>
            <a:custGeom>
              <a:avLst/>
              <a:gdLst/>
              <a:ahLst/>
              <a:cxnLst/>
              <a:rect l="l" t="t" r="r" b="b"/>
              <a:pathLst>
                <a:path w="1010" h="247" extrusionOk="0">
                  <a:moveTo>
                    <a:pt x="0" y="1"/>
                  </a:moveTo>
                  <a:lnTo>
                    <a:pt x="0" y="247"/>
                  </a:lnTo>
                  <a:lnTo>
                    <a:pt x="1010" y="247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63"/>
            <p:cNvSpPr/>
            <p:nvPr/>
          </p:nvSpPr>
          <p:spPr>
            <a:xfrm>
              <a:off x="12435412" y="2096230"/>
              <a:ext cx="90473" cy="29888"/>
            </a:xfrm>
            <a:custGeom>
              <a:avLst/>
              <a:gdLst/>
              <a:ahLst/>
              <a:cxnLst/>
              <a:rect l="l" t="t" r="r" b="b"/>
              <a:pathLst>
                <a:path w="672" h="222" extrusionOk="0">
                  <a:moveTo>
                    <a:pt x="9" y="1"/>
                  </a:moveTo>
                  <a:lnTo>
                    <a:pt x="1" y="221"/>
                  </a:lnTo>
                  <a:lnTo>
                    <a:pt x="663" y="221"/>
                  </a:lnTo>
                  <a:lnTo>
                    <a:pt x="6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63"/>
            <p:cNvSpPr/>
            <p:nvPr/>
          </p:nvSpPr>
          <p:spPr>
            <a:xfrm>
              <a:off x="12298490" y="2063110"/>
              <a:ext cx="73105" cy="69874"/>
            </a:xfrm>
            <a:custGeom>
              <a:avLst/>
              <a:gdLst/>
              <a:ahLst/>
              <a:cxnLst/>
              <a:rect l="l" t="t" r="r" b="b"/>
              <a:pathLst>
                <a:path w="543" h="519" extrusionOk="0">
                  <a:moveTo>
                    <a:pt x="543" y="1"/>
                  </a:moveTo>
                  <a:lnTo>
                    <a:pt x="8" y="26"/>
                  </a:lnTo>
                  <a:lnTo>
                    <a:pt x="0" y="518"/>
                  </a:lnTo>
                  <a:lnTo>
                    <a:pt x="534" y="493"/>
                  </a:lnTo>
                  <a:lnTo>
                    <a:pt x="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63"/>
            <p:cNvSpPr/>
            <p:nvPr/>
          </p:nvSpPr>
          <p:spPr>
            <a:xfrm>
              <a:off x="12609090" y="1677116"/>
              <a:ext cx="106360" cy="56007"/>
            </a:xfrm>
            <a:custGeom>
              <a:avLst/>
              <a:gdLst/>
              <a:ahLst/>
              <a:cxnLst/>
              <a:rect l="l" t="t" r="r" b="b"/>
              <a:pathLst>
                <a:path w="790" h="416" extrusionOk="0">
                  <a:moveTo>
                    <a:pt x="9" y="0"/>
                  </a:moveTo>
                  <a:lnTo>
                    <a:pt x="0" y="416"/>
                  </a:lnTo>
                  <a:lnTo>
                    <a:pt x="781" y="416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63"/>
            <p:cNvSpPr/>
            <p:nvPr/>
          </p:nvSpPr>
          <p:spPr>
            <a:xfrm>
              <a:off x="12796365" y="1631341"/>
              <a:ext cx="85761" cy="59642"/>
            </a:xfrm>
            <a:custGeom>
              <a:avLst/>
              <a:gdLst/>
              <a:ahLst/>
              <a:cxnLst/>
              <a:rect l="l" t="t" r="r" b="b"/>
              <a:pathLst>
                <a:path w="637" h="443" extrusionOk="0">
                  <a:moveTo>
                    <a:pt x="9" y="1"/>
                  </a:moveTo>
                  <a:lnTo>
                    <a:pt x="1" y="417"/>
                  </a:lnTo>
                  <a:lnTo>
                    <a:pt x="628" y="442"/>
                  </a:lnTo>
                  <a:lnTo>
                    <a:pt x="637" y="2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63"/>
            <p:cNvSpPr/>
            <p:nvPr/>
          </p:nvSpPr>
          <p:spPr>
            <a:xfrm>
              <a:off x="11645114" y="2059744"/>
              <a:ext cx="105283" cy="60585"/>
            </a:xfrm>
            <a:custGeom>
              <a:avLst/>
              <a:gdLst/>
              <a:ahLst/>
              <a:cxnLst/>
              <a:rect l="l" t="t" r="r" b="b"/>
              <a:pathLst>
                <a:path w="782" h="450" extrusionOk="0">
                  <a:moveTo>
                    <a:pt x="781" y="0"/>
                  </a:moveTo>
                  <a:lnTo>
                    <a:pt x="9" y="26"/>
                  </a:lnTo>
                  <a:lnTo>
                    <a:pt x="1" y="450"/>
                  </a:lnTo>
                  <a:lnTo>
                    <a:pt x="1" y="450"/>
                  </a:lnTo>
                  <a:lnTo>
                    <a:pt x="773" y="416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63"/>
            <p:cNvSpPr/>
            <p:nvPr/>
          </p:nvSpPr>
          <p:spPr>
            <a:xfrm>
              <a:off x="11615495" y="1632552"/>
              <a:ext cx="134902" cy="59508"/>
            </a:xfrm>
            <a:custGeom>
              <a:avLst/>
              <a:gdLst/>
              <a:ahLst/>
              <a:cxnLst/>
              <a:rect l="l" t="t" r="r" b="b"/>
              <a:pathLst>
                <a:path w="1002" h="442" extrusionOk="0">
                  <a:moveTo>
                    <a:pt x="1001" y="0"/>
                  </a:moveTo>
                  <a:lnTo>
                    <a:pt x="17" y="26"/>
                  </a:lnTo>
                  <a:lnTo>
                    <a:pt x="0" y="442"/>
                  </a:lnTo>
                  <a:lnTo>
                    <a:pt x="993" y="42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63"/>
            <p:cNvSpPr/>
            <p:nvPr/>
          </p:nvSpPr>
          <p:spPr>
            <a:xfrm>
              <a:off x="12595357" y="2085998"/>
              <a:ext cx="139479" cy="42409"/>
            </a:xfrm>
            <a:custGeom>
              <a:avLst/>
              <a:gdLst/>
              <a:ahLst/>
              <a:cxnLst/>
              <a:rect l="l" t="t" r="r" b="b"/>
              <a:pathLst>
                <a:path w="1036" h="315" extrusionOk="0">
                  <a:moveTo>
                    <a:pt x="1" y="0"/>
                  </a:moveTo>
                  <a:lnTo>
                    <a:pt x="18" y="314"/>
                  </a:lnTo>
                  <a:lnTo>
                    <a:pt x="1036" y="314"/>
                  </a:lnTo>
                  <a:lnTo>
                    <a:pt x="10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63"/>
            <p:cNvSpPr/>
            <p:nvPr/>
          </p:nvSpPr>
          <p:spPr>
            <a:xfrm>
              <a:off x="12804308" y="2022047"/>
              <a:ext cx="105283" cy="114303"/>
            </a:xfrm>
            <a:custGeom>
              <a:avLst/>
              <a:gdLst/>
              <a:ahLst/>
              <a:cxnLst/>
              <a:rect l="l" t="t" r="r" b="b"/>
              <a:pathLst>
                <a:path w="782" h="849" extrusionOk="0">
                  <a:moveTo>
                    <a:pt x="1" y="0"/>
                  </a:moveTo>
                  <a:lnTo>
                    <a:pt x="9" y="848"/>
                  </a:lnTo>
                  <a:lnTo>
                    <a:pt x="781" y="848"/>
                  </a:lnTo>
                  <a:lnTo>
                    <a:pt x="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63"/>
            <p:cNvSpPr/>
            <p:nvPr/>
          </p:nvSpPr>
          <p:spPr>
            <a:xfrm>
              <a:off x="11318493" y="1313875"/>
              <a:ext cx="1914340" cy="114303"/>
            </a:xfrm>
            <a:custGeom>
              <a:avLst/>
              <a:gdLst/>
              <a:ahLst/>
              <a:cxnLst/>
              <a:rect l="l" t="t" r="r" b="b"/>
              <a:pathLst>
                <a:path w="14219" h="849" extrusionOk="0">
                  <a:moveTo>
                    <a:pt x="467" y="1"/>
                  </a:moveTo>
                  <a:cubicBezTo>
                    <a:pt x="230" y="1"/>
                    <a:pt x="26" y="187"/>
                    <a:pt x="1" y="425"/>
                  </a:cubicBezTo>
                  <a:cubicBezTo>
                    <a:pt x="26" y="662"/>
                    <a:pt x="230" y="849"/>
                    <a:pt x="467" y="849"/>
                  </a:cubicBezTo>
                  <a:lnTo>
                    <a:pt x="13752" y="849"/>
                  </a:lnTo>
                  <a:cubicBezTo>
                    <a:pt x="13989" y="849"/>
                    <a:pt x="14193" y="662"/>
                    <a:pt x="14218" y="425"/>
                  </a:cubicBezTo>
                  <a:cubicBezTo>
                    <a:pt x="14193" y="187"/>
                    <a:pt x="13989" y="1"/>
                    <a:pt x="13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63"/>
            <p:cNvSpPr/>
            <p:nvPr/>
          </p:nvSpPr>
          <p:spPr>
            <a:xfrm>
              <a:off x="11337880" y="4501457"/>
              <a:ext cx="1875431" cy="74452"/>
            </a:xfrm>
            <a:custGeom>
              <a:avLst/>
              <a:gdLst/>
              <a:ahLst/>
              <a:cxnLst/>
              <a:rect l="l" t="t" r="r" b="b"/>
              <a:pathLst>
                <a:path w="13930" h="553" extrusionOk="0">
                  <a:moveTo>
                    <a:pt x="366" y="1"/>
                  </a:moveTo>
                  <a:cubicBezTo>
                    <a:pt x="187" y="1"/>
                    <a:pt x="43" y="120"/>
                    <a:pt x="1" y="272"/>
                  </a:cubicBezTo>
                  <a:cubicBezTo>
                    <a:pt x="43" y="433"/>
                    <a:pt x="187" y="552"/>
                    <a:pt x="366" y="552"/>
                  </a:cubicBezTo>
                  <a:lnTo>
                    <a:pt x="13565" y="552"/>
                  </a:lnTo>
                  <a:cubicBezTo>
                    <a:pt x="13743" y="552"/>
                    <a:pt x="13887" y="433"/>
                    <a:pt x="13930" y="272"/>
                  </a:cubicBezTo>
                  <a:cubicBezTo>
                    <a:pt x="13887" y="120"/>
                    <a:pt x="13743" y="1"/>
                    <a:pt x="13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86C2BA00-532D-4002-E7B4-C4FFF73BA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93" y="1415387"/>
            <a:ext cx="2876951" cy="28960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1" name="Google Shape;2261;p62"/>
          <p:cNvSpPr/>
          <p:nvPr/>
        </p:nvSpPr>
        <p:spPr>
          <a:xfrm>
            <a:off x="8019" y="2840725"/>
            <a:ext cx="912796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2" name="Google Shape;2262;p62"/>
          <p:cNvSpPr/>
          <p:nvPr/>
        </p:nvSpPr>
        <p:spPr>
          <a:xfrm>
            <a:off x="8019" y="4574174"/>
            <a:ext cx="912796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9" name="Google Shape;2269;p62"/>
          <p:cNvSpPr txBox="1">
            <a:spLocks noGrp="1"/>
          </p:cNvSpPr>
          <p:nvPr>
            <p:ph type="title" idx="21"/>
          </p:nvPr>
        </p:nvSpPr>
        <p:spPr>
          <a:xfrm>
            <a:off x="812750" y="2332650"/>
            <a:ext cx="1288809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APIS</a:t>
            </a:r>
            <a:endParaRPr dirty="0"/>
          </a:p>
        </p:txBody>
      </p:sp>
      <p:sp>
        <p:nvSpPr>
          <p:cNvPr id="2286" name="Google Shape;2286;p62"/>
          <p:cNvSpPr txBox="1">
            <a:spLocks noGrp="1"/>
          </p:cNvSpPr>
          <p:nvPr>
            <p:ph type="title" idx="19"/>
          </p:nvPr>
        </p:nvSpPr>
        <p:spPr>
          <a:xfrm>
            <a:off x="6979249" y="1307799"/>
            <a:ext cx="584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2288" name="Google Shape;2288;p62"/>
          <p:cNvGrpSpPr/>
          <p:nvPr/>
        </p:nvGrpSpPr>
        <p:grpSpPr>
          <a:xfrm>
            <a:off x="7967201" y="449596"/>
            <a:ext cx="714936" cy="971200"/>
            <a:chOff x="638276" y="3526008"/>
            <a:chExt cx="714936" cy="971200"/>
          </a:xfrm>
        </p:grpSpPr>
        <p:sp>
          <p:nvSpPr>
            <p:cNvPr id="2289" name="Google Shape;2289;p62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90" name="Google Shape;2290;p62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2291" name="Google Shape;2291;p62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62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62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62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62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62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62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62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62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62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62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62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62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62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62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62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62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62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62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62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62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62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62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62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62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62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7" name="Imagen 36">
            <a:extLst>
              <a:ext uri="{FF2B5EF4-FFF2-40B4-BE49-F238E27FC236}">
                <a16:creationId xmlns:a16="http://schemas.microsoft.com/office/drawing/2014/main" id="{E2C0BC61-F5B7-2B99-9850-BDAEE0CA1B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834" b="15936"/>
          <a:stretch/>
        </p:blipFill>
        <p:spPr>
          <a:xfrm>
            <a:off x="2697756" y="483846"/>
            <a:ext cx="5021490" cy="42796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" name="Google Shape;3195;p67"/>
          <p:cNvSpPr/>
          <p:nvPr/>
        </p:nvSpPr>
        <p:spPr>
          <a:xfrm>
            <a:off x="-79375" y="2131751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6" name="Google Shape;3196;p67"/>
          <p:cNvSpPr txBox="1">
            <a:spLocks noGrp="1"/>
          </p:cNvSpPr>
          <p:nvPr>
            <p:ph type="title"/>
          </p:nvPr>
        </p:nvSpPr>
        <p:spPr>
          <a:xfrm>
            <a:off x="1185333" y="2557100"/>
            <a:ext cx="425879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s-EC" dirty="0" err="1"/>
              <a:t>FrontEnd</a:t>
            </a:r>
            <a:endParaRPr dirty="0"/>
          </a:p>
        </p:txBody>
      </p:sp>
      <p:sp>
        <p:nvSpPr>
          <p:cNvPr id="3197" name="Google Shape;3197;p67"/>
          <p:cNvSpPr txBox="1">
            <a:spLocks noGrp="1"/>
          </p:cNvSpPr>
          <p:nvPr>
            <p:ph type="subTitle" idx="1"/>
          </p:nvPr>
        </p:nvSpPr>
        <p:spPr>
          <a:xfrm>
            <a:off x="1185332" y="3457700"/>
            <a:ext cx="4091999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s-MX" dirty="0"/>
              <a:t>La elección de JSP Java en el frontend garantiza una experiencia de usuario dinámica y amigable.</a:t>
            </a:r>
            <a:endParaRPr dirty="0"/>
          </a:p>
        </p:txBody>
      </p:sp>
      <p:sp>
        <p:nvSpPr>
          <p:cNvPr id="3198" name="Google Shape;3198;p67"/>
          <p:cNvSpPr/>
          <p:nvPr/>
        </p:nvSpPr>
        <p:spPr>
          <a:xfrm>
            <a:off x="713225" y="2372125"/>
            <a:ext cx="1211028" cy="1211726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FF6DB">
                  <a:alpha val="21910"/>
                </a:srgbClr>
              </a:gs>
              <a:gs pos="100000">
                <a:srgbClr val="FAD25C"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0" name="Google Shape;3200;p67"/>
          <p:cNvGrpSpPr/>
          <p:nvPr/>
        </p:nvGrpSpPr>
        <p:grpSpPr>
          <a:xfrm>
            <a:off x="5888923" y="2209898"/>
            <a:ext cx="1461212" cy="2300938"/>
            <a:chOff x="-1585355" y="3118609"/>
            <a:chExt cx="502947" cy="782259"/>
          </a:xfrm>
        </p:grpSpPr>
        <p:sp>
          <p:nvSpPr>
            <p:cNvPr id="3201" name="Google Shape;3201;p67"/>
            <p:cNvSpPr/>
            <p:nvPr/>
          </p:nvSpPr>
          <p:spPr>
            <a:xfrm>
              <a:off x="-1108642" y="3867135"/>
              <a:ext cx="26234" cy="33734"/>
            </a:xfrm>
            <a:custGeom>
              <a:avLst/>
              <a:gdLst/>
              <a:ahLst/>
              <a:cxnLst/>
              <a:rect l="l" t="t" r="r" b="b"/>
              <a:pathLst>
                <a:path w="773" h="994" extrusionOk="0">
                  <a:moveTo>
                    <a:pt x="391" y="1"/>
                  </a:moveTo>
                  <a:cubicBezTo>
                    <a:pt x="179" y="1"/>
                    <a:pt x="1" y="221"/>
                    <a:pt x="1" y="493"/>
                  </a:cubicBezTo>
                  <a:cubicBezTo>
                    <a:pt x="1" y="773"/>
                    <a:pt x="179" y="993"/>
                    <a:pt x="391" y="993"/>
                  </a:cubicBezTo>
                  <a:cubicBezTo>
                    <a:pt x="603" y="993"/>
                    <a:pt x="773" y="773"/>
                    <a:pt x="773" y="493"/>
                  </a:cubicBezTo>
                  <a:cubicBezTo>
                    <a:pt x="773" y="221"/>
                    <a:pt x="603" y="1"/>
                    <a:pt x="3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67"/>
            <p:cNvSpPr/>
            <p:nvPr/>
          </p:nvSpPr>
          <p:spPr>
            <a:xfrm>
              <a:off x="-1105757" y="3889601"/>
              <a:ext cx="10690" cy="11267"/>
            </a:xfrm>
            <a:custGeom>
              <a:avLst/>
              <a:gdLst/>
              <a:ahLst/>
              <a:cxnLst/>
              <a:rect l="l" t="t" r="r" b="b"/>
              <a:pathLst>
                <a:path w="315" h="332" extrusionOk="0">
                  <a:moveTo>
                    <a:pt x="0" y="0"/>
                  </a:moveTo>
                  <a:lnTo>
                    <a:pt x="0" y="331"/>
                  </a:lnTo>
                  <a:lnTo>
                    <a:pt x="314" y="33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67"/>
            <p:cNvSpPr/>
            <p:nvPr/>
          </p:nvSpPr>
          <p:spPr>
            <a:xfrm>
              <a:off x="-1578703" y="3118609"/>
              <a:ext cx="278423" cy="28847"/>
            </a:xfrm>
            <a:custGeom>
              <a:avLst/>
              <a:gdLst/>
              <a:ahLst/>
              <a:cxnLst/>
              <a:rect l="l" t="t" r="r" b="b"/>
              <a:pathLst>
                <a:path w="8204" h="850" extrusionOk="0">
                  <a:moveTo>
                    <a:pt x="0" y="1"/>
                  </a:moveTo>
                  <a:lnTo>
                    <a:pt x="0" y="849"/>
                  </a:lnTo>
                  <a:lnTo>
                    <a:pt x="8203" y="849"/>
                  </a:lnTo>
                  <a:lnTo>
                    <a:pt x="79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67"/>
            <p:cNvSpPr/>
            <p:nvPr/>
          </p:nvSpPr>
          <p:spPr>
            <a:xfrm>
              <a:off x="-1319624" y="3133576"/>
              <a:ext cx="234949" cy="744249"/>
            </a:xfrm>
            <a:custGeom>
              <a:avLst/>
              <a:gdLst/>
              <a:ahLst/>
              <a:cxnLst/>
              <a:rect l="l" t="t" r="r" b="b"/>
              <a:pathLst>
                <a:path w="6923" h="21930" extrusionOk="0">
                  <a:moveTo>
                    <a:pt x="1" y="1"/>
                  </a:moveTo>
                  <a:lnTo>
                    <a:pt x="6482" y="21930"/>
                  </a:lnTo>
                  <a:lnTo>
                    <a:pt x="6923" y="21930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67"/>
            <p:cNvSpPr/>
            <p:nvPr/>
          </p:nvSpPr>
          <p:spPr>
            <a:xfrm>
              <a:off x="-1331129" y="3133576"/>
              <a:ext cx="234949" cy="744249"/>
            </a:xfrm>
            <a:custGeom>
              <a:avLst/>
              <a:gdLst/>
              <a:ahLst/>
              <a:cxnLst/>
              <a:rect l="l" t="t" r="r" b="b"/>
              <a:pathLst>
                <a:path w="6923" h="21930" extrusionOk="0">
                  <a:moveTo>
                    <a:pt x="0" y="1"/>
                  </a:moveTo>
                  <a:lnTo>
                    <a:pt x="6481" y="21930"/>
                  </a:lnTo>
                  <a:lnTo>
                    <a:pt x="6923" y="21930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67"/>
            <p:cNvSpPr/>
            <p:nvPr/>
          </p:nvSpPr>
          <p:spPr>
            <a:xfrm>
              <a:off x="-1554811" y="3496639"/>
              <a:ext cx="170740" cy="10079"/>
            </a:xfrm>
            <a:custGeom>
              <a:avLst/>
              <a:gdLst/>
              <a:ahLst/>
              <a:cxnLst/>
              <a:rect l="l" t="t" r="r" b="b"/>
              <a:pathLst>
                <a:path w="5031" h="297" extrusionOk="0">
                  <a:moveTo>
                    <a:pt x="0" y="0"/>
                  </a:moveTo>
                  <a:lnTo>
                    <a:pt x="0" y="297"/>
                  </a:lnTo>
                  <a:lnTo>
                    <a:pt x="5031" y="297"/>
                  </a:lnTo>
                  <a:lnTo>
                    <a:pt x="50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67"/>
            <p:cNvSpPr/>
            <p:nvPr/>
          </p:nvSpPr>
          <p:spPr>
            <a:xfrm>
              <a:off x="-1554811" y="3515610"/>
              <a:ext cx="170740" cy="10113"/>
            </a:xfrm>
            <a:custGeom>
              <a:avLst/>
              <a:gdLst/>
              <a:ahLst/>
              <a:cxnLst/>
              <a:rect l="l" t="t" r="r" b="b"/>
              <a:pathLst>
                <a:path w="5031" h="298" extrusionOk="0">
                  <a:moveTo>
                    <a:pt x="0" y="1"/>
                  </a:moveTo>
                  <a:lnTo>
                    <a:pt x="0" y="298"/>
                  </a:lnTo>
                  <a:lnTo>
                    <a:pt x="5031" y="298"/>
                  </a:lnTo>
                  <a:lnTo>
                    <a:pt x="50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67"/>
            <p:cNvSpPr/>
            <p:nvPr/>
          </p:nvSpPr>
          <p:spPr>
            <a:xfrm>
              <a:off x="-1559155" y="3133576"/>
              <a:ext cx="70013" cy="27116"/>
            </a:xfrm>
            <a:custGeom>
              <a:avLst/>
              <a:gdLst/>
              <a:ahLst/>
              <a:cxnLst/>
              <a:rect l="l" t="t" r="r" b="b"/>
              <a:pathLst>
                <a:path w="2063" h="799" extrusionOk="0">
                  <a:moveTo>
                    <a:pt x="1" y="1"/>
                  </a:moveTo>
                  <a:lnTo>
                    <a:pt x="1" y="798"/>
                  </a:lnTo>
                  <a:lnTo>
                    <a:pt x="2062" y="798"/>
                  </a:lnTo>
                  <a:lnTo>
                    <a:pt x="20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67"/>
            <p:cNvSpPr/>
            <p:nvPr/>
          </p:nvSpPr>
          <p:spPr>
            <a:xfrm>
              <a:off x="-1543612" y="3133576"/>
              <a:ext cx="49583" cy="27388"/>
            </a:xfrm>
            <a:custGeom>
              <a:avLst/>
              <a:gdLst/>
              <a:ahLst/>
              <a:cxnLst/>
              <a:rect l="l" t="t" r="r" b="b"/>
              <a:pathLst>
                <a:path w="1461" h="807" extrusionOk="0">
                  <a:moveTo>
                    <a:pt x="1" y="1"/>
                  </a:moveTo>
                  <a:lnTo>
                    <a:pt x="264" y="807"/>
                  </a:lnTo>
                  <a:lnTo>
                    <a:pt x="1460" y="807"/>
                  </a:lnTo>
                  <a:lnTo>
                    <a:pt x="14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67"/>
            <p:cNvSpPr/>
            <p:nvPr/>
          </p:nvSpPr>
          <p:spPr>
            <a:xfrm>
              <a:off x="-1280189" y="3889601"/>
              <a:ext cx="13303" cy="11267"/>
            </a:xfrm>
            <a:custGeom>
              <a:avLst/>
              <a:gdLst/>
              <a:ahLst/>
              <a:cxnLst/>
              <a:rect l="l" t="t" r="r" b="b"/>
              <a:pathLst>
                <a:path w="392" h="332" extrusionOk="0">
                  <a:moveTo>
                    <a:pt x="69" y="0"/>
                  </a:moveTo>
                  <a:lnTo>
                    <a:pt x="1" y="331"/>
                  </a:lnTo>
                  <a:lnTo>
                    <a:pt x="391" y="331"/>
                  </a:lnTo>
                  <a:lnTo>
                    <a:pt x="3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67"/>
            <p:cNvSpPr/>
            <p:nvPr/>
          </p:nvSpPr>
          <p:spPr>
            <a:xfrm>
              <a:off x="-1280460" y="3867135"/>
              <a:ext cx="26234" cy="33734"/>
            </a:xfrm>
            <a:custGeom>
              <a:avLst/>
              <a:gdLst/>
              <a:ahLst/>
              <a:cxnLst/>
              <a:rect l="l" t="t" r="r" b="b"/>
              <a:pathLst>
                <a:path w="773" h="994" extrusionOk="0">
                  <a:moveTo>
                    <a:pt x="382" y="1"/>
                  </a:moveTo>
                  <a:cubicBezTo>
                    <a:pt x="170" y="1"/>
                    <a:pt x="0" y="221"/>
                    <a:pt x="0" y="493"/>
                  </a:cubicBezTo>
                  <a:cubicBezTo>
                    <a:pt x="0" y="773"/>
                    <a:pt x="170" y="993"/>
                    <a:pt x="382" y="993"/>
                  </a:cubicBezTo>
                  <a:cubicBezTo>
                    <a:pt x="594" y="993"/>
                    <a:pt x="772" y="773"/>
                    <a:pt x="772" y="493"/>
                  </a:cubicBezTo>
                  <a:cubicBezTo>
                    <a:pt x="772" y="221"/>
                    <a:pt x="594" y="1"/>
                    <a:pt x="3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67"/>
            <p:cNvSpPr/>
            <p:nvPr/>
          </p:nvSpPr>
          <p:spPr>
            <a:xfrm>
              <a:off x="-1572968" y="3889601"/>
              <a:ext cx="10690" cy="11267"/>
            </a:xfrm>
            <a:custGeom>
              <a:avLst/>
              <a:gdLst/>
              <a:ahLst/>
              <a:cxnLst/>
              <a:rect l="l" t="t" r="r" b="b"/>
              <a:pathLst>
                <a:path w="315" h="332" extrusionOk="0">
                  <a:moveTo>
                    <a:pt x="1" y="0"/>
                  </a:moveTo>
                  <a:lnTo>
                    <a:pt x="1" y="331"/>
                  </a:lnTo>
                  <a:lnTo>
                    <a:pt x="315" y="331"/>
                  </a:lnTo>
                  <a:lnTo>
                    <a:pt x="3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67"/>
            <p:cNvSpPr/>
            <p:nvPr/>
          </p:nvSpPr>
          <p:spPr>
            <a:xfrm>
              <a:off x="-1575547" y="3867135"/>
              <a:ext cx="26234" cy="33734"/>
            </a:xfrm>
            <a:custGeom>
              <a:avLst/>
              <a:gdLst/>
              <a:ahLst/>
              <a:cxnLst/>
              <a:rect l="l" t="t" r="r" b="b"/>
              <a:pathLst>
                <a:path w="773" h="994" extrusionOk="0">
                  <a:moveTo>
                    <a:pt x="382" y="1"/>
                  </a:moveTo>
                  <a:cubicBezTo>
                    <a:pt x="170" y="1"/>
                    <a:pt x="0" y="221"/>
                    <a:pt x="0" y="493"/>
                  </a:cubicBezTo>
                  <a:cubicBezTo>
                    <a:pt x="0" y="773"/>
                    <a:pt x="170" y="993"/>
                    <a:pt x="382" y="993"/>
                  </a:cubicBezTo>
                  <a:cubicBezTo>
                    <a:pt x="594" y="993"/>
                    <a:pt x="772" y="773"/>
                    <a:pt x="772" y="493"/>
                  </a:cubicBezTo>
                  <a:cubicBezTo>
                    <a:pt x="772" y="221"/>
                    <a:pt x="594" y="1"/>
                    <a:pt x="3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67"/>
            <p:cNvSpPr/>
            <p:nvPr/>
          </p:nvSpPr>
          <p:spPr>
            <a:xfrm>
              <a:off x="-1567198" y="3133576"/>
              <a:ext cx="15272" cy="744249"/>
            </a:xfrm>
            <a:custGeom>
              <a:avLst/>
              <a:gdLst/>
              <a:ahLst/>
              <a:cxnLst/>
              <a:rect l="l" t="t" r="r" b="b"/>
              <a:pathLst>
                <a:path w="450" h="21930" extrusionOk="0">
                  <a:moveTo>
                    <a:pt x="0" y="1"/>
                  </a:moveTo>
                  <a:lnTo>
                    <a:pt x="0" y="21930"/>
                  </a:lnTo>
                  <a:lnTo>
                    <a:pt x="450" y="21930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67"/>
            <p:cNvSpPr/>
            <p:nvPr/>
          </p:nvSpPr>
          <p:spPr>
            <a:xfrm>
              <a:off x="-1578703" y="3133576"/>
              <a:ext cx="15000" cy="744249"/>
            </a:xfrm>
            <a:custGeom>
              <a:avLst/>
              <a:gdLst/>
              <a:ahLst/>
              <a:cxnLst/>
              <a:rect l="l" t="t" r="r" b="b"/>
              <a:pathLst>
                <a:path w="442" h="21930" extrusionOk="0">
                  <a:moveTo>
                    <a:pt x="0" y="1"/>
                  </a:moveTo>
                  <a:lnTo>
                    <a:pt x="0" y="21930"/>
                  </a:lnTo>
                  <a:lnTo>
                    <a:pt x="441" y="21930"/>
                  </a:lnTo>
                  <a:lnTo>
                    <a:pt x="4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67"/>
            <p:cNvSpPr/>
            <p:nvPr/>
          </p:nvSpPr>
          <p:spPr>
            <a:xfrm>
              <a:off x="-1404536" y="3133576"/>
              <a:ext cx="15000" cy="744249"/>
            </a:xfrm>
            <a:custGeom>
              <a:avLst/>
              <a:gdLst/>
              <a:ahLst/>
              <a:cxnLst/>
              <a:rect l="l" t="t" r="r" b="b"/>
              <a:pathLst>
                <a:path w="442" h="21930" extrusionOk="0">
                  <a:moveTo>
                    <a:pt x="0" y="1"/>
                  </a:moveTo>
                  <a:lnTo>
                    <a:pt x="0" y="21930"/>
                  </a:lnTo>
                  <a:lnTo>
                    <a:pt x="441" y="21930"/>
                  </a:lnTo>
                  <a:lnTo>
                    <a:pt x="44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67"/>
            <p:cNvSpPr/>
            <p:nvPr/>
          </p:nvSpPr>
          <p:spPr>
            <a:xfrm>
              <a:off x="-1478520" y="3154312"/>
              <a:ext cx="169891" cy="18767"/>
            </a:xfrm>
            <a:custGeom>
              <a:avLst/>
              <a:gdLst/>
              <a:ahLst/>
              <a:cxnLst/>
              <a:rect l="l" t="t" r="r" b="b"/>
              <a:pathLst>
                <a:path w="5006" h="553" extrusionOk="0">
                  <a:moveTo>
                    <a:pt x="0" y="1"/>
                  </a:moveTo>
                  <a:lnTo>
                    <a:pt x="187" y="552"/>
                  </a:lnTo>
                  <a:lnTo>
                    <a:pt x="5005" y="552"/>
                  </a:lnTo>
                  <a:lnTo>
                    <a:pt x="48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67"/>
            <p:cNvSpPr/>
            <p:nvPr/>
          </p:nvSpPr>
          <p:spPr>
            <a:xfrm>
              <a:off x="-1462128" y="3209290"/>
              <a:ext cx="169620" cy="18462"/>
            </a:xfrm>
            <a:custGeom>
              <a:avLst/>
              <a:gdLst/>
              <a:ahLst/>
              <a:cxnLst/>
              <a:rect l="l" t="t" r="r" b="b"/>
              <a:pathLst>
                <a:path w="4998" h="544" extrusionOk="0">
                  <a:moveTo>
                    <a:pt x="1" y="1"/>
                  </a:moveTo>
                  <a:lnTo>
                    <a:pt x="187" y="544"/>
                  </a:lnTo>
                  <a:lnTo>
                    <a:pt x="4997" y="544"/>
                  </a:lnTo>
                  <a:lnTo>
                    <a:pt x="48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67"/>
            <p:cNvSpPr/>
            <p:nvPr/>
          </p:nvSpPr>
          <p:spPr>
            <a:xfrm>
              <a:off x="-1446008" y="3264303"/>
              <a:ext cx="169620" cy="18462"/>
            </a:xfrm>
            <a:custGeom>
              <a:avLst/>
              <a:gdLst/>
              <a:ahLst/>
              <a:cxnLst/>
              <a:rect l="l" t="t" r="r" b="b"/>
              <a:pathLst>
                <a:path w="4998" h="544" extrusionOk="0">
                  <a:moveTo>
                    <a:pt x="1" y="0"/>
                  </a:moveTo>
                  <a:lnTo>
                    <a:pt x="187" y="543"/>
                  </a:lnTo>
                  <a:lnTo>
                    <a:pt x="4997" y="543"/>
                  </a:lnTo>
                  <a:lnTo>
                    <a:pt x="48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67"/>
            <p:cNvSpPr/>
            <p:nvPr/>
          </p:nvSpPr>
          <p:spPr>
            <a:xfrm>
              <a:off x="-1429582" y="3319282"/>
              <a:ext cx="169586" cy="18462"/>
            </a:xfrm>
            <a:custGeom>
              <a:avLst/>
              <a:gdLst/>
              <a:ahLst/>
              <a:cxnLst/>
              <a:rect l="l" t="t" r="r" b="b"/>
              <a:pathLst>
                <a:path w="4997" h="544" extrusionOk="0">
                  <a:moveTo>
                    <a:pt x="0" y="0"/>
                  </a:moveTo>
                  <a:lnTo>
                    <a:pt x="187" y="543"/>
                  </a:lnTo>
                  <a:lnTo>
                    <a:pt x="4997" y="543"/>
                  </a:lnTo>
                  <a:lnTo>
                    <a:pt x="48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67"/>
            <p:cNvSpPr/>
            <p:nvPr/>
          </p:nvSpPr>
          <p:spPr>
            <a:xfrm>
              <a:off x="-1413462" y="3373989"/>
              <a:ext cx="169586" cy="18733"/>
            </a:xfrm>
            <a:custGeom>
              <a:avLst/>
              <a:gdLst/>
              <a:ahLst/>
              <a:cxnLst/>
              <a:rect l="l" t="t" r="r" b="b"/>
              <a:pathLst>
                <a:path w="4997" h="552" extrusionOk="0">
                  <a:moveTo>
                    <a:pt x="0" y="0"/>
                  </a:moveTo>
                  <a:lnTo>
                    <a:pt x="187" y="552"/>
                  </a:lnTo>
                  <a:lnTo>
                    <a:pt x="4997" y="552"/>
                  </a:lnTo>
                  <a:lnTo>
                    <a:pt x="48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67"/>
            <p:cNvSpPr/>
            <p:nvPr/>
          </p:nvSpPr>
          <p:spPr>
            <a:xfrm>
              <a:off x="-1397341" y="3428968"/>
              <a:ext cx="169891" cy="18462"/>
            </a:xfrm>
            <a:custGeom>
              <a:avLst/>
              <a:gdLst/>
              <a:ahLst/>
              <a:cxnLst/>
              <a:rect l="l" t="t" r="r" b="b"/>
              <a:pathLst>
                <a:path w="5006" h="544" extrusionOk="0">
                  <a:moveTo>
                    <a:pt x="0" y="1"/>
                  </a:moveTo>
                  <a:lnTo>
                    <a:pt x="187" y="543"/>
                  </a:lnTo>
                  <a:lnTo>
                    <a:pt x="5005" y="543"/>
                  </a:lnTo>
                  <a:lnTo>
                    <a:pt x="48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67"/>
            <p:cNvSpPr/>
            <p:nvPr/>
          </p:nvSpPr>
          <p:spPr>
            <a:xfrm>
              <a:off x="-1380949" y="3483946"/>
              <a:ext cx="169620" cy="18462"/>
            </a:xfrm>
            <a:custGeom>
              <a:avLst/>
              <a:gdLst/>
              <a:ahLst/>
              <a:cxnLst/>
              <a:rect l="l" t="t" r="r" b="b"/>
              <a:pathLst>
                <a:path w="4998" h="544" extrusionOk="0">
                  <a:moveTo>
                    <a:pt x="1" y="1"/>
                  </a:moveTo>
                  <a:lnTo>
                    <a:pt x="187" y="544"/>
                  </a:lnTo>
                  <a:lnTo>
                    <a:pt x="4997" y="544"/>
                  </a:lnTo>
                  <a:lnTo>
                    <a:pt x="48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67"/>
            <p:cNvSpPr/>
            <p:nvPr/>
          </p:nvSpPr>
          <p:spPr>
            <a:xfrm>
              <a:off x="-1364829" y="3538959"/>
              <a:ext cx="169620" cy="18428"/>
            </a:xfrm>
            <a:custGeom>
              <a:avLst/>
              <a:gdLst/>
              <a:ahLst/>
              <a:cxnLst/>
              <a:rect l="l" t="t" r="r" b="b"/>
              <a:pathLst>
                <a:path w="4998" h="543" extrusionOk="0">
                  <a:moveTo>
                    <a:pt x="1" y="0"/>
                  </a:moveTo>
                  <a:lnTo>
                    <a:pt x="188" y="543"/>
                  </a:lnTo>
                  <a:lnTo>
                    <a:pt x="4997" y="543"/>
                  </a:lnTo>
                  <a:lnTo>
                    <a:pt x="48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67"/>
            <p:cNvSpPr/>
            <p:nvPr/>
          </p:nvSpPr>
          <p:spPr>
            <a:xfrm>
              <a:off x="-1348403" y="3593938"/>
              <a:ext cx="169586" cy="18462"/>
            </a:xfrm>
            <a:custGeom>
              <a:avLst/>
              <a:gdLst/>
              <a:ahLst/>
              <a:cxnLst/>
              <a:rect l="l" t="t" r="r" b="b"/>
              <a:pathLst>
                <a:path w="4997" h="544" extrusionOk="0">
                  <a:moveTo>
                    <a:pt x="0" y="0"/>
                  </a:moveTo>
                  <a:lnTo>
                    <a:pt x="187" y="543"/>
                  </a:lnTo>
                  <a:lnTo>
                    <a:pt x="4997" y="543"/>
                  </a:lnTo>
                  <a:lnTo>
                    <a:pt x="48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67"/>
            <p:cNvSpPr/>
            <p:nvPr/>
          </p:nvSpPr>
          <p:spPr>
            <a:xfrm>
              <a:off x="-1332283" y="3648645"/>
              <a:ext cx="169586" cy="18733"/>
            </a:xfrm>
            <a:custGeom>
              <a:avLst/>
              <a:gdLst/>
              <a:ahLst/>
              <a:cxnLst/>
              <a:rect l="l" t="t" r="r" b="b"/>
              <a:pathLst>
                <a:path w="4997" h="552" extrusionOk="0">
                  <a:moveTo>
                    <a:pt x="0" y="0"/>
                  </a:moveTo>
                  <a:lnTo>
                    <a:pt x="187" y="551"/>
                  </a:lnTo>
                  <a:lnTo>
                    <a:pt x="4997" y="551"/>
                  </a:lnTo>
                  <a:lnTo>
                    <a:pt x="48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67"/>
            <p:cNvSpPr/>
            <p:nvPr/>
          </p:nvSpPr>
          <p:spPr>
            <a:xfrm>
              <a:off x="-1315857" y="3703624"/>
              <a:ext cx="169586" cy="18462"/>
            </a:xfrm>
            <a:custGeom>
              <a:avLst/>
              <a:gdLst/>
              <a:ahLst/>
              <a:cxnLst/>
              <a:rect l="l" t="t" r="r" b="b"/>
              <a:pathLst>
                <a:path w="4997" h="544" extrusionOk="0">
                  <a:moveTo>
                    <a:pt x="0" y="0"/>
                  </a:moveTo>
                  <a:lnTo>
                    <a:pt x="178" y="543"/>
                  </a:lnTo>
                  <a:lnTo>
                    <a:pt x="4997" y="543"/>
                  </a:lnTo>
                  <a:lnTo>
                    <a:pt x="48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67"/>
            <p:cNvSpPr/>
            <p:nvPr/>
          </p:nvSpPr>
          <p:spPr>
            <a:xfrm>
              <a:off x="-1299737" y="3758603"/>
              <a:ext cx="169586" cy="18462"/>
            </a:xfrm>
            <a:custGeom>
              <a:avLst/>
              <a:gdLst/>
              <a:ahLst/>
              <a:cxnLst/>
              <a:rect l="l" t="t" r="r" b="b"/>
              <a:pathLst>
                <a:path w="4997" h="544" extrusionOk="0">
                  <a:moveTo>
                    <a:pt x="0" y="1"/>
                  </a:moveTo>
                  <a:lnTo>
                    <a:pt x="187" y="543"/>
                  </a:lnTo>
                  <a:lnTo>
                    <a:pt x="4997" y="543"/>
                  </a:lnTo>
                  <a:lnTo>
                    <a:pt x="48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67"/>
            <p:cNvSpPr/>
            <p:nvPr/>
          </p:nvSpPr>
          <p:spPr>
            <a:xfrm>
              <a:off x="-1283617" y="3813581"/>
              <a:ext cx="169586" cy="18462"/>
            </a:xfrm>
            <a:custGeom>
              <a:avLst/>
              <a:gdLst/>
              <a:ahLst/>
              <a:cxnLst/>
              <a:rect l="l" t="t" r="r" b="b"/>
              <a:pathLst>
                <a:path w="4997" h="544" extrusionOk="0">
                  <a:moveTo>
                    <a:pt x="0" y="1"/>
                  </a:moveTo>
                  <a:lnTo>
                    <a:pt x="187" y="544"/>
                  </a:lnTo>
                  <a:lnTo>
                    <a:pt x="4997" y="544"/>
                  </a:lnTo>
                  <a:lnTo>
                    <a:pt x="48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67"/>
            <p:cNvSpPr/>
            <p:nvPr/>
          </p:nvSpPr>
          <p:spPr>
            <a:xfrm>
              <a:off x="-1493792" y="3133576"/>
              <a:ext cx="234949" cy="744249"/>
            </a:xfrm>
            <a:custGeom>
              <a:avLst/>
              <a:gdLst/>
              <a:ahLst/>
              <a:cxnLst/>
              <a:rect l="l" t="t" r="r" b="b"/>
              <a:pathLst>
                <a:path w="6923" h="21930" extrusionOk="0">
                  <a:moveTo>
                    <a:pt x="1" y="1"/>
                  </a:moveTo>
                  <a:lnTo>
                    <a:pt x="6482" y="21930"/>
                  </a:lnTo>
                  <a:lnTo>
                    <a:pt x="6923" y="21930"/>
                  </a:lnTo>
                  <a:lnTo>
                    <a:pt x="4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67"/>
            <p:cNvSpPr/>
            <p:nvPr/>
          </p:nvSpPr>
          <p:spPr>
            <a:xfrm>
              <a:off x="-1505296" y="3133576"/>
              <a:ext cx="234949" cy="744249"/>
            </a:xfrm>
            <a:custGeom>
              <a:avLst/>
              <a:gdLst/>
              <a:ahLst/>
              <a:cxnLst/>
              <a:rect l="l" t="t" r="r" b="b"/>
              <a:pathLst>
                <a:path w="6923" h="21930" extrusionOk="0">
                  <a:moveTo>
                    <a:pt x="0" y="1"/>
                  </a:moveTo>
                  <a:lnTo>
                    <a:pt x="6473" y="21930"/>
                  </a:lnTo>
                  <a:lnTo>
                    <a:pt x="6922" y="21930"/>
                  </a:lnTo>
                  <a:lnTo>
                    <a:pt x="4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67"/>
            <p:cNvSpPr/>
            <p:nvPr/>
          </p:nvSpPr>
          <p:spPr>
            <a:xfrm>
              <a:off x="-1268650" y="3868866"/>
              <a:ext cx="163545" cy="9231"/>
            </a:xfrm>
            <a:custGeom>
              <a:avLst/>
              <a:gdLst/>
              <a:ahLst/>
              <a:cxnLst/>
              <a:rect l="l" t="t" r="r" b="b"/>
              <a:pathLst>
                <a:path w="4819" h="272" extrusionOk="0">
                  <a:moveTo>
                    <a:pt x="0" y="1"/>
                  </a:moveTo>
                  <a:lnTo>
                    <a:pt x="0" y="272"/>
                  </a:lnTo>
                  <a:lnTo>
                    <a:pt x="4819" y="272"/>
                  </a:lnTo>
                  <a:lnTo>
                    <a:pt x="481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67"/>
            <p:cNvSpPr/>
            <p:nvPr/>
          </p:nvSpPr>
          <p:spPr>
            <a:xfrm>
              <a:off x="-1556847" y="3868866"/>
              <a:ext cx="287077" cy="9231"/>
            </a:xfrm>
            <a:custGeom>
              <a:avLst/>
              <a:gdLst/>
              <a:ahLst/>
              <a:cxnLst/>
              <a:rect l="l" t="t" r="r" b="b"/>
              <a:pathLst>
                <a:path w="8459" h="272" extrusionOk="0">
                  <a:moveTo>
                    <a:pt x="1" y="1"/>
                  </a:moveTo>
                  <a:lnTo>
                    <a:pt x="1" y="272"/>
                  </a:lnTo>
                  <a:lnTo>
                    <a:pt x="8458" y="272"/>
                  </a:lnTo>
                  <a:lnTo>
                    <a:pt x="84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67"/>
            <p:cNvSpPr/>
            <p:nvPr/>
          </p:nvSpPr>
          <p:spPr>
            <a:xfrm>
              <a:off x="-1585355" y="3867135"/>
              <a:ext cx="23960" cy="33734"/>
            </a:xfrm>
            <a:custGeom>
              <a:avLst/>
              <a:gdLst/>
              <a:ahLst/>
              <a:cxnLst/>
              <a:rect l="l" t="t" r="r" b="b"/>
              <a:pathLst>
                <a:path w="706" h="994" extrusionOk="0">
                  <a:moveTo>
                    <a:pt x="357" y="1"/>
                  </a:moveTo>
                  <a:cubicBezTo>
                    <a:pt x="162" y="1"/>
                    <a:pt x="1" y="221"/>
                    <a:pt x="1" y="493"/>
                  </a:cubicBezTo>
                  <a:cubicBezTo>
                    <a:pt x="1" y="773"/>
                    <a:pt x="162" y="993"/>
                    <a:pt x="357" y="993"/>
                  </a:cubicBezTo>
                  <a:cubicBezTo>
                    <a:pt x="552" y="993"/>
                    <a:pt x="705" y="773"/>
                    <a:pt x="705" y="493"/>
                  </a:cubicBezTo>
                  <a:cubicBezTo>
                    <a:pt x="705" y="221"/>
                    <a:pt x="552" y="1"/>
                    <a:pt x="3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67"/>
            <p:cNvSpPr/>
            <p:nvPr/>
          </p:nvSpPr>
          <p:spPr>
            <a:xfrm>
              <a:off x="-1292848" y="3867135"/>
              <a:ext cx="23926" cy="33734"/>
            </a:xfrm>
            <a:custGeom>
              <a:avLst/>
              <a:gdLst/>
              <a:ahLst/>
              <a:cxnLst/>
              <a:rect l="l" t="t" r="r" b="b"/>
              <a:pathLst>
                <a:path w="705" h="994" extrusionOk="0">
                  <a:moveTo>
                    <a:pt x="357" y="1"/>
                  </a:moveTo>
                  <a:cubicBezTo>
                    <a:pt x="162" y="1"/>
                    <a:pt x="1" y="221"/>
                    <a:pt x="1" y="493"/>
                  </a:cubicBezTo>
                  <a:cubicBezTo>
                    <a:pt x="1" y="773"/>
                    <a:pt x="162" y="993"/>
                    <a:pt x="357" y="993"/>
                  </a:cubicBezTo>
                  <a:cubicBezTo>
                    <a:pt x="544" y="993"/>
                    <a:pt x="705" y="773"/>
                    <a:pt x="705" y="493"/>
                  </a:cubicBezTo>
                  <a:cubicBezTo>
                    <a:pt x="705" y="221"/>
                    <a:pt x="544" y="1"/>
                    <a:pt x="3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67"/>
            <p:cNvSpPr/>
            <p:nvPr/>
          </p:nvSpPr>
          <p:spPr>
            <a:xfrm>
              <a:off x="-1384954" y="3520226"/>
              <a:ext cx="53859" cy="173353"/>
            </a:xfrm>
            <a:custGeom>
              <a:avLst/>
              <a:gdLst/>
              <a:ahLst/>
              <a:cxnLst/>
              <a:rect l="l" t="t" r="r" b="b"/>
              <a:pathLst>
                <a:path w="1587" h="5108" extrusionOk="0">
                  <a:moveTo>
                    <a:pt x="255" y="1"/>
                  </a:moveTo>
                  <a:lnTo>
                    <a:pt x="0" y="628"/>
                  </a:lnTo>
                  <a:lnTo>
                    <a:pt x="1323" y="5107"/>
                  </a:lnTo>
                  <a:lnTo>
                    <a:pt x="1586" y="4480"/>
                  </a:lnTo>
                  <a:lnTo>
                    <a:pt x="2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67"/>
            <p:cNvSpPr/>
            <p:nvPr/>
          </p:nvSpPr>
          <p:spPr>
            <a:xfrm>
              <a:off x="-1453474" y="3288466"/>
              <a:ext cx="53859" cy="173353"/>
            </a:xfrm>
            <a:custGeom>
              <a:avLst/>
              <a:gdLst/>
              <a:ahLst/>
              <a:cxnLst/>
              <a:rect l="l" t="t" r="r" b="b"/>
              <a:pathLst>
                <a:path w="1587" h="5108" extrusionOk="0">
                  <a:moveTo>
                    <a:pt x="263" y="1"/>
                  </a:moveTo>
                  <a:lnTo>
                    <a:pt x="0" y="629"/>
                  </a:lnTo>
                  <a:lnTo>
                    <a:pt x="1323" y="5108"/>
                  </a:lnTo>
                  <a:lnTo>
                    <a:pt x="1586" y="4480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67"/>
            <p:cNvSpPr/>
            <p:nvPr/>
          </p:nvSpPr>
          <p:spPr>
            <a:xfrm>
              <a:off x="-1118144" y="3867135"/>
              <a:ext cx="23926" cy="33734"/>
            </a:xfrm>
            <a:custGeom>
              <a:avLst/>
              <a:gdLst/>
              <a:ahLst/>
              <a:cxnLst/>
              <a:rect l="l" t="t" r="r" b="b"/>
              <a:pathLst>
                <a:path w="705" h="994" extrusionOk="0">
                  <a:moveTo>
                    <a:pt x="349" y="1"/>
                  </a:moveTo>
                  <a:cubicBezTo>
                    <a:pt x="153" y="1"/>
                    <a:pt x="1" y="221"/>
                    <a:pt x="1" y="493"/>
                  </a:cubicBezTo>
                  <a:cubicBezTo>
                    <a:pt x="1" y="773"/>
                    <a:pt x="153" y="993"/>
                    <a:pt x="349" y="993"/>
                  </a:cubicBezTo>
                  <a:cubicBezTo>
                    <a:pt x="544" y="993"/>
                    <a:pt x="705" y="773"/>
                    <a:pt x="705" y="493"/>
                  </a:cubicBezTo>
                  <a:cubicBezTo>
                    <a:pt x="705" y="221"/>
                    <a:pt x="544" y="1"/>
                    <a:pt x="3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39" name="Google Shape;3239;p67"/>
          <p:cNvGrpSpPr/>
          <p:nvPr/>
        </p:nvGrpSpPr>
        <p:grpSpPr>
          <a:xfrm>
            <a:off x="4505023" y="1139763"/>
            <a:ext cx="4321622" cy="991939"/>
            <a:chOff x="4505023" y="1533738"/>
            <a:chExt cx="4321622" cy="991939"/>
          </a:xfrm>
        </p:grpSpPr>
        <p:grpSp>
          <p:nvGrpSpPr>
            <p:cNvPr id="3240" name="Google Shape;3240;p67"/>
            <p:cNvGrpSpPr/>
            <p:nvPr/>
          </p:nvGrpSpPr>
          <p:grpSpPr>
            <a:xfrm>
              <a:off x="6707219" y="1533738"/>
              <a:ext cx="2119426" cy="991832"/>
              <a:chOff x="-1294235" y="2130167"/>
              <a:chExt cx="859843" cy="402382"/>
            </a:xfrm>
          </p:grpSpPr>
          <p:sp>
            <p:nvSpPr>
              <p:cNvPr id="3241" name="Google Shape;3241;p67"/>
              <p:cNvSpPr/>
              <p:nvPr/>
            </p:nvSpPr>
            <p:spPr>
              <a:xfrm>
                <a:off x="-678565" y="2155913"/>
                <a:ext cx="43569" cy="20853"/>
              </a:xfrm>
              <a:custGeom>
                <a:avLst/>
                <a:gdLst/>
                <a:ahLst/>
                <a:cxnLst/>
                <a:rect l="l" t="t" r="r" b="b"/>
                <a:pathLst>
                  <a:path w="374" h="179" extrusionOk="0">
                    <a:moveTo>
                      <a:pt x="0" y="0"/>
                    </a:moveTo>
                    <a:lnTo>
                      <a:pt x="0" y="178"/>
                    </a:lnTo>
                    <a:lnTo>
                      <a:pt x="374" y="178"/>
                    </a:lnTo>
                    <a:lnTo>
                      <a:pt x="37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2" name="Google Shape;3242;p67"/>
              <p:cNvSpPr/>
              <p:nvPr/>
            </p:nvSpPr>
            <p:spPr>
              <a:xfrm>
                <a:off x="-568945" y="2146943"/>
                <a:ext cx="77236" cy="39726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41" extrusionOk="0">
                    <a:moveTo>
                      <a:pt x="663" y="1"/>
                    </a:moveTo>
                    <a:lnTo>
                      <a:pt x="1" y="35"/>
                    </a:lnTo>
                    <a:lnTo>
                      <a:pt x="9" y="340"/>
                    </a:lnTo>
                    <a:lnTo>
                      <a:pt x="663" y="315"/>
                    </a:lnTo>
                    <a:lnTo>
                      <a:pt x="6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3" name="Google Shape;3243;p67"/>
              <p:cNvSpPr/>
              <p:nvPr/>
            </p:nvSpPr>
            <p:spPr>
              <a:xfrm>
                <a:off x="-1294235" y="2185503"/>
                <a:ext cx="147366" cy="347046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2979" extrusionOk="0">
                    <a:moveTo>
                      <a:pt x="111" y="1"/>
                    </a:moveTo>
                    <a:lnTo>
                      <a:pt x="0" y="2978"/>
                    </a:lnTo>
                    <a:lnTo>
                      <a:pt x="1264" y="2978"/>
                    </a:lnTo>
                    <a:lnTo>
                      <a:pt x="1154" y="85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4" name="Google Shape;3244;p67"/>
              <p:cNvSpPr/>
              <p:nvPr/>
            </p:nvSpPr>
            <p:spPr>
              <a:xfrm>
                <a:off x="-693360" y="2130167"/>
                <a:ext cx="98904" cy="402382"/>
              </a:xfrm>
              <a:custGeom>
                <a:avLst/>
                <a:gdLst/>
                <a:ahLst/>
                <a:cxnLst/>
                <a:rect l="l" t="t" r="r" b="b"/>
                <a:pathLst>
                  <a:path w="849" h="3454" extrusionOk="0">
                    <a:moveTo>
                      <a:pt x="0" y="1"/>
                    </a:moveTo>
                    <a:lnTo>
                      <a:pt x="26" y="3453"/>
                    </a:lnTo>
                    <a:lnTo>
                      <a:pt x="848" y="3453"/>
                    </a:lnTo>
                    <a:lnTo>
                      <a:pt x="67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5" name="Google Shape;3245;p67"/>
              <p:cNvSpPr/>
              <p:nvPr/>
            </p:nvSpPr>
            <p:spPr>
              <a:xfrm>
                <a:off x="-584671" y="2130167"/>
                <a:ext cx="150279" cy="402382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454" extrusionOk="0">
                    <a:moveTo>
                      <a:pt x="0" y="1"/>
                    </a:moveTo>
                    <a:lnTo>
                      <a:pt x="51" y="3453"/>
                    </a:lnTo>
                    <a:lnTo>
                      <a:pt x="1290" y="3453"/>
                    </a:lnTo>
                    <a:lnTo>
                      <a:pt x="1027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6" name="Google Shape;3246;p67"/>
              <p:cNvSpPr/>
              <p:nvPr/>
            </p:nvSpPr>
            <p:spPr>
              <a:xfrm>
                <a:off x="-834667" y="2163835"/>
                <a:ext cx="131523" cy="368715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3165" extrusionOk="0">
                    <a:moveTo>
                      <a:pt x="0" y="0"/>
                    </a:moveTo>
                    <a:lnTo>
                      <a:pt x="34" y="3164"/>
                    </a:lnTo>
                    <a:lnTo>
                      <a:pt x="1128" y="3164"/>
                    </a:lnTo>
                    <a:lnTo>
                      <a:pt x="1009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7" name="Google Shape;3247;p67"/>
              <p:cNvSpPr/>
              <p:nvPr/>
            </p:nvSpPr>
            <p:spPr>
              <a:xfrm>
                <a:off x="-915747" y="2158825"/>
                <a:ext cx="65354" cy="373724"/>
              </a:xfrm>
              <a:custGeom>
                <a:avLst/>
                <a:gdLst/>
                <a:ahLst/>
                <a:cxnLst/>
                <a:rect l="l" t="t" r="r" b="b"/>
                <a:pathLst>
                  <a:path w="561" h="3208" extrusionOk="0">
                    <a:moveTo>
                      <a:pt x="0" y="1"/>
                    </a:moveTo>
                    <a:lnTo>
                      <a:pt x="26" y="3207"/>
                    </a:lnTo>
                    <a:lnTo>
                      <a:pt x="560" y="3207"/>
                    </a:lnTo>
                    <a:lnTo>
                      <a:pt x="4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8" name="Google Shape;3248;p67"/>
              <p:cNvSpPr/>
              <p:nvPr/>
            </p:nvSpPr>
            <p:spPr>
              <a:xfrm>
                <a:off x="-1146987" y="2279400"/>
                <a:ext cx="123601" cy="253149"/>
              </a:xfrm>
              <a:custGeom>
                <a:avLst/>
                <a:gdLst/>
                <a:ahLst/>
                <a:cxnLst/>
                <a:rect l="l" t="t" r="r" b="b"/>
                <a:pathLst>
                  <a:path w="1061" h="2173" extrusionOk="0">
                    <a:moveTo>
                      <a:pt x="0" y="1"/>
                    </a:moveTo>
                    <a:lnTo>
                      <a:pt x="111" y="2172"/>
                    </a:lnTo>
                    <a:lnTo>
                      <a:pt x="1061" y="2172"/>
                    </a:lnTo>
                    <a:lnTo>
                      <a:pt x="10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9" name="Google Shape;3249;p67"/>
              <p:cNvSpPr/>
              <p:nvPr/>
            </p:nvSpPr>
            <p:spPr>
              <a:xfrm>
                <a:off x="-1007660" y="2188532"/>
                <a:ext cx="86090" cy="344017"/>
              </a:xfrm>
              <a:custGeom>
                <a:avLst/>
                <a:gdLst/>
                <a:ahLst/>
                <a:cxnLst/>
                <a:rect l="l" t="t" r="r" b="b"/>
                <a:pathLst>
                  <a:path w="739" h="2953" extrusionOk="0">
                    <a:moveTo>
                      <a:pt x="0" y="0"/>
                    </a:moveTo>
                    <a:lnTo>
                      <a:pt x="26" y="2952"/>
                    </a:lnTo>
                    <a:lnTo>
                      <a:pt x="739" y="2952"/>
                    </a:lnTo>
                    <a:lnTo>
                      <a:pt x="662" y="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0" name="Google Shape;3250;p67"/>
              <p:cNvSpPr/>
              <p:nvPr/>
            </p:nvSpPr>
            <p:spPr>
              <a:xfrm>
                <a:off x="-671692" y="2496784"/>
                <a:ext cx="60461" cy="22834"/>
              </a:xfrm>
              <a:custGeom>
                <a:avLst/>
                <a:gdLst/>
                <a:ahLst/>
                <a:cxnLst/>
                <a:rect l="l" t="t" r="r" b="b"/>
                <a:pathLst>
                  <a:path w="519" h="196" extrusionOk="0">
                    <a:moveTo>
                      <a:pt x="1" y="1"/>
                    </a:moveTo>
                    <a:lnTo>
                      <a:pt x="1" y="196"/>
                    </a:lnTo>
                    <a:lnTo>
                      <a:pt x="518" y="196"/>
                    </a:lnTo>
                    <a:lnTo>
                      <a:pt x="5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1" name="Google Shape;3251;p67"/>
              <p:cNvSpPr/>
              <p:nvPr/>
            </p:nvSpPr>
            <p:spPr>
              <a:xfrm>
                <a:off x="-672624" y="2457291"/>
                <a:ext cx="60344" cy="23882"/>
              </a:xfrm>
              <a:custGeom>
                <a:avLst/>
                <a:gdLst/>
                <a:ahLst/>
                <a:cxnLst/>
                <a:rect l="l" t="t" r="r" b="b"/>
                <a:pathLst>
                  <a:path w="518" h="205" extrusionOk="0">
                    <a:moveTo>
                      <a:pt x="0" y="0"/>
                    </a:moveTo>
                    <a:lnTo>
                      <a:pt x="0" y="204"/>
                    </a:lnTo>
                    <a:lnTo>
                      <a:pt x="518" y="204"/>
                    </a:lnTo>
                    <a:lnTo>
                      <a:pt x="5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2" name="Google Shape;3252;p67"/>
              <p:cNvSpPr/>
              <p:nvPr/>
            </p:nvSpPr>
            <p:spPr>
              <a:xfrm>
                <a:off x="-801117" y="2484901"/>
                <a:ext cx="67334" cy="3075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64" extrusionOk="0">
                    <a:moveTo>
                      <a:pt x="0" y="1"/>
                    </a:moveTo>
                    <a:lnTo>
                      <a:pt x="9" y="264"/>
                    </a:lnTo>
                    <a:lnTo>
                      <a:pt x="577" y="264"/>
                    </a:lnTo>
                    <a:lnTo>
                      <a:pt x="56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3" name="Google Shape;3253;p67"/>
              <p:cNvSpPr/>
              <p:nvPr/>
            </p:nvSpPr>
            <p:spPr>
              <a:xfrm>
                <a:off x="-904913" y="2501793"/>
                <a:ext cx="40657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349" h="153" extrusionOk="0">
                    <a:moveTo>
                      <a:pt x="1" y="0"/>
                    </a:moveTo>
                    <a:lnTo>
                      <a:pt x="1" y="153"/>
                    </a:lnTo>
                    <a:lnTo>
                      <a:pt x="349" y="153"/>
                    </a:lnTo>
                    <a:lnTo>
                      <a:pt x="3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4" name="Google Shape;3254;p67"/>
              <p:cNvSpPr/>
              <p:nvPr/>
            </p:nvSpPr>
            <p:spPr>
              <a:xfrm>
                <a:off x="-991817" y="2475115"/>
                <a:ext cx="47530" cy="42522"/>
              </a:xfrm>
              <a:custGeom>
                <a:avLst/>
                <a:gdLst/>
                <a:ahLst/>
                <a:cxnLst/>
                <a:rect l="l" t="t" r="r" b="b"/>
                <a:pathLst>
                  <a:path w="408" h="365" extrusionOk="0">
                    <a:moveTo>
                      <a:pt x="0" y="0"/>
                    </a:moveTo>
                    <a:lnTo>
                      <a:pt x="9" y="365"/>
                    </a:lnTo>
                    <a:lnTo>
                      <a:pt x="407" y="365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5" name="Google Shape;3255;p67"/>
              <p:cNvSpPr/>
              <p:nvPr/>
            </p:nvSpPr>
            <p:spPr>
              <a:xfrm>
                <a:off x="-1256724" y="2204259"/>
                <a:ext cx="57432" cy="38677"/>
              </a:xfrm>
              <a:custGeom>
                <a:avLst/>
                <a:gdLst/>
                <a:ahLst/>
                <a:cxnLst/>
                <a:rect l="l" t="t" r="r" b="b"/>
                <a:pathLst>
                  <a:path w="493" h="332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493" y="332"/>
                    </a:lnTo>
                    <a:lnTo>
                      <a:pt x="484" y="2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6" name="Google Shape;3256;p67"/>
              <p:cNvSpPr/>
              <p:nvPr/>
            </p:nvSpPr>
            <p:spPr>
              <a:xfrm>
                <a:off x="-565916" y="2481989"/>
                <a:ext cx="111719" cy="38677"/>
              </a:xfrm>
              <a:custGeom>
                <a:avLst/>
                <a:gdLst/>
                <a:ahLst/>
                <a:cxnLst/>
                <a:rect l="l" t="t" r="r" b="b"/>
                <a:pathLst>
                  <a:path w="959" h="332" extrusionOk="0">
                    <a:moveTo>
                      <a:pt x="0" y="1"/>
                    </a:moveTo>
                    <a:lnTo>
                      <a:pt x="9" y="314"/>
                    </a:lnTo>
                    <a:lnTo>
                      <a:pt x="959" y="331"/>
                    </a:lnTo>
                    <a:lnTo>
                      <a:pt x="942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7" name="Google Shape;3257;p67"/>
              <p:cNvSpPr/>
              <p:nvPr/>
            </p:nvSpPr>
            <p:spPr>
              <a:xfrm>
                <a:off x="-1126251" y="2494803"/>
                <a:ext cx="85158" cy="22834"/>
              </a:xfrm>
              <a:custGeom>
                <a:avLst/>
                <a:gdLst/>
                <a:ahLst/>
                <a:cxnLst/>
                <a:rect l="l" t="t" r="r" b="b"/>
                <a:pathLst>
                  <a:path w="731" h="196" extrusionOk="0">
                    <a:moveTo>
                      <a:pt x="1" y="1"/>
                    </a:moveTo>
                    <a:lnTo>
                      <a:pt x="9" y="196"/>
                    </a:lnTo>
                    <a:lnTo>
                      <a:pt x="730" y="196"/>
                    </a:lnTo>
                    <a:lnTo>
                      <a:pt x="72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58" name="Google Shape;3258;p67"/>
            <p:cNvGrpSpPr/>
            <p:nvPr/>
          </p:nvGrpSpPr>
          <p:grpSpPr>
            <a:xfrm>
              <a:off x="4505023" y="1645546"/>
              <a:ext cx="2154411" cy="880131"/>
              <a:chOff x="-2184318" y="2154918"/>
              <a:chExt cx="863803" cy="352871"/>
            </a:xfrm>
          </p:grpSpPr>
          <p:sp>
            <p:nvSpPr>
              <p:cNvPr id="3259" name="Google Shape;3259;p67"/>
              <p:cNvSpPr/>
              <p:nvPr/>
            </p:nvSpPr>
            <p:spPr>
              <a:xfrm>
                <a:off x="-2184318" y="2154918"/>
                <a:ext cx="150279" cy="352871"/>
              </a:xfrm>
              <a:custGeom>
                <a:avLst/>
                <a:gdLst/>
                <a:ahLst/>
                <a:cxnLst/>
                <a:rect l="l" t="t" r="r" b="b"/>
                <a:pathLst>
                  <a:path w="1290" h="3029" extrusionOk="0">
                    <a:moveTo>
                      <a:pt x="0" y="0"/>
                    </a:moveTo>
                    <a:lnTo>
                      <a:pt x="51" y="3028"/>
                    </a:lnTo>
                    <a:lnTo>
                      <a:pt x="1289" y="3028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0" name="Google Shape;3260;p67"/>
              <p:cNvSpPr/>
              <p:nvPr/>
            </p:nvSpPr>
            <p:spPr>
              <a:xfrm>
                <a:off x="-1419535" y="2154918"/>
                <a:ext cx="99021" cy="352871"/>
              </a:xfrm>
              <a:custGeom>
                <a:avLst/>
                <a:gdLst/>
                <a:ahLst/>
                <a:cxnLst/>
                <a:rect l="l" t="t" r="r" b="b"/>
                <a:pathLst>
                  <a:path w="850" h="3029" extrusionOk="0">
                    <a:moveTo>
                      <a:pt x="1" y="0"/>
                    </a:moveTo>
                    <a:lnTo>
                      <a:pt x="35" y="3028"/>
                    </a:lnTo>
                    <a:lnTo>
                      <a:pt x="849" y="3028"/>
                    </a:lnTo>
                    <a:lnTo>
                      <a:pt x="67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1" name="Google Shape;3261;p67"/>
              <p:cNvSpPr/>
              <p:nvPr/>
            </p:nvSpPr>
            <p:spPr>
              <a:xfrm>
                <a:off x="-2018314" y="2154918"/>
                <a:ext cx="131523" cy="352871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3029" extrusionOk="0">
                    <a:moveTo>
                      <a:pt x="34" y="0"/>
                    </a:moveTo>
                    <a:lnTo>
                      <a:pt x="0" y="3028"/>
                    </a:lnTo>
                    <a:lnTo>
                      <a:pt x="1018" y="3028"/>
                    </a:lnTo>
                    <a:lnTo>
                      <a:pt x="11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2" name="Google Shape;3262;p67"/>
              <p:cNvSpPr/>
              <p:nvPr/>
            </p:nvSpPr>
            <p:spPr>
              <a:xfrm>
                <a:off x="-1662542" y="2252660"/>
                <a:ext cx="94943" cy="255130"/>
              </a:xfrm>
              <a:custGeom>
                <a:avLst/>
                <a:gdLst/>
                <a:ahLst/>
                <a:cxnLst/>
                <a:rect l="l" t="t" r="r" b="b"/>
                <a:pathLst>
                  <a:path w="815" h="2190" extrusionOk="0">
                    <a:moveTo>
                      <a:pt x="42" y="1"/>
                    </a:moveTo>
                    <a:lnTo>
                      <a:pt x="0" y="2189"/>
                    </a:lnTo>
                    <a:lnTo>
                      <a:pt x="814" y="2189"/>
                    </a:lnTo>
                    <a:lnTo>
                      <a:pt x="7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3" name="Google Shape;3263;p67"/>
              <p:cNvSpPr/>
              <p:nvPr/>
            </p:nvSpPr>
            <p:spPr>
              <a:xfrm>
                <a:off x="-1753523" y="2154918"/>
                <a:ext cx="77236" cy="35287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3029" extrusionOk="0">
                    <a:moveTo>
                      <a:pt x="1" y="0"/>
                    </a:moveTo>
                    <a:lnTo>
                      <a:pt x="68" y="3028"/>
                    </a:lnTo>
                    <a:lnTo>
                      <a:pt x="662" y="3028"/>
                    </a:lnTo>
                    <a:lnTo>
                      <a:pt x="62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4" name="Google Shape;3264;p67"/>
              <p:cNvSpPr/>
              <p:nvPr/>
            </p:nvSpPr>
            <p:spPr>
              <a:xfrm>
                <a:off x="-1886909" y="2189402"/>
                <a:ext cx="127562" cy="318388"/>
              </a:xfrm>
              <a:custGeom>
                <a:avLst/>
                <a:gdLst/>
                <a:ahLst/>
                <a:cxnLst/>
                <a:rect l="l" t="t" r="r" b="b"/>
                <a:pathLst>
                  <a:path w="1095" h="2733" extrusionOk="0">
                    <a:moveTo>
                      <a:pt x="94" y="1"/>
                    </a:moveTo>
                    <a:lnTo>
                      <a:pt x="0" y="2732"/>
                    </a:lnTo>
                    <a:lnTo>
                      <a:pt x="1095" y="2732"/>
                    </a:lnTo>
                    <a:lnTo>
                      <a:pt x="993" y="77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5" name="Google Shape;3265;p67"/>
              <p:cNvSpPr/>
              <p:nvPr/>
            </p:nvSpPr>
            <p:spPr>
              <a:xfrm>
                <a:off x="-1560842" y="2183577"/>
                <a:ext cx="131639" cy="324213"/>
              </a:xfrm>
              <a:custGeom>
                <a:avLst/>
                <a:gdLst/>
                <a:ahLst/>
                <a:cxnLst/>
                <a:rect l="l" t="t" r="r" b="b"/>
                <a:pathLst>
                  <a:path w="1130" h="2783" extrusionOk="0">
                    <a:moveTo>
                      <a:pt x="1" y="0"/>
                    </a:moveTo>
                    <a:lnTo>
                      <a:pt x="35" y="2782"/>
                    </a:lnTo>
                    <a:lnTo>
                      <a:pt x="1129" y="2782"/>
                    </a:lnTo>
                    <a:lnTo>
                      <a:pt x="1010" y="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6" name="Google Shape;3266;p67"/>
              <p:cNvSpPr/>
              <p:nvPr/>
            </p:nvSpPr>
            <p:spPr>
              <a:xfrm>
                <a:off x="-2000607" y="2469111"/>
                <a:ext cx="78168" cy="23882"/>
              </a:xfrm>
              <a:custGeom>
                <a:avLst/>
                <a:gdLst/>
                <a:ahLst/>
                <a:cxnLst/>
                <a:rect l="l" t="t" r="r" b="b"/>
                <a:pathLst>
                  <a:path w="671" h="205" extrusionOk="0">
                    <a:moveTo>
                      <a:pt x="1" y="1"/>
                    </a:moveTo>
                    <a:lnTo>
                      <a:pt x="1" y="204"/>
                    </a:lnTo>
                    <a:lnTo>
                      <a:pt x="663" y="204"/>
                    </a:lnTo>
                    <a:lnTo>
                      <a:pt x="67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7" name="Google Shape;3267;p67"/>
              <p:cNvSpPr/>
              <p:nvPr/>
            </p:nvSpPr>
            <p:spPr>
              <a:xfrm>
                <a:off x="-1999558" y="2429619"/>
                <a:ext cx="78168" cy="2376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204" extrusionOk="0">
                    <a:moveTo>
                      <a:pt x="9" y="0"/>
                    </a:moveTo>
                    <a:lnTo>
                      <a:pt x="0" y="204"/>
                    </a:lnTo>
                    <a:lnTo>
                      <a:pt x="670" y="204"/>
                    </a:lnTo>
                    <a:lnTo>
                      <a:pt x="67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8" name="Google Shape;3268;p67"/>
              <p:cNvSpPr/>
              <p:nvPr/>
            </p:nvSpPr>
            <p:spPr>
              <a:xfrm>
                <a:off x="-1862212" y="2459209"/>
                <a:ext cx="76188" cy="30755"/>
              </a:xfrm>
              <a:custGeom>
                <a:avLst/>
                <a:gdLst/>
                <a:ahLst/>
                <a:cxnLst/>
                <a:rect l="l" t="t" r="r" b="b"/>
                <a:pathLst>
                  <a:path w="654" h="264" extrusionOk="0">
                    <a:moveTo>
                      <a:pt x="9" y="1"/>
                    </a:moveTo>
                    <a:lnTo>
                      <a:pt x="0" y="264"/>
                    </a:lnTo>
                    <a:lnTo>
                      <a:pt x="645" y="264"/>
                    </a:lnTo>
                    <a:lnTo>
                      <a:pt x="6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9" name="Google Shape;3269;p67"/>
              <p:cNvSpPr/>
              <p:nvPr/>
            </p:nvSpPr>
            <p:spPr>
              <a:xfrm>
                <a:off x="-2006548" y="2169713"/>
                <a:ext cx="87138" cy="20853"/>
              </a:xfrm>
              <a:custGeom>
                <a:avLst/>
                <a:gdLst/>
                <a:ahLst/>
                <a:cxnLst/>
                <a:rect l="l" t="t" r="r" b="b"/>
                <a:pathLst>
                  <a:path w="748" h="179" extrusionOk="0">
                    <a:moveTo>
                      <a:pt x="1" y="0"/>
                    </a:moveTo>
                    <a:lnTo>
                      <a:pt x="1" y="178"/>
                    </a:lnTo>
                    <a:lnTo>
                      <a:pt x="747" y="178"/>
                    </a:lnTo>
                    <a:lnTo>
                      <a:pt x="74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0" name="Google Shape;3270;p67"/>
              <p:cNvSpPr/>
              <p:nvPr/>
            </p:nvSpPr>
            <p:spPr>
              <a:xfrm>
                <a:off x="-1644834" y="2473072"/>
                <a:ext cx="58480" cy="18873"/>
              </a:xfrm>
              <a:custGeom>
                <a:avLst/>
                <a:gdLst/>
                <a:ahLst/>
                <a:cxnLst/>
                <a:rect l="l" t="t" r="r" b="b"/>
                <a:pathLst>
                  <a:path w="502" h="162" extrusionOk="0">
                    <a:moveTo>
                      <a:pt x="9" y="1"/>
                    </a:moveTo>
                    <a:lnTo>
                      <a:pt x="1" y="162"/>
                    </a:lnTo>
                    <a:lnTo>
                      <a:pt x="493" y="162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1" name="Google Shape;3271;p67"/>
              <p:cNvSpPr/>
              <p:nvPr/>
            </p:nvSpPr>
            <p:spPr>
              <a:xfrm>
                <a:off x="-1732787" y="2452336"/>
                <a:ext cx="46598" cy="44619"/>
              </a:xfrm>
              <a:custGeom>
                <a:avLst/>
                <a:gdLst/>
                <a:ahLst/>
                <a:cxnLst/>
                <a:rect l="l" t="t" r="r" b="b"/>
                <a:pathLst>
                  <a:path w="400" h="383" extrusionOk="0">
                    <a:moveTo>
                      <a:pt x="399" y="0"/>
                    </a:moveTo>
                    <a:lnTo>
                      <a:pt x="1" y="17"/>
                    </a:lnTo>
                    <a:lnTo>
                      <a:pt x="1" y="382"/>
                    </a:lnTo>
                    <a:lnTo>
                      <a:pt x="399" y="365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2" name="Google Shape;3272;p67"/>
              <p:cNvSpPr/>
              <p:nvPr/>
            </p:nvSpPr>
            <p:spPr>
              <a:xfrm>
                <a:off x="-1533117" y="2202333"/>
                <a:ext cx="68266" cy="3669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315" extrusionOk="0">
                    <a:moveTo>
                      <a:pt x="9" y="0"/>
                    </a:moveTo>
                    <a:lnTo>
                      <a:pt x="0" y="314"/>
                    </a:lnTo>
                    <a:lnTo>
                      <a:pt x="586" y="314"/>
                    </a:lnTo>
                    <a:lnTo>
                      <a:pt x="58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3" name="Google Shape;3273;p67"/>
              <p:cNvSpPr/>
              <p:nvPr/>
            </p:nvSpPr>
            <p:spPr>
              <a:xfrm>
                <a:off x="-1412546" y="2173674"/>
                <a:ext cx="55452" cy="38677"/>
              </a:xfrm>
              <a:custGeom>
                <a:avLst/>
                <a:gdLst/>
                <a:ahLst/>
                <a:cxnLst/>
                <a:rect l="l" t="t" r="r" b="b"/>
                <a:pathLst>
                  <a:path w="476" h="332" extrusionOk="0">
                    <a:moveTo>
                      <a:pt x="9" y="0"/>
                    </a:moveTo>
                    <a:lnTo>
                      <a:pt x="0" y="306"/>
                    </a:lnTo>
                    <a:lnTo>
                      <a:pt x="467" y="331"/>
                    </a:lnTo>
                    <a:lnTo>
                      <a:pt x="475" y="17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4" name="Google Shape;3274;p67"/>
              <p:cNvSpPr/>
              <p:nvPr/>
            </p:nvSpPr>
            <p:spPr>
              <a:xfrm>
                <a:off x="-2153796" y="2449307"/>
                <a:ext cx="68383" cy="38677"/>
              </a:xfrm>
              <a:custGeom>
                <a:avLst/>
                <a:gdLst/>
                <a:ahLst/>
                <a:cxnLst/>
                <a:rect l="l" t="t" r="r" b="b"/>
                <a:pathLst>
                  <a:path w="587" h="332" extrusionOk="0">
                    <a:moveTo>
                      <a:pt x="586" y="1"/>
                    </a:moveTo>
                    <a:lnTo>
                      <a:pt x="9" y="26"/>
                    </a:lnTo>
                    <a:lnTo>
                      <a:pt x="1" y="332"/>
                    </a:lnTo>
                    <a:lnTo>
                      <a:pt x="578" y="306"/>
                    </a:lnTo>
                    <a:lnTo>
                      <a:pt x="5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5" name="Google Shape;3275;p67"/>
              <p:cNvSpPr/>
              <p:nvPr/>
            </p:nvSpPr>
            <p:spPr>
              <a:xfrm>
                <a:off x="-2172552" y="2174606"/>
                <a:ext cx="87138" cy="37745"/>
              </a:xfrm>
              <a:custGeom>
                <a:avLst/>
                <a:gdLst/>
                <a:ahLst/>
                <a:cxnLst/>
                <a:rect l="l" t="t" r="r" b="b"/>
                <a:pathLst>
                  <a:path w="748" h="324" extrusionOk="0">
                    <a:moveTo>
                      <a:pt x="747" y="1"/>
                    </a:moveTo>
                    <a:lnTo>
                      <a:pt x="9" y="18"/>
                    </a:lnTo>
                    <a:lnTo>
                      <a:pt x="1" y="323"/>
                    </a:lnTo>
                    <a:lnTo>
                      <a:pt x="739" y="315"/>
                    </a:lnTo>
                    <a:lnTo>
                      <a:pt x="74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6" name="Google Shape;3276;p67"/>
              <p:cNvSpPr/>
              <p:nvPr/>
            </p:nvSpPr>
            <p:spPr>
              <a:xfrm>
                <a:off x="-1542087" y="2466199"/>
                <a:ext cx="90051" cy="27726"/>
              </a:xfrm>
              <a:custGeom>
                <a:avLst/>
                <a:gdLst/>
                <a:ahLst/>
                <a:cxnLst/>
                <a:rect l="l" t="t" r="r" b="b"/>
                <a:pathLst>
                  <a:path w="773" h="238" extrusionOk="0">
                    <a:moveTo>
                      <a:pt x="1" y="0"/>
                    </a:moveTo>
                    <a:lnTo>
                      <a:pt x="18" y="238"/>
                    </a:lnTo>
                    <a:lnTo>
                      <a:pt x="773" y="238"/>
                    </a:lnTo>
                    <a:lnTo>
                      <a:pt x="76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7" name="Google Shape;3277;p67"/>
              <p:cNvSpPr/>
              <p:nvPr/>
            </p:nvSpPr>
            <p:spPr>
              <a:xfrm>
                <a:off x="-1407653" y="2425658"/>
                <a:ext cx="68266" cy="73277"/>
              </a:xfrm>
              <a:custGeom>
                <a:avLst/>
                <a:gdLst/>
                <a:ahLst/>
                <a:cxnLst/>
                <a:rect l="l" t="t" r="r" b="b"/>
                <a:pathLst>
                  <a:path w="586" h="629" extrusionOk="0">
                    <a:moveTo>
                      <a:pt x="1" y="0"/>
                    </a:moveTo>
                    <a:lnTo>
                      <a:pt x="9" y="628"/>
                    </a:lnTo>
                    <a:lnTo>
                      <a:pt x="586" y="628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78" name="Google Shape;3278;p67"/>
          <p:cNvGrpSpPr/>
          <p:nvPr/>
        </p:nvGrpSpPr>
        <p:grpSpPr>
          <a:xfrm rot="-1153778" flipH="1">
            <a:off x="8050298" y="3485411"/>
            <a:ext cx="947102" cy="501415"/>
            <a:chOff x="-1074225" y="4512538"/>
            <a:chExt cx="714950" cy="378500"/>
          </a:xfrm>
        </p:grpSpPr>
        <p:sp>
          <p:nvSpPr>
            <p:cNvPr id="3279" name="Google Shape;3279;p67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67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67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67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67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67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67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67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67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67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67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6" name="Google Shape;2346;p63"/>
          <p:cNvSpPr txBox="1">
            <a:spLocks noGrp="1"/>
          </p:cNvSpPr>
          <p:nvPr>
            <p:ph type="title" idx="21"/>
          </p:nvPr>
        </p:nvSpPr>
        <p:spPr>
          <a:xfrm>
            <a:off x="720000" y="539500"/>
            <a:ext cx="77040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Arquitectura de Folders</a:t>
            </a:r>
            <a:endParaRPr dirty="0"/>
          </a:p>
        </p:txBody>
      </p:sp>
      <p:sp>
        <p:nvSpPr>
          <p:cNvPr id="2354" name="Google Shape;2354;p63"/>
          <p:cNvSpPr txBox="1">
            <a:spLocks noGrp="1"/>
          </p:cNvSpPr>
          <p:nvPr>
            <p:ph type="subTitle" idx="13"/>
          </p:nvPr>
        </p:nvSpPr>
        <p:spPr>
          <a:xfrm>
            <a:off x="3884445" y="1415387"/>
            <a:ext cx="2247600" cy="28505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050" dirty="0"/>
              <a:t>JSP (</a:t>
            </a:r>
            <a:r>
              <a:rPr lang="es-MX" sz="1050" dirty="0" err="1"/>
              <a:t>JavaServer</a:t>
            </a:r>
            <a:r>
              <a:rPr lang="es-MX" sz="1050" dirty="0"/>
              <a:t> Pages) ofrece una integración fluida con Java, permitiendo la creación de páginas web dinámicas mediante la inclusión de código Java directamente en el marcado HTML.</a:t>
            </a:r>
          </a:p>
        </p:txBody>
      </p:sp>
      <p:grpSp>
        <p:nvGrpSpPr>
          <p:cNvPr id="2359" name="Google Shape;2359;p63"/>
          <p:cNvGrpSpPr/>
          <p:nvPr/>
        </p:nvGrpSpPr>
        <p:grpSpPr>
          <a:xfrm>
            <a:off x="6750591" y="607857"/>
            <a:ext cx="1916494" cy="5028825"/>
            <a:chOff x="11317416" y="448182"/>
            <a:chExt cx="1916494" cy="5028825"/>
          </a:xfrm>
        </p:grpSpPr>
        <p:sp>
          <p:nvSpPr>
            <p:cNvPr id="2360" name="Google Shape;2360;p63"/>
            <p:cNvSpPr/>
            <p:nvPr/>
          </p:nvSpPr>
          <p:spPr>
            <a:xfrm>
              <a:off x="12055208" y="448182"/>
              <a:ext cx="440921" cy="398781"/>
            </a:xfrm>
            <a:custGeom>
              <a:avLst/>
              <a:gdLst/>
              <a:ahLst/>
              <a:cxnLst/>
              <a:rect l="l" t="t" r="r" b="b"/>
              <a:pathLst>
                <a:path w="3275" h="2962" extrusionOk="0">
                  <a:moveTo>
                    <a:pt x="1641" y="0"/>
                  </a:moveTo>
                  <a:cubicBezTo>
                    <a:pt x="1514" y="0"/>
                    <a:pt x="1384" y="17"/>
                    <a:pt x="1256" y="51"/>
                  </a:cubicBezTo>
                  <a:cubicBezTo>
                    <a:pt x="467" y="264"/>
                    <a:pt x="0" y="1078"/>
                    <a:pt x="212" y="1867"/>
                  </a:cubicBezTo>
                  <a:cubicBezTo>
                    <a:pt x="390" y="2527"/>
                    <a:pt x="983" y="2961"/>
                    <a:pt x="1634" y="2961"/>
                  </a:cubicBezTo>
                  <a:cubicBezTo>
                    <a:pt x="1761" y="2961"/>
                    <a:pt x="1890" y="2945"/>
                    <a:pt x="2019" y="2910"/>
                  </a:cubicBezTo>
                  <a:cubicBezTo>
                    <a:pt x="2808" y="2698"/>
                    <a:pt x="3275" y="1884"/>
                    <a:pt x="3062" y="1095"/>
                  </a:cubicBezTo>
                  <a:cubicBezTo>
                    <a:pt x="2885" y="435"/>
                    <a:pt x="2292" y="0"/>
                    <a:pt x="16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63"/>
            <p:cNvSpPr/>
            <p:nvPr/>
          </p:nvSpPr>
          <p:spPr>
            <a:xfrm>
              <a:off x="12092905" y="472416"/>
              <a:ext cx="365527" cy="330119"/>
            </a:xfrm>
            <a:custGeom>
              <a:avLst/>
              <a:gdLst/>
              <a:ahLst/>
              <a:cxnLst/>
              <a:rect l="l" t="t" r="r" b="b"/>
              <a:pathLst>
                <a:path w="2715" h="2452" extrusionOk="0">
                  <a:moveTo>
                    <a:pt x="1357" y="1"/>
                  </a:moveTo>
                  <a:cubicBezTo>
                    <a:pt x="1253" y="1"/>
                    <a:pt x="1148" y="14"/>
                    <a:pt x="1043" y="41"/>
                  </a:cubicBezTo>
                  <a:cubicBezTo>
                    <a:pt x="390" y="219"/>
                    <a:pt x="0" y="889"/>
                    <a:pt x="178" y="1543"/>
                  </a:cubicBezTo>
                  <a:cubicBezTo>
                    <a:pt x="327" y="2089"/>
                    <a:pt x="820" y="2451"/>
                    <a:pt x="1354" y="2451"/>
                  </a:cubicBezTo>
                  <a:cubicBezTo>
                    <a:pt x="1459" y="2451"/>
                    <a:pt x="1566" y="2437"/>
                    <a:pt x="1671" y="2408"/>
                  </a:cubicBezTo>
                  <a:cubicBezTo>
                    <a:pt x="2324" y="2230"/>
                    <a:pt x="2715" y="1560"/>
                    <a:pt x="2536" y="906"/>
                  </a:cubicBezTo>
                  <a:cubicBezTo>
                    <a:pt x="2394" y="358"/>
                    <a:pt x="1899" y="1"/>
                    <a:pt x="13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63"/>
            <p:cNvSpPr/>
            <p:nvPr/>
          </p:nvSpPr>
          <p:spPr>
            <a:xfrm>
              <a:off x="12154567" y="501900"/>
              <a:ext cx="242204" cy="241127"/>
            </a:xfrm>
            <a:custGeom>
              <a:avLst/>
              <a:gdLst/>
              <a:ahLst/>
              <a:cxnLst/>
              <a:rect l="l" t="t" r="r" b="b"/>
              <a:pathLst>
                <a:path w="1799" h="1791" extrusionOk="0">
                  <a:moveTo>
                    <a:pt x="899" y="0"/>
                  </a:moveTo>
                  <a:cubicBezTo>
                    <a:pt x="407" y="0"/>
                    <a:pt x="0" y="399"/>
                    <a:pt x="0" y="891"/>
                  </a:cubicBezTo>
                  <a:cubicBezTo>
                    <a:pt x="0" y="1391"/>
                    <a:pt x="407" y="1790"/>
                    <a:pt x="899" y="1790"/>
                  </a:cubicBezTo>
                  <a:cubicBezTo>
                    <a:pt x="1400" y="1790"/>
                    <a:pt x="1799" y="1391"/>
                    <a:pt x="1799" y="891"/>
                  </a:cubicBezTo>
                  <a:cubicBezTo>
                    <a:pt x="1799" y="399"/>
                    <a:pt x="1400" y="0"/>
                    <a:pt x="8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63"/>
            <p:cNvSpPr/>
            <p:nvPr/>
          </p:nvSpPr>
          <p:spPr>
            <a:xfrm>
              <a:off x="12219595" y="523576"/>
              <a:ext cx="112149" cy="112014"/>
            </a:xfrm>
            <a:custGeom>
              <a:avLst/>
              <a:gdLst/>
              <a:ahLst/>
              <a:cxnLst/>
              <a:rect l="l" t="t" r="r" b="b"/>
              <a:pathLst>
                <a:path w="833" h="832" extrusionOk="0">
                  <a:moveTo>
                    <a:pt x="416" y="0"/>
                  </a:moveTo>
                  <a:cubicBezTo>
                    <a:pt x="187" y="0"/>
                    <a:pt x="1" y="187"/>
                    <a:pt x="1" y="416"/>
                  </a:cubicBezTo>
                  <a:cubicBezTo>
                    <a:pt x="1" y="645"/>
                    <a:pt x="187" y="832"/>
                    <a:pt x="416" y="832"/>
                  </a:cubicBezTo>
                  <a:cubicBezTo>
                    <a:pt x="645" y="832"/>
                    <a:pt x="832" y="645"/>
                    <a:pt x="832" y="416"/>
                  </a:cubicBezTo>
                  <a:cubicBezTo>
                    <a:pt x="832" y="187"/>
                    <a:pt x="645" y="0"/>
                    <a:pt x="4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63"/>
            <p:cNvSpPr/>
            <p:nvPr/>
          </p:nvSpPr>
          <p:spPr>
            <a:xfrm>
              <a:off x="11382444" y="627244"/>
              <a:ext cx="1787516" cy="781542"/>
            </a:xfrm>
            <a:custGeom>
              <a:avLst/>
              <a:gdLst/>
              <a:ahLst/>
              <a:cxnLst/>
              <a:rect l="l" t="t" r="r" b="b"/>
              <a:pathLst>
                <a:path w="13277" h="5805" extrusionOk="0">
                  <a:moveTo>
                    <a:pt x="9" y="5804"/>
                  </a:moveTo>
                  <a:lnTo>
                    <a:pt x="1" y="5805"/>
                  </a:lnTo>
                  <a:lnTo>
                    <a:pt x="9" y="5805"/>
                  </a:lnTo>
                  <a:cubicBezTo>
                    <a:pt x="9" y="5804"/>
                    <a:pt x="9" y="5804"/>
                    <a:pt x="9" y="5804"/>
                  </a:cubicBezTo>
                  <a:close/>
                  <a:moveTo>
                    <a:pt x="5303" y="1"/>
                  </a:moveTo>
                  <a:cubicBezTo>
                    <a:pt x="4677" y="1"/>
                    <a:pt x="4007" y="259"/>
                    <a:pt x="3725" y="774"/>
                  </a:cubicBezTo>
                  <a:cubicBezTo>
                    <a:pt x="3614" y="978"/>
                    <a:pt x="3538" y="1190"/>
                    <a:pt x="3496" y="1385"/>
                  </a:cubicBezTo>
                  <a:cubicBezTo>
                    <a:pt x="3402" y="1775"/>
                    <a:pt x="3428" y="2098"/>
                    <a:pt x="3436" y="2216"/>
                  </a:cubicBezTo>
                  <a:lnTo>
                    <a:pt x="3436" y="2225"/>
                  </a:lnTo>
                  <a:cubicBezTo>
                    <a:pt x="3436" y="2233"/>
                    <a:pt x="3436" y="2233"/>
                    <a:pt x="3436" y="2242"/>
                  </a:cubicBezTo>
                  <a:cubicBezTo>
                    <a:pt x="3436" y="2242"/>
                    <a:pt x="3436" y="2250"/>
                    <a:pt x="3445" y="2250"/>
                  </a:cubicBezTo>
                  <a:cubicBezTo>
                    <a:pt x="3445" y="2250"/>
                    <a:pt x="3445" y="2259"/>
                    <a:pt x="3445" y="2259"/>
                  </a:cubicBezTo>
                  <a:lnTo>
                    <a:pt x="3445" y="2267"/>
                  </a:lnTo>
                  <a:cubicBezTo>
                    <a:pt x="3445" y="2267"/>
                    <a:pt x="3203" y="1704"/>
                    <a:pt x="2582" y="1704"/>
                  </a:cubicBezTo>
                  <a:cubicBezTo>
                    <a:pt x="2449" y="1704"/>
                    <a:pt x="2299" y="1729"/>
                    <a:pt x="2130" y="1792"/>
                  </a:cubicBezTo>
                  <a:cubicBezTo>
                    <a:pt x="1595" y="1987"/>
                    <a:pt x="1383" y="2369"/>
                    <a:pt x="1307" y="2658"/>
                  </a:cubicBezTo>
                  <a:cubicBezTo>
                    <a:pt x="1299" y="2692"/>
                    <a:pt x="1299" y="2717"/>
                    <a:pt x="1290" y="2751"/>
                  </a:cubicBezTo>
                  <a:cubicBezTo>
                    <a:pt x="1290" y="2751"/>
                    <a:pt x="1290" y="2759"/>
                    <a:pt x="1290" y="2768"/>
                  </a:cubicBezTo>
                  <a:cubicBezTo>
                    <a:pt x="1282" y="2785"/>
                    <a:pt x="1282" y="2810"/>
                    <a:pt x="1282" y="2827"/>
                  </a:cubicBezTo>
                  <a:cubicBezTo>
                    <a:pt x="1282" y="2836"/>
                    <a:pt x="1282" y="2844"/>
                    <a:pt x="1282" y="2853"/>
                  </a:cubicBezTo>
                  <a:cubicBezTo>
                    <a:pt x="1282" y="2870"/>
                    <a:pt x="1282" y="2887"/>
                    <a:pt x="1282" y="2904"/>
                  </a:cubicBezTo>
                  <a:lnTo>
                    <a:pt x="1282" y="2921"/>
                  </a:lnTo>
                  <a:cubicBezTo>
                    <a:pt x="1282" y="2938"/>
                    <a:pt x="1282" y="2954"/>
                    <a:pt x="1282" y="2971"/>
                  </a:cubicBezTo>
                  <a:cubicBezTo>
                    <a:pt x="1282" y="2954"/>
                    <a:pt x="1273" y="2929"/>
                    <a:pt x="1273" y="2904"/>
                  </a:cubicBezTo>
                  <a:cubicBezTo>
                    <a:pt x="1273" y="2904"/>
                    <a:pt x="1265" y="2895"/>
                    <a:pt x="1265" y="2895"/>
                  </a:cubicBezTo>
                  <a:cubicBezTo>
                    <a:pt x="1265" y="2870"/>
                    <a:pt x="1256" y="2844"/>
                    <a:pt x="1248" y="2819"/>
                  </a:cubicBezTo>
                  <a:cubicBezTo>
                    <a:pt x="1248" y="2819"/>
                    <a:pt x="1248" y="2810"/>
                    <a:pt x="1248" y="2810"/>
                  </a:cubicBezTo>
                  <a:cubicBezTo>
                    <a:pt x="1239" y="2785"/>
                    <a:pt x="1231" y="2751"/>
                    <a:pt x="1222" y="2725"/>
                  </a:cubicBezTo>
                  <a:cubicBezTo>
                    <a:pt x="1222" y="2717"/>
                    <a:pt x="1222" y="2717"/>
                    <a:pt x="1222" y="2717"/>
                  </a:cubicBezTo>
                  <a:cubicBezTo>
                    <a:pt x="1129" y="2335"/>
                    <a:pt x="925" y="1767"/>
                    <a:pt x="603" y="1767"/>
                  </a:cubicBezTo>
                  <a:cubicBezTo>
                    <a:pt x="145" y="1767"/>
                    <a:pt x="18" y="3090"/>
                    <a:pt x="9" y="5304"/>
                  </a:cubicBezTo>
                  <a:lnTo>
                    <a:pt x="9" y="5338"/>
                  </a:lnTo>
                  <a:cubicBezTo>
                    <a:pt x="9" y="5491"/>
                    <a:pt x="9" y="5643"/>
                    <a:pt x="9" y="5804"/>
                  </a:cubicBezTo>
                  <a:lnTo>
                    <a:pt x="9" y="5804"/>
                  </a:lnTo>
                  <a:lnTo>
                    <a:pt x="6626" y="5050"/>
                  </a:lnTo>
                  <a:lnTo>
                    <a:pt x="13277" y="5805"/>
                  </a:lnTo>
                  <a:cubicBezTo>
                    <a:pt x="13277" y="5644"/>
                    <a:pt x="13277" y="5491"/>
                    <a:pt x="13277" y="5338"/>
                  </a:cubicBezTo>
                  <a:lnTo>
                    <a:pt x="13277" y="5296"/>
                  </a:lnTo>
                  <a:cubicBezTo>
                    <a:pt x="13277" y="5160"/>
                    <a:pt x="13268" y="5024"/>
                    <a:pt x="13268" y="4889"/>
                  </a:cubicBezTo>
                  <a:lnTo>
                    <a:pt x="13268" y="4872"/>
                  </a:lnTo>
                  <a:cubicBezTo>
                    <a:pt x="13243" y="2921"/>
                    <a:pt x="13107" y="1767"/>
                    <a:pt x="12674" y="1767"/>
                  </a:cubicBezTo>
                  <a:cubicBezTo>
                    <a:pt x="12377" y="1767"/>
                    <a:pt x="12191" y="2233"/>
                    <a:pt x="12080" y="2607"/>
                  </a:cubicBezTo>
                  <a:cubicBezTo>
                    <a:pt x="12072" y="2641"/>
                    <a:pt x="12063" y="2675"/>
                    <a:pt x="12055" y="2708"/>
                  </a:cubicBezTo>
                  <a:cubicBezTo>
                    <a:pt x="12055" y="2717"/>
                    <a:pt x="12047" y="2717"/>
                    <a:pt x="12047" y="2725"/>
                  </a:cubicBezTo>
                  <a:cubicBezTo>
                    <a:pt x="12038" y="2751"/>
                    <a:pt x="12038" y="2785"/>
                    <a:pt x="12030" y="2810"/>
                  </a:cubicBezTo>
                  <a:lnTo>
                    <a:pt x="12021" y="2827"/>
                  </a:lnTo>
                  <a:cubicBezTo>
                    <a:pt x="12021" y="2853"/>
                    <a:pt x="12013" y="2870"/>
                    <a:pt x="12013" y="2895"/>
                  </a:cubicBezTo>
                  <a:cubicBezTo>
                    <a:pt x="12013" y="2904"/>
                    <a:pt x="12004" y="2904"/>
                    <a:pt x="12004" y="2912"/>
                  </a:cubicBezTo>
                  <a:cubicBezTo>
                    <a:pt x="12004" y="2932"/>
                    <a:pt x="11999" y="2947"/>
                    <a:pt x="11993" y="2960"/>
                  </a:cubicBezTo>
                  <a:lnTo>
                    <a:pt x="11993" y="2960"/>
                  </a:lnTo>
                  <a:cubicBezTo>
                    <a:pt x="11996" y="2949"/>
                    <a:pt x="11996" y="2933"/>
                    <a:pt x="11996" y="2921"/>
                  </a:cubicBezTo>
                  <a:lnTo>
                    <a:pt x="11996" y="2904"/>
                  </a:lnTo>
                  <a:cubicBezTo>
                    <a:pt x="11996" y="2887"/>
                    <a:pt x="11996" y="2870"/>
                    <a:pt x="11996" y="2853"/>
                  </a:cubicBezTo>
                  <a:cubicBezTo>
                    <a:pt x="11996" y="2844"/>
                    <a:pt x="11996" y="2836"/>
                    <a:pt x="11996" y="2827"/>
                  </a:cubicBezTo>
                  <a:cubicBezTo>
                    <a:pt x="11996" y="2810"/>
                    <a:pt x="11987" y="2785"/>
                    <a:pt x="11987" y="2768"/>
                  </a:cubicBezTo>
                  <a:cubicBezTo>
                    <a:pt x="11987" y="2759"/>
                    <a:pt x="11987" y="2751"/>
                    <a:pt x="11987" y="2751"/>
                  </a:cubicBezTo>
                  <a:cubicBezTo>
                    <a:pt x="11979" y="2717"/>
                    <a:pt x="11970" y="2692"/>
                    <a:pt x="11962" y="2658"/>
                  </a:cubicBezTo>
                  <a:cubicBezTo>
                    <a:pt x="11894" y="2361"/>
                    <a:pt x="11682" y="1987"/>
                    <a:pt x="11139" y="1792"/>
                  </a:cubicBezTo>
                  <a:cubicBezTo>
                    <a:pt x="10970" y="1729"/>
                    <a:pt x="10819" y="1704"/>
                    <a:pt x="10686" y="1704"/>
                  </a:cubicBezTo>
                  <a:cubicBezTo>
                    <a:pt x="10066" y="1704"/>
                    <a:pt x="9824" y="2267"/>
                    <a:pt x="9824" y="2267"/>
                  </a:cubicBezTo>
                  <a:lnTo>
                    <a:pt x="9824" y="2259"/>
                  </a:lnTo>
                  <a:cubicBezTo>
                    <a:pt x="9824" y="2259"/>
                    <a:pt x="9824" y="2250"/>
                    <a:pt x="9824" y="2250"/>
                  </a:cubicBezTo>
                  <a:cubicBezTo>
                    <a:pt x="9824" y="2250"/>
                    <a:pt x="9824" y="2242"/>
                    <a:pt x="9824" y="2242"/>
                  </a:cubicBezTo>
                  <a:cubicBezTo>
                    <a:pt x="9824" y="2233"/>
                    <a:pt x="9832" y="2233"/>
                    <a:pt x="9832" y="2225"/>
                  </a:cubicBezTo>
                  <a:lnTo>
                    <a:pt x="9832" y="2216"/>
                  </a:lnTo>
                  <a:cubicBezTo>
                    <a:pt x="9841" y="2098"/>
                    <a:pt x="9866" y="1775"/>
                    <a:pt x="9773" y="1385"/>
                  </a:cubicBezTo>
                  <a:cubicBezTo>
                    <a:pt x="9731" y="1190"/>
                    <a:pt x="9654" y="978"/>
                    <a:pt x="9536" y="774"/>
                  </a:cubicBezTo>
                  <a:cubicBezTo>
                    <a:pt x="9254" y="259"/>
                    <a:pt x="8584" y="1"/>
                    <a:pt x="7957" y="1"/>
                  </a:cubicBezTo>
                  <a:cubicBezTo>
                    <a:pt x="7604" y="1"/>
                    <a:pt x="7264" y="83"/>
                    <a:pt x="7016" y="248"/>
                  </a:cubicBezTo>
                  <a:cubicBezTo>
                    <a:pt x="6982" y="274"/>
                    <a:pt x="6957" y="291"/>
                    <a:pt x="6931" y="316"/>
                  </a:cubicBezTo>
                  <a:cubicBezTo>
                    <a:pt x="6906" y="342"/>
                    <a:pt x="6880" y="359"/>
                    <a:pt x="6855" y="384"/>
                  </a:cubicBezTo>
                  <a:lnTo>
                    <a:pt x="6855" y="393"/>
                  </a:lnTo>
                  <a:cubicBezTo>
                    <a:pt x="6829" y="410"/>
                    <a:pt x="6804" y="435"/>
                    <a:pt x="6787" y="460"/>
                  </a:cubicBezTo>
                  <a:cubicBezTo>
                    <a:pt x="6787" y="460"/>
                    <a:pt x="6787" y="469"/>
                    <a:pt x="6787" y="469"/>
                  </a:cubicBezTo>
                  <a:cubicBezTo>
                    <a:pt x="6770" y="494"/>
                    <a:pt x="6753" y="520"/>
                    <a:pt x="6736" y="545"/>
                  </a:cubicBezTo>
                  <a:cubicBezTo>
                    <a:pt x="6736" y="545"/>
                    <a:pt x="6728" y="554"/>
                    <a:pt x="6728" y="554"/>
                  </a:cubicBezTo>
                  <a:cubicBezTo>
                    <a:pt x="6711" y="579"/>
                    <a:pt x="6702" y="605"/>
                    <a:pt x="6694" y="630"/>
                  </a:cubicBezTo>
                  <a:cubicBezTo>
                    <a:pt x="6685" y="639"/>
                    <a:pt x="6685" y="647"/>
                    <a:pt x="6685" y="656"/>
                  </a:cubicBezTo>
                  <a:cubicBezTo>
                    <a:pt x="6668" y="673"/>
                    <a:pt x="6660" y="707"/>
                    <a:pt x="6660" y="732"/>
                  </a:cubicBezTo>
                  <a:cubicBezTo>
                    <a:pt x="6651" y="740"/>
                    <a:pt x="6651" y="740"/>
                    <a:pt x="6651" y="749"/>
                  </a:cubicBezTo>
                  <a:cubicBezTo>
                    <a:pt x="6643" y="783"/>
                    <a:pt x="6634" y="808"/>
                    <a:pt x="6634" y="834"/>
                  </a:cubicBezTo>
                  <a:cubicBezTo>
                    <a:pt x="6634" y="842"/>
                    <a:pt x="6626" y="842"/>
                    <a:pt x="6626" y="851"/>
                  </a:cubicBezTo>
                  <a:cubicBezTo>
                    <a:pt x="6626" y="842"/>
                    <a:pt x="6626" y="842"/>
                    <a:pt x="6626" y="834"/>
                  </a:cubicBezTo>
                  <a:cubicBezTo>
                    <a:pt x="6626" y="808"/>
                    <a:pt x="6617" y="783"/>
                    <a:pt x="6609" y="749"/>
                  </a:cubicBezTo>
                  <a:cubicBezTo>
                    <a:pt x="6609" y="740"/>
                    <a:pt x="6609" y="740"/>
                    <a:pt x="6600" y="732"/>
                  </a:cubicBezTo>
                  <a:cubicBezTo>
                    <a:pt x="6592" y="698"/>
                    <a:pt x="6583" y="673"/>
                    <a:pt x="6575" y="647"/>
                  </a:cubicBezTo>
                  <a:cubicBezTo>
                    <a:pt x="6575" y="647"/>
                    <a:pt x="6575" y="639"/>
                    <a:pt x="6566" y="630"/>
                  </a:cubicBezTo>
                  <a:cubicBezTo>
                    <a:pt x="6558" y="605"/>
                    <a:pt x="6550" y="579"/>
                    <a:pt x="6533" y="554"/>
                  </a:cubicBezTo>
                  <a:cubicBezTo>
                    <a:pt x="6533" y="554"/>
                    <a:pt x="6524" y="545"/>
                    <a:pt x="6524" y="545"/>
                  </a:cubicBezTo>
                  <a:cubicBezTo>
                    <a:pt x="6507" y="520"/>
                    <a:pt x="6490" y="494"/>
                    <a:pt x="6473" y="469"/>
                  </a:cubicBezTo>
                  <a:cubicBezTo>
                    <a:pt x="6473" y="469"/>
                    <a:pt x="6473" y="460"/>
                    <a:pt x="6473" y="460"/>
                  </a:cubicBezTo>
                  <a:cubicBezTo>
                    <a:pt x="6448" y="435"/>
                    <a:pt x="6431" y="410"/>
                    <a:pt x="6405" y="384"/>
                  </a:cubicBezTo>
                  <a:cubicBezTo>
                    <a:pt x="6380" y="359"/>
                    <a:pt x="6354" y="342"/>
                    <a:pt x="6329" y="316"/>
                  </a:cubicBezTo>
                  <a:cubicBezTo>
                    <a:pt x="6304" y="291"/>
                    <a:pt x="6270" y="274"/>
                    <a:pt x="6244" y="248"/>
                  </a:cubicBezTo>
                  <a:cubicBezTo>
                    <a:pt x="5996" y="83"/>
                    <a:pt x="5657" y="1"/>
                    <a:pt x="53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63"/>
            <p:cNvSpPr/>
            <p:nvPr/>
          </p:nvSpPr>
          <p:spPr>
            <a:xfrm>
              <a:off x="11382444" y="648786"/>
              <a:ext cx="893287" cy="781676"/>
            </a:xfrm>
            <a:custGeom>
              <a:avLst/>
              <a:gdLst/>
              <a:ahLst/>
              <a:cxnLst/>
              <a:rect l="l" t="t" r="r" b="b"/>
              <a:pathLst>
                <a:path w="6635" h="5806" extrusionOk="0">
                  <a:moveTo>
                    <a:pt x="5298" y="0"/>
                  </a:moveTo>
                  <a:cubicBezTo>
                    <a:pt x="4673" y="0"/>
                    <a:pt x="4006" y="261"/>
                    <a:pt x="3725" y="776"/>
                  </a:cubicBezTo>
                  <a:cubicBezTo>
                    <a:pt x="3309" y="1522"/>
                    <a:pt x="3436" y="2269"/>
                    <a:pt x="3436" y="2269"/>
                  </a:cubicBezTo>
                  <a:cubicBezTo>
                    <a:pt x="3436" y="2269"/>
                    <a:pt x="3193" y="1700"/>
                    <a:pt x="2571" y="1700"/>
                  </a:cubicBezTo>
                  <a:cubicBezTo>
                    <a:pt x="2441" y="1700"/>
                    <a:pt x="2294" y="1725"/>
                    <a:pt x="2130" y="1785"/>
                  </a:cubicBezTo>
                  <a:cubicBezTo>
                    <a:pt x="1341" y="2073"/>
                    <a:pt x="1248" y="2752"/>
                    <a:pt x="1282" y="2973"/>
                  </a:cubicBezTo>
                  <a:cubicBezTo>
                    <a:pt x="1222" y="2701"/>
                    <a:pt x="1019" y="1768"/>
                    <a:pt x="594" y="1768"/>
                  </a:cubicBezTo>
                  <a:cubicBezTo>
                    <a:pt x="102" y="1768"/>
                    <a:pt x="1" y="3287"/>
                    <a:pt x="1" y="5806"/>
                  </a:cubicBezTo>
                  <a:lnTo>
                    <a:pt x="6634" y="5042"/>
                  </a:lnTo>
                  <a:lnTo>
                    <a:pt x="6634" y="979"/>
                  </a:lnTo>
                  <a:cubicBezTo>
                    <a:pt x="6634" y="323"/>
                    <a:pt x="5993" y="0"/>
                    <a:pt x="52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63"/>
            <p:cNvSpPr/>
            <p:nvPr/>
          </p:nvSpPr>
          <p:spPr>
            <a:xfrm>
              <a:off x="11382444" y="667500"/>
              <a:ext cx="903519" cy="762962"/>
            </a:xfrm>
            <a:custGeom>
              <a:avLst/>
              <a:gdLst/>
              <a:ahLst/>
              <a:cxnLst/>
              <a:rect l="l" t="t" r="r" b="b"/>
              <a:pathLst>
                <a:path w="6711" h="5667" extrusionOk="0">
                  <a:moveTo>
                    <a:pt x="6236" y="0"/>
                  </a:moveTo>
                  <a:cubicBezTo>
                    <a:pt x="6651" y="492"/>
                    <a:pt x="6711" y="1349"/>
                    <a:pt x="6346" y="1960"/>
                  </a:cubicBezTo>
                  <a:cubicBezTo>
                    <a:pt x="6037" y="2475"/>
                    <a:pt x="5501" y="2762"/>
                    <a:pt x="4966" y="2762"/>
                  </a:cubicBezTo>
                  <a:cubicBezTo>
                    <a:pt x="4707" y="2762"/>
                    <a:pt x="4449" y="2695"/>
                    <a:pt x="4217" y="2554"/>
                  </a:cubicBezTo>
                  <a:cubicBezTo>
                    <a:pt x="3725" y="2257"/>
                    <a:pt x="3470" y="1705"/>
                    <a:pt x="3513" y="1146"/>
                  </a:cubicBezTo>
                  <a:lnTo>
                    <a:pt x="3513" y="1146"/>
                  </a:lnTo>
                  <a:cubicBezTo>
                    <a:pt x="3360" y="1688"/>
                    <a:pt x="3436" y="2121"/>
                    <a:pt x="3436" y="2121"/>
                  </a:cubicBezTo>
                  <a:cubicBezTo>
                    <a:pt x="3436" y="2121"/>
                    <a:pt x="3402" y="2036"/>
                    <a:pt x="3317" y="1926"/>
                  </a:cubicBezTo>
                  <a:lnTo>
                    <a:pt x="3317" y="1926"/>
                  </a:lnTo>
                  <a:cubicBezTo>
                    <a:pt x="3377" y="2070"/>
                    <a:pt x="3419" y="2223"/>
                    <a:pt x="3419" y="2393"/>
                  </a:cubicBezTo>
                  <a:cubicBezTo>
                    <a:pt x="3419" y="2978"/>
                    <a:pt x="2944" y="3453"/>
                    <a:pt x="2359" y="3453"/>
                  </a:cubicBezTo>
                  <a:cubicBezTo>
                    <a:pt x="1816" y="3453"/>
                    <a:pt x="1366" y="3046"/>
                    <a:pt x="1307" y="2520"/>
                  </a:cubicBezTo>
                  <a:cubicBezTo>
                    <a:pt x="1273" y="2655"/>
                    <a:pt x="1273" y="2766"/>
                    <a:pt x="1282" y="2834"/>
                  </a:cubicBezTo>
                  <a:cubicBezTo>
                    <a:pt x="1248" y="2672"/>
                    <a:pt x="1163" y="2299"/>
                    <a:pt x="1019" y="2002"/>
                  </a:cubicBezTo>
                  <a:lnTo>
                    <a:pt x="1019" y="2002"/>
                  </a:lnTo>
                  <a:cubicBezTo>
                    <a:pt x="1086" y="2214"/>
                    <a:pt x="1129" y="2486"/>
                    <a:pt x="1129" y="2783"/>
                  </a:cubicBezTo>
                  <a:cubicBezTo>
                    <a:pt x="1129" y="3470"/>
                    <a:pt x="900" y="4030"/>
                    <a:pt x="620" y="4030"/>
                  </a:cubicBezTo>
                  <a:cubicBezTo>
                    <a:pt x="348" y="4030"/>
                    <a:pt x="119" y="3470"/>
                    <a:pt x="119" y="2783"/>
                  </a:cubicBezTo>
                  <a:cubicBezTo>
                    <a:pt x="119" y="2740"/>
                    <a:pt x="119" y="2698"/>
                    <a:pt x="119" y="2655"/>
                  </a:cubicBezTo>
                  <a:cubicBezTo>
                    <a:pt x="26" y="3351"/>
                    <a:pt x="1" y="4378"/>
                    <a:pt x="1" y="5667"/>
                  </a:cubicBezTo>
                  <a:lnTo>
                    <a:pt x="6600" y="4912"/>
                  </a:lnTo>
                  <a:lnTo>
                    <a:pt x="662" y="5158"/>
                  </a:lnTo>
                  <a:cubicBezTo>
                    <a:pt x="162" y="4742"/>
                    <a:pt x="247" y="4216"/>
                    <a:pt x="247" y="4216"/>
                  </a:cubicBezTo>
                  <a:lnTo>
                    <a:pt x="247" y="4216"/>
                  </a:lnTo>
                  <a:cubicBezTo>
                    <a:pt x="393" y="4310"/>
                    <a:pt x="531" y="4347"/>
                    <a:pt x="656" y="4347"/>
                  </a:cubicBezTo>
                  <a:cubicBezTo>
                    <a:pt x="1099" y="4347"/>
                    <a:pt x="1392" y="3894"/>
                    <a:pt x="1392" y="3894"/>
                  </a:cubicBezTo>
                  <a:cubicBezTo>
                    <a:pt x="1231" y="3648"/>
                    <a:pt x="1349" y="3266"/>
                    <a:pt x="1349" y="3266"/>
                  </a:cubicBezTo>
                  <a:lnTo>
                    <a:pt x="1349" y="3266"/>
                  </a:lnTo>
                  <a:cubicBezTo>
                    <a:pt x="1349" y="3266"/>
                    <a:pt x="1392" y="3538"/>
                    <a:pt x="2020" y="3784"/>
                  </a:cubicBezTo>
                  <a:cubicBezTo>
                    <a:pt x="2186" y="3849"/>
                    <a:pt x="2351" y="3875"/>
                    <a:pt x="2509" y="3875"/>
                  </a:cubicBezTo>
                  <a:cubicBezTo>
                    <a:pt x="3171" y="3875"/>
                    <a:pt x="3708" y="3410"/>
                    <a:pt x="3708" y="3410"/>
                  </a:cubicBezTo>
                  <a:cubicBezTo>
                    <a:pt x="3606" y="3207"/>
                    <a:pt x="3716" y="2664"/>
                    <a:pt x="3716" y="2664"/>
                  </a:cubicBezTo>
                  <a:cubicBezTo>
                    <a:pt x="3716" y="2664"/>
                    <a:pt x="3954" y="3046"/>
                    <a:pt x="4921" y="3148"/>
                  </a:cubicBezTo>
                  <a:cubicBezTo>
                    <a:pt x="4964" y="3152"/>
                    <a:pt x="5007" y="3154"/>
                    <a:pt x="5049" y="3154"/>
                  </a:cubicBezTo>
                  <a:cubicBezTo>
                    <a:pt x="5812" y="3154"/>
                    <a:pt x="6483" y="2466"/>
                    <a:pt x="6668" y="2257"/>
                  </a:cubicBezTo>
                  <a:cubicBezTo>
                    <a:pt x="6668" y="1799"/>
                    <a:pt x="6634" y="1256"/>
                    <a:pt x="6634" y="755"/>
                  </a:cubicBezTo>
                  <a:cubicBezTo>
                    <a:pt x="6634" y="433"/>
                    <a:pt x="6482" y="161"/>
                    <a:pt x="62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63"/>
            <p:cNvSpPr/>
            <p:nvPr/>
          </p:nvSpPr>
          <p:spPr>
            <a:xfrm>
              <a:off x="12273314" y="648786"/>
              <a:ext cx="896652" cy="781676"/>
            </a:xfrm>
            <a:custGeom>
              <a:avLst/>
              <a:gdLst/>
              <a:ahLst/>
              <a:cxnLst/>
              <a:rect l="l" t="t" r="r" b="b"/>
              <a:pathLst>
                <a:path w="6660" h="5806" extrusionOk="0">
                  <a:moveTo>
                    <a:pt x="1342" y="0"/>
                  </a:moveTo>
                  <a:cubicBezTo>
                    <a:pt x="644" y="0"/>
                    <a:pt x="0" y="323"/>
                    <a:pt x="0" y="979"/>
                  </a:cubicBezTo>
                  <a:lnTo>
                    <a:pt x="0" y="5042"/>
                  </a:lnTo>
                  <a:lnTo>
                    <a:pt x="6660" y="5806"/>
                  </a:lnTo>
                  <a:cubicBezTo>
                    <a:pt x="6660" y="3287"/>
                    <a:pt x="6558" y="1768"/>
                    <a:pt x="6057" y="1768"/>
                  </a:cubicBezTo>
                  <a:cubicBezTo>
                    <a:pt x="5642" y="1768"/>
                    <a:pt x="5430" y="2701"/>
                    <a:pt x="5379" y="2973"/>
                  </a:cubicBezTo>
                  <a:cubicBezTo>
                    <a:pt x="5404" y="2752"/>
                    <a:pt x="5311" y="2073"/>
                    <a:pt x="4522" y="1785"/>
                  </a:cubicBezTo>
                  <a:cubicBezTo>
                    <a:pt x="4356" y="1725"/>
                    <a:pt x="4208" y="1700"/>
                    <a:pt x="4077" y="1700"/>
                  </a:cubicBezTo>
                  <a:cubicBezTo>
                    <a:pt x="3451" y="1700"/>
                    <a:pt x="3207" y="2269"/>
                    <a:pt x="3207" y="2269"/>
                  </a:cubicBezTo>
                  <a:cubicBezTo>
                    <a:pt x="3207" y="2269"/>
                    <a:pt x="3334" y="1522"/>
                    <a:pt x="2927" y="776"/>
                  </a:cubicBezTo>
                  <a:cubicBezTo>
                    <a:pt x="2642" y="261"/>
                    <a:pt x="1970" y="0"/>
                    <a:pt x="13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63"/>
            <p:cNvSpPr/>
            <p:nvPr/>
          </p:nvSpPr>
          <p:spPr>
            <a:xfrm>
              <a:off x="12263082" y="661710"/>
              <a:ext cx="905807" cy="768752"/>
            </a:xfrm>
            <a:custGeom>
              <a:avLst/>
              <a:gdLst/>
              <a:ahLst/>
              <a:cxnLst/>
              <a:rect l="l" t="t" r="r" b="b"/>
              <a:pathLst>
                <a:path w="6728" h="5710" extrusionOk="0">
                  <a:moveTo>
                    <a:pt x="6608" y="2698"/>
                  </a:moveTo>
                  <a:lnTo>
                    <a:pt x="6608" y="2698"/>
                  </a:lnTo>
                  <a:cubicBezTo>
                    <a:pt x="6611" y="2715"/>
                    <a:pt x="6613" y="2732"/>
                    <a:pt x="6615" y="2750"/>
                  </a:cubicBezTo>
                  <a:lnTo>
                    <a:pt x="6615" y="2750"/>
                  </a:lnTo>
                  <a:cubicBezTo>
                    <a:pt x="6614" y="2733"/>
                    <a:pt x="6612" y="2716"/>
                    <a:pt x="6608" y="2698"/>
                  </a:cubicBezTo>
                  <a:close/>
                  <a:moveTo>
                    <a:pt x="475" y="1"/>
                  </a:moveTo>
                  <a:cubicBezTo>
                    <a:pt x="229" y="171"/>
                    <a:pt x="76" y="476"/>
                    <a:pt x="76" y="798"/>
                  </a:cubicBezTo>
                  <a:cubicBezTo>
                    <a:pt x="76" y="1299"/>
                    <a:pt x="34" y="1876"/>
                    <a:pt x="34" y="2334"/>
                  </a:cubicBezTo>
                  <a:cubicBezTo>
                    <a:pt x="218" y="2542"/>
                    <a:pt x="903" y="3197"/>
                    <a:pt x="1664" y="3197"/>
                  </a:cubicBezTo>
                  <a:cubicBezTo>
                    <a:pt x="1709" y="3197"/>
                    <a:pt x="1754" y="3195"/>
                    <a:pt x="1798" y="3191"/>
                  </a:cubicBezTo>
                  <a:cubicBezTo>
                    <a:pt x="2766" y="3089"/>
                    <a:pt x="3003" y="2707"/>
                    <a:pt x="3003" y="2707"/>
                  </a:cubicBezTo>
                  <a:cubicBezTo>
                    <a:pt x="3003" y="2707"/>
                    <a:pt x="3122" y="3250"/>
                    <a:pt x="3020" y="3453"/>
                  </a:cubicBezTo>
                  <a:cubicBezTo>
                    <a:pt x="3020" y="3453"/>
                    <a:pt x="3557" y="3918"/>
                    <a:pt x="4219" y="3918"/>
                  </a:cubicBezTo>
                  <a:cubicBezTo>
                    <a:pt x="4377" y="3918"/>
                    <a:pt x="4542" y="3892"/>
                    <a:pt x="4708" y="3827"/>
                  </a:cubicBezTo>
                  <a:cubicBezTo>
                    <a:pt x="5336" y="3581"/>
                    <a:pt x="5378" y="3309"/>
                    <a:pt x="5378" y="3309"/>
                  </a:cubicBezTo>
                  <a:lnTo>
                    <a:pt x="5378" y="3309"/>
                  </a:lnTo>
                  <a:cubicBezTo>
                    <a:pt x="5378" y="3309"/>
                    <a:pt x="5497" y="3691"/>
                    <a:pt x="5336" y="3937"/>
                  </a:cubicBezTo>
                  <a:cubicBezTo>
                    <a:pt x="5336" y="3937"/>
                    <a:pt x="5629" y="4390"/>
                    <a:pt x="6071" y="4390"/>
                  </a:cubicBezTo>
                  <a:cubicBezTo>
                    <a:pt x="6197" y="4390"/>
                    <a:pt x="6335" y="4353"/>
                    <a:pt x="6481" y="4259"/>
                  </a:cubicBezTo>
                  <a:lnTo>
                    <a:pt x="6481" y="4259"/>
                  </a:lnTo>
                  <a:cubicBezTo>
                    <a:pt x="6481" y="4259"/>
                    <a:pt x="6566" y="4785"/>
                    <a:pt x="6074" y="5201"/>
                  </a:cubicBezTo>
                  <a:lnTo>
                    <a:pt x="110" y="4955"/>
                  </a:lnTo>
                  <a:lnTo>
                    <a:pt x="6727" y="5710"/>
                  </a:lnTo>
                  <a:cubicBezTo>
                    <a:pt x="6727" y="4452"/>
                    <a:pt x="6703" y="3444"/>
                    <a:pt x="6615" y="2750"/>
                  </a:cubicBezTo>
                  <a:lnTo>
                    <a:pt x="6615" y="2750"/>
                  </a:lnTo>
                  <a:cubicBezTo>
                    <a:pt x="6617" y="2775"/>
                    <a:pt x="6617" y="2800"/>
                    <a:pt x="6617" y="2826"/>
                  </a:cubicBezTo>
                  <a:cubicBezTo>
                    <a:pt x="6617" y="3513"/>
                    <a:pt x="6388" y="4073"/>
                    <a:pt x="6108" y="4073"/>
                  </a:cubicBezTo>
                  <a:cubicBezTo>
                    <a:pt x="5828" y="4073"/>
                    <a:pt x="5599" y="3513"/>
                    <a:pt x="5599" y="2826"/>
                  </a:cubicBezTo>
                  <a:cubicBezTo>
                    <a:pt x="5599" y="2529"/>
                    <a:pt x="5641" y="2257"/>
                    <a:pt x="5709" y="2045"/>
                  </a:cubicBezTo>
                  <a:lnTo>
                    <a:pt x="5709" y="2045"/>
                  </a:lnTo>
                  <a:cubicBezTo>
                    <a:pt x="5565" y="2342"/>
                    <a:pt x="5480" y="2715"/>
                    <a:pt x="5446" y="2877"/>
                  </a:cubicBezTo>
                  <a:cubicBezTo>
                    <a:pt x="5455" y="2809"/>
                    <a:pt x="5455" y="2698"/>
                    <a:pt x="5421" y="2563"/>
                  </a:cubicBezTo>
                  <a:cubicBezTo>
                    <a:pt x="5361" y="3089"/>
                    <a:pt x="4912" y="3496"/>
                    <a:pt x="4369" y="3496"/>
                  </a:cubicBezTo>
                  <a:cubicBezTo>
                    <a:pt x="3775" y="3496"/>
                    <a:pt x="3300" y="3021"/>
                    <a:pt x="3300" y="2436"/>
                  </a:cubicBezTo>
                  <a:cubicBezTo>
                    <a:pt x="3300" y="2266"/>
                    <a:pt x="3342" y="2113"/>
                    <a:pt x="3410" y="1969"/>
                  </a:cubicBezTo>
                  <a:lnTo>
                    <a:pt x="3410" y="1969"/>
                  </a:lnTo>
                  <a:cubicBezTo>
                    <a:pt x="3325" y="2079"/>
                    <a:pt x="3283" y="2164"/>
                    <a:pt x="3283" y="2164"/>
                  </a:cubicBezTo>
                  <a:cubicBezTo>
                    <a:pt x="3283" y="2164"/>
                    <a:pt x="3359" y="1731"/>
                    <a:pt x="3207" y="1189"/>
                  </a:cubicBezTo>
                  <a:lnTo>
                    <a:pt x="3207" y="1189"/>
                  </a:lnTo>
                  <a:cubicBezTo>
                    <a:pt x="3249" y="1748"/>
                    <a:pt x="2995" y="2300"/>
                    <a:pt x="2503" y="2597"/>
                  </a:cubicBezTo>
                  <a:cubicBezTo>
                    <a:pt x="2268" y="2738"/>
                    <a:pt x="2008" y="2805"/>
                    <a:pt x="1750" y="2805"/>
                  </a:cubicBezTo>
                  <a:cubicBezTo>
                    <a:pt x="1215" y="2805"/>
                    <a:pt x="682" y="2518"/>
                    <a:pt x="373" y="2003"/>
                  </a:cubicBezTo>
                  <a:cubicBezTo>
                    <a:pt x="0" y="1392"/>
                    <a:pt x="59" y="493"/>
                    <a:pt x="4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63"/>
            <p:cNvSpPr/>
            <p:nvPr/>
          </p:nvSpPr>
          <p:spPr>
            <a:xfrm>
              <a:off x="12320166" y="1180318"/>
              <a:ext cx="199929" cy="150788"/>
            </a:xfrm>
            <a:custGeom>
              <a:avLst/>
              <a:gdLst/>
              <a:ahLst/>
              <a:cxnLst/>
              <a:rect l="l" t="t" r="r" b="b"/>
              <a:pathLst>
                <a:path w="1485" h="1120" extrusionOk="0">
                  <a:moveTo>
                    <a:pt x="450" y="0"/>
                  </a:moveTo>
                  <a:cubicBezTo>
                    <a:pt x="450" y="0"/>
                    <a:pt x="1061" y="602"/>
                    <a:pt x="0" y="1120"/>
                  </a:cubicBezTo>
                  <a:lnTo>
                    <a:pt x="967" y="1120"/>
                  </a:lnTo>
                  <a:cubicBezTo>
                    <a:pt x="1485" y="509"/>
                    <a:pt x="832" y="0"/>
                    <a:pt x="4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63"/>
            <p:cNvSpPr/>
            <p:nvPr/>
          </p:nvSpPr>
          <p:spPr>
            <a:xfrm>
              <a:off x="12762168" y="1165374"/>
              <a:ext cx="162232" cy="123593"/>
            </a:xfrm>
            <a:custGeom>
              <a:avLst/>
              <a:gdLst/>
              <a:ahLst/>
              <a:cxnLst/>
              <a:rect l="l" t="t" r="r" b="b"/>
              <a:pathLst>
                <a:path w="1205" h="918" extrusionOk="0">
                  <a:moveTo>
                    <a:pt x="416" y="1"/>
                  </a:moveTo>
                  <a:cubicBezTo>
                    <a:pt x="0" y="493"/>
                    <a:pt x="526" y="917"/>
                    <a:pt x="840" y="917"/>
                  </a:cubicBezTo>
                  <a:cubicBezTo>
                    <a:pt x="840" y="917"/>
                    <a:pt x="339" y="417"/>
                    <a:pt x="12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63"/>
            <p:cNvSpPr/>
            <p:nvPr/>
          </p:nvSpPr>
          <p:spPr>
            <a:xfrm>
              <a:off x="12464089" y="1060360"/>
              <a:ext cx="163444" cy="123458"/>
            </a:xfrm>
            <a:custGeom>
              <a:avLst/>
              <a:gdLst/>
              <a:ahLst/>
              <a:cxnLst/>
              <a:rect l="l" t="t" r="r" b="b"/>
              <a:pathLst>
                <a:path w="1214" h="917" extrusionOk="0">
                  <a:moveTo>
                    <a:pt x="424" y="0"/>
                  </a:moveTo>
                  <a:cubicBezTo>
                    <a:pt x="0" y="492"/>
                    <a:pt x="534" y="917"/>
                    <a:pt x="848" y="917"/>
                  </a:cubicBezTo>
                  <a:cubicBezTo>
                    <a:pt x="848" y="917"/>
                    <a:pt x="348" y="416"/>
                    <a:pt x="12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63"/>
            <p:cNvSpPr/>
            <p:nvPr/>
          </p:nvSpPr>
          <p:spPr>
            <a:xfrm>
              <a:off x="11628016" y="1165374"/>
              <a:ext cx="163444" cy="123593"/>
            </a:xfrm>
            <a:custGeom>
              <a:avLst/>
              <a:gdLst/>
              <a:ahLst/>
              <a:cxnLst/>
              <a:rect l="l" t="t" r="r" b="b"/>
              <a:pathLst>
                <a:path w="1214" h="918" extrusionOk="0">
                  <a:moveTo>
                    <a:pt x="0" y="1"/>
                  </a:moveTo>
                  <a:cubicBezTo>
                    <a:pt x="874" y="417"/>
                    <a:pt x="374" y="917"/>
                    <a:pt x="374" y="917"/>
                  </a:cubicBezTo>
                  <a:cubicBezTo>
                    <a:pt x="688" y="917"/>
                    <a:pt x="1214" y="493"/>
                    <a:pt x="7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63"/>
            <p:cNvSpPr/>
            <p:nvPr/>
          </p:nvSpPr>
          <p:spPr>
            <a:xfrm>
              <a:off x="11927306" y="1060360"/>
              <a:ext cx="162232" cy="123458"/>
            </a:xfrm>
            <a:custGeom>
              <a:avLst/>
              <a:gdLst/>
              <a:ahLst/>
              <a:cxnLst/>
              <a:rect l="l" t="t" r="r" b="b"/>
              <a:pathLst>
                <a:path w="1205" h="917" extrusionOk="0">
                  <a:moveTo>
                    <a:pt x="0" y="0"/>
                  </a:moveTo>
                  <a:cubicBezTo>
                    <a:pt x="865" y="416"/>
                    <a:pt x="365" y="917"/>
                    <a:pt x="365" y="917"/>
                  </a:cubicBezTo>
                  <a:cubicBezTo>
                    <a:pt x="679" y="917"/>
                    <a:pt x="1205" y="492"/>
                    <a:pt x="7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63"/>
            <p:cNvSpPr/>
            <p:nvPr/>
          </p:nvSpPr>
          <p:spPr>
            <a:xfrm>
              <a:off x="12032320" y="1180318"/>
              <a:ext cx="198852" cy="150788"/>
            </a:xfrm>
            <a:custGeom>
              <a:avLst/>
              <a:gdLst/>
              <a:ahLst/>
              <a:cxnLst/>
              <a:rect l="l" t="t" r="r" b="b"/>
              <a:pathLst>
                <a:path w="1477" h="1120" extrusionOk="0">
                  <a:moveTo>
                    <a:pt x="1027" y="0"/>
                  </a:moveTo>
                  <a:cubicBezTo>
                    <a:pt x="645" y="0"/>
                    <a:pt x="0" y="509"/>
                    <a:pt x="509" y="1120"/>
                  </a:cubicBezTo>
                  <a:lnTo>
                    <a:pt x="1477" y="1120"/>
                  </a:lnTo>
                  <a:cubicBezTo>
                    <a:pt x="416" y="602"/>
                    <a:pt x="1027" y="0"/>
                    <a:pt x="10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63"/>
            <p:cNvSpPr/>
            <p:nvPr/>
          </p:nvSpPr>
          <p:spPr>
            <a:xfrm>
              <a:off x="12258504" y="627513"/>
              <a:ext cx="247858" cy="324464"/>
            </a:xfrm>
            <a:custGeom>
              <a:avLst/>
              <a:gdLst/>
              <a:ahLst/>
              <a:cxnLst/>
              <a:rect l="l" t="t" r="r" b="b"/>
              <a:pathLst>
                <a:path w="1841" h="2410" extrusionOk="0">
                  <a:moveTo>
                    <a:pt x="1205" y="0"/>
                  </a:moveTo>
                  <a:cubicBezTo>
                    <a:pt x="543" y="0"/>
                    <a:pt x="0" y="543"/>
                    <a:pt x="0" y="1213"/>
                  </a:cubicBezTo>
                  <a:cubicBezTo>
                    <a:pt x="0" y="1824"/>
                    <a:pt x="450" y="2333"/>
                    <a:pt x="1035" y="2410"/>
                  </a:cubicBezTo>
                  <a:cubicBezTo>
                    <a:pt x="696" y="2198"/>
                    <a:pt x="458" y="1816"/>
                    <a:pt x="458" y="1383"/>
                  </a:cubicBezTo>
                  <a:cubicBezTo>
                    <a:pt x="458" y="713"/>
                    <a:pt x="1001" y="170"/>
                    <a:pt x="1671" y="170"/>
                  </a:cubicBezTo>
                  <a:cubicBezTo>
                    <a:pt x="1731" y="170"/>
                    <a:pt x="1790" y="179"/>
                    <a:pt x="1841" y="179"/>
                  </a:cubicBezTo>
                  <a:cubicBezTo>
                    <a:pt x="1654" y="68"/>
                    <a:pt x="1442" y="0"/>
                    <a:pt x="1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63"/>
            <p:cNvSpPr/>
            <p:nvPr/>
          </p:nvSpPr>
          <p:spPr>
            <a:xfrm>
              <a:off x="12044841" y="627513"/>
              <a:ext cx="249205" cy="324464"/>
            </a:xfrm>
            <a:custGeom>
              <a:avLst/>
              <a:gdLst/>
              <a:ahLst/>
              <a:cxnLst/>
              <a:rect l="l" t="t" r="r" b="b"/>
              <a:pathLst>
                <a:path w="1851" h="2410" extrusionOk="0">
                  <a:moveTo>
                    <a:pt x="637" y="0"/>
                  </a:moveTo>
                  <a:cubicBezTo>
                    <a:pt x="408" y="0"/>
                    <a:pt x="187" y="68"/>
                    <a:pt x="1" y="179"/>
                  </a:cubicBezTo>
                  <a:cubicBezTo>
                    <a:pt x="60" y="179"/>
                    <a:pt x="111" y="170"/>
                    <a:pt x="170" y="170"/>
                  </a:cubicBezTo>
                  <a:cubicBezTo>
                    <a:pt x="841" y="170"/>
                    <a:pt x="1384" y="713"/>
                    <a:pt x="1384" y="1383"/>
                  </a:cubicBezTo>
                  <a:cubicBezTo>
                    <a:pt x="1384" y="1816"/>
                    <a:pt x="1154" y="2198"/>
                    <a:pt x="807" y="2410"/>
                  </a:cubicBezTo>
                  <a:cubicBezTo>
                    <a:pt x="1392" y="2333"/>
                    <a:pt x="1850" y="1824"/>
                    <a:pt x="1850" y="1213"/>
                  </a:cubicBezTo>
                  <a:cubicBezTo>
                    <a:pt x="1850" y="543"/>
                    <a:pt x="1307" y="0"/>
                    <a:pt x="6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63"/>
            <p:cNvSpPr/>
            <p:nvPr/>
          </p:nvSpPr>
          <p:spPr>
            <a:xfrm>
              <a:off x="11931749" y="700619"/>
              <a:ext cx="242338" cy="244493"/>
            </a:xfrm>
            <a:custGeom>
              <a:avLst/>
              <a:gdLst/>
              <a:ahLst/>
              <a:cxnLst/>
              <a:rect l="l" t="t" r="r" b="b"/>
              <a:pathLst>
                <a:path w="1800" h="1816" extrusionOk="0">
                  <a:moveTo>
                    <a:pt x="612" y="0"/>
                  </a:moveTo>
                  <a:lnTo>
                    <a:pt x="612" y="0"/>
                  </a:lnTo>
                  <a:cubicBezTo>
                    <a:pt x="255" y="128"/>
                    <a:pt x="1" y="467"/>
                    <a:pt x="1" y="874"/>
                  </a:cubicBezTo>
                  <a:cubicBezTo>
                    <a:pt x="1" y="1392"/>
                    <a:pt x="425" y="1816"/>
                    <a:pt x="943" y="1816"/>
                  </a:cubicBezTo>
                  <a:cubicBezTo>
                    <a:pt x="1324" y="1816"/>
                    <a:pt x="1647" y="1587"/>
                    <a:pt x="1799" y="1256"/>
                  </a:cubicBezTo>
                  <a:lnTo>
                    <a:pt x="1799" y="1256"/>
                  </a:lnTo>
                  <a:cubicBezTo>
                    <a:pt x="1638" y="1468"/>
                    <a:pt x="1384" y="1612"/>
                    <a:pt x="1095" y="1612"/>
                  </a:cubicBezTo>
                  <a:cubicBezTo>
                    <a:pt x="612" y="1612"/>
                    <a:pt x="213" y="1222"/>
                    <a:pt x="213" y="730"/>
                  </a:cubicBezTo>
                  <a:cubicBezTo>
                    <a:pt x="213" y="424"/>
                    <a:pt x="374" y="153"/>
                    <a:pt x="6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63"/>
            <p:cNvSpPr/>
            <p:nvPr/>
          </p:nvSpPr>
          <p:spPr>
            <a:xfrm>
              <a:off x="12003778" y="704793"/>
              <a:ext cx="170310" cy="150115"/>
            </a:xfrm>
            <a:custGeom>
              <a:avLst/>
              <a:gdLst/>
              <a:ahLst/>
              <a:cxnLst/>
              <a:rect l="l" t="t" r="r" b="b"/>
              <a:pathLst>
                <a:path w="1265" h="1115" extrusionOk="0">
                  <a:moveTo>
                    <a:pt x="603" y="0"/>
                  </a:moveTo>
                  <a:cubicBezTo>
                    <a:pt x="552" y="0"/>
                    <a:pt x="501" y="7"/>
                    <a:pt x="450" y="20"/>
                  </a:cubicBezTo>
                  <a:cubicBezTo>
                    <a:pt x="212" y="88"/>
                    <a:pt x="43" y="283"/>
                    <a:pt x="0" y="521"/>
                  </a:cubicBezTo>
                  <a:cubicBezTo>
                    <a:pt x="68" y="351"/>
                    <a:pt x="204" y="224"/>
                    <a:pt x="391" y="173"/>
                  </a:cubicBezTo>
                  <a:cubicBezTo>
                    <a:pt x="438" y="161"/>
                    <a:pt x="486" y="155"/>
                    <a:pt x="533" y="155"/>
                  </a:cubicBezTo>
                  <a:cubicBezTo>
                    <a:pt x="788" y="155"/>
                    <a:pt x="1022" y="322"/>
                    <a:pt x="1086" y="580"/>
                  </a:cubicBezTo>
                  <a:cubicBezTo>
                    <a:pt x="1137" y="775"/>
                    <a:pt x="1086" y="970"/>
                    <a:pt x="959" y="1115"/>
                  </a:cubicBezTo>
                  <a:cubicBezTo>
                    <a:pt x="1163" y="970"/>
                    <a:pt x="1264" y="707"/>
                    <a:pt x="1197" y="461"/>
                  </a:cubicBezTo>
                  <a:cubicBezTo>
                    <a:pt x="1125" y="183"/>
                    <a:pt x="873" y="0"/>
                    <a:pt x="6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63"/>
            <p:cNvSpPr/>
            <p:nvPr/>
          </p:nvSpPr>
          <p:spPr>
            <a:xfrm>
              <a:off x="11618860" y="943902"/>
              <a:ext cx="162367" cy="135710"/>
            </a:xfrm>
            <a:custGeom>
              <a:avLst/>
              <a:gdLst/>
              <a:ahLst/>
              <a:cxnLst/>
              <a:rect l="l" t="t" r="r" b="b"/>
              <a:pathLst>
                <a:path w="1206" h="1008" extrusionOk="0">
                  <a:moveTo>
                    <a:pt x="985" y="0"/>
                  </a:moveTo>
                  <a:lnTo>
                    <a:pt x="985" y="0"/>
                  </a:lnTo>
                  <a:cubicBezTo>
                    <a:pt x="1078" y="144"/>
                    <a:pt x="1103" y="323"/>
                    <a:pt x="1044" y="484"/>
                  </a:cubicBezTo>
                  <a:cubicBezTo>
                    <a:pt x="964" y="710"/>
                    <a:pt x="754" y="847"/>
                    <a:pt x="533" y="847"/>
                  </a:cubicBezTo>
                  <a:cubicBezTo>
                    <a:pt x="471" y="847"/>
                    <a:pt x="409" y="837"/>
                    <a:pt x="348" y="815"/>
                  </a:cubicBezTo>
                  <a:cubicBezTo>
                    <a:pt x="162" y="755"/>
                    <a:pt x="43" y="602"/>
                    <a:pt x="1" y="433"/>
                  </a:cubicBezTo>
                  <a:lnTo>
                    <a:pt x="1" y="433"/>
                  </a:lnTo>
                  <a:cubicBezTo>
                    <a:pt x="1" y="670"/>
                    <a:pt x="145" y="891"/>
                    <a:pt x="382" y="976"/>
                  </a:cubicBezTo>
                  <a:cubicBezTo>
                    <a:pt x="446" y="997"/>
                    <a:pt x="511" y="1007"/>
                    <a:pt x="575" y="1007"/>
                  </a:cubicBezTo>
                  <a:cubicBezTo>
                    <a:pt x="816" y="1007"/>
                    <a:pt x="1042" y="861"/>
                    <a:pt x="1129" y="619"/>
                  </a:cubicBezTo>
                  <a:cubicBezTo>
                    <a:pt x="1205" y="399"/>
                    <a:pt x="1146" y="153"/>
                    <a:pt x="9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63"/>
            <p:cNvSpPr/>
            <p:nvPr/>
          </p:nvSpPr>
          <p:spPr>
            <a:xfrm>
              <a:off x="11631381" y="927746"/>
              <a:ext cx="102994" cy="96262"/>
            </a:xfrm>
            <a:custGeom>
              <a:avLst/>
              <a:gdLst/>
              <a:ahLst/>
              <a:cxnLst/>
              <a:rect l="l" t="t" r="r" b="b"/>
              <a:pathLst>
                <a:path w="765" h="715" extrusionOk="0">
                  <a:moveTo>
                    <a:pt x="749" y="249"/>
                  </a:moveTo>
                  <a:lnTo>
                    <a:pt x="749" y="249"/>
                  </a:lnTo>
                  <a:cubicBezTo>
                    <a:pt x="752" y="257"/>
                    <a:pt x="754" y="265"/>
                    <a:pt x="756" y="273"/>
                  </a:cubicBezTo>
                  <a:lnTo>
                    <a:pt x="764" y="273"/>
                  </a:lnTo>
                  <a:cubicBezTo>
                    <a:pt x="760" y="265"/>
                    <a:pt x="755" y="257"/>
                    <a:pt x="749" y="249"/>
                  </a:cubicBezTo>
                  <a:close/>
                  <a:moveTo>
                    <a:pt x="394" y="0"/>
                  </a:moveTo>
                  <a:cubicBezTo>
                    <a:pt x="203" y="0"/>
                    <a:pt x="34" y="148"/>
                    <a:pt x="18" y="349"/>
                  </a:cubicBezTo>
                  <a:cubicBezTo>
                    <a:pt x="1" y="502"/>
                    <a:pt x="86" y="638"/>
                    <a:pt x="213" y="714"/>
                  </a:cubicBezTo>
                  <a:cubicBezTo>
                    <a:pt x="128" y="638"/>
                    <a:pt x="86" y="527"/>
                    <a:pt x="94" y="417"/>
                  </a:cubicBezTo>
                  <a:cubicBezTo>
                    <a:pt x="110" y="232"/>
                    <a:pt x="264" y="85"/>
                    <a:pt x="446" y="85"/>
                  </a:cubicBezTo>
                  <a:cubicBezTo>
                    <a:pt x="456" y="85"/>
                    <a:pt x="466" y="85"/>
                    <a:pt x="476" y="86"/>
                  </a:cubicBezTo>
                  <a:cubicBezTo>
                    <a:pt x="593" y="102"/>
                    <a:pt x="689" y="161"/>
                    <a:pt x="749" y="249"/>
                  </a:cubicBezTo>
                  <a:lnTo>
                    <a:pt x="749" y="249"/>
                  </a:lnTo>
                  <a:cubicBezTo>
                    <a:pt x="707" y="116"/>
                    <a:pt x="577" y="9"/>
                    <a:pt x="425" y="1"/>
                  </a:cubicBezTo>
                  <a:cubicBezTo>
                    <a:pt x="415" y="1"/>
                    <a:pt x="404" y="0"/>
                    <a:pt x="3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63"/>
            <p:cNvSpPr/>
            <p:nvPr/>
          </p:nvSpPr>
          <p:spPr>
            <a:xfrm>
              <a:off x="12759879" y="943902"/>
              <a:ext cx="162232" cy="135710"/>
            </a:xfrm>
            <a:custGeom>
              <a:avLst/>
              <a:gdLst/>
              <a:ahLst/>
              <a:cxnLst/>
              <a:rect l="l" t="t" r="r" b="b"/>
              <a:pathLst>
                <a:path w="1205" h="1008" extrusionOk="0">
                  <a:moveTo>
                    <a:pt x="221" y="0"/>
                  </a:moveTo>
                  <a:lnTo>
                    <a:pt x="221" y="0"/>
                  </a:lnTo>
                  <a:cubicBezTo>
                    <a:pt x="68" y="153"/>
                    <a:pt x="0" y="399"/>
                    <a:pt x="76" y="619"/>
                  </a:cubicBezTo>
                  <a:cubicBezTo>
                    <a:pt x="164" y="861"/>
                    <a:pt x="389" y="1007"/>
                    <a:pt x="631" y="1007"/>
                  </a:cubicBezTo>
                  <a:cubicBezTo>
                    <a:pt x="694" y="1007"/>
                    <a:pt x="759" y="997"/>
                    <a:pt x="823" y="976"/>
                  </a:cubicBezTo>
                  <a:cubicBezTo>
                    <a:pt x="1061" y="891"/>
                    <a:pt x="1205" y="670"/>
                    <a:pt x="1205" y="433"/>
                  </a:cubicBezTo>
                  <a:lnTo>
                    <a:pt x="1205" y="433"/>
                  </a:lnTo>
                  <a:cubicBezTo>
                    <a:pt x="1171" y="602"/>
                    <a:pt x="1044" y="755"/>
                    <a:pt x="865" y="815"/>
                  </a:cubicBezTo>
                  <a:cubicBezTo>
                    <a:pt x="803" y="837"/>
                    <a:pt x="739" y="847"/>
                    <a:pt x="677" y="847"/>
                  </a:cubicBezTo>
                  <a:cubicBezTo>
                    <a:pt x="451" y="847"/>
                    <a:pt x="241" y="710"/>
                    <a:pt x="161" y="484"/>
                  </a:cubicBezTo>
                  <a:cubicBezTo>
                    <a:pt x="102" y="323"/>
                    <a:pt x="136" y="144"/>
                    <a:pt x="2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63"/>
            <p:cNvSpPr/>
            <p:nvPr/>
          </p:nvSpPr>
          <p:spPr>
            <a:xfrm>
              <a:off x="12807809" y="927746"/>
              <a:ext cx="101782" cy="96262"/>
            </a:xfrm>
            <a:custGeom>
              <a:avLst/>
              <a:gdLst/>
              <a:ahLst/>
              <a:cxnLst/>
              <a:rect l="l" t="t" r="r" b="b"/>
              <a:pathLst>
                <a:path w="756" h="715" extrusionOk="0">
                  <a:moveTo>
                    <a:pt x="363" y="0"/>
                  </a:moveTo>
                  <a:cubicBezTo>
                    <a:pt x="353" y="0"/>
                    <a:pt x="342" y="1"/>
                    <a:pt x="331" y="1"/>
                  </a:cubicBezTo>
                  <a:cubicBezTo>
                    <a:pt x="170" y="10"/>
                    <a:pt x="43" y="129"/>
                    <a:pt x="0" y="273"/>
                  </a:cubicBezTo>
                  <a:cubicBezTo>
                    <a:pt x="51" y="171"/>
                    <a:pt x="153" y="103"/>
                    <a:pt x="280" y="86"/>
                  </a:cubicBezTo>
                  <a:cubicBezTo>
                    <a:pt x="290" y="85"/>
                    <a:pt x="300" y="85"/>
                    <a:pt x="310" y="85"/>
                  </a:cubicBezTo>
                  <a:cubicBezTo>
                    <a:pt x="492" y="85"/>
                    <a:pt x="646" y="232"/>
                    <a:pt x="662" y="417"/>
                  </a:cubicBezTo>
                  <a:cubicBezTo>
                    <a:pt x="671" y="527"/>
                    <a:pt x="628" y="638"/>
                    <a:pt x="543" y="714"/>
                  </a:cubicBezTo>
                  <a:cubicBezTo>
                    <a:pt x="671" y="638"/>
                    <a:pt x="755" y="502"/>
                    <a:pt x="738" y="349"/>
                  </a:cubicBezTo>
                  <a:cubicBezTo>
                    <a:pt x="722" y="148"/>
                    <a:pt x="561" y="0"/>
                    <a:pt x="3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63"/>
            <p:cNvSpPr/>
            <p:nvPr/>
          </p:nvSpPr>
          <p:spPr>
            <a:xfrm>
              <a:off x="12390983" y="700619"/>
              <a:ext cx="242204" cy="244493"/>
            </a:xfrm>
            <a:custGeom>
              <a:avLst/>
              <a:gdLst/>
              <a:ahLst/>
              <a:cxnLst/>
              <a:rect l="l" t="t" r="r" b="b"/>
              <a:pathLst>
                <a:path w="1799" h="1816" extrusionOk="0">
                  <a:moveTo>
                    <a:pt x="1188" y="0"/>
                  </a:moveTo>
                  <a:cubicBezTo>
                    <a:pt x="1425" y="153"/>
                    <a:pt x="1586" y="424"/>
                    <a:pt x="1586" y="730"/>
                  </a:cubicBezTo>
                  <a:cubicBezTo>
                    <a:pt x="1586" y="1222"/>
                    <a:pt x="1188" y="1612"/>
                    <a:pt x="704" y="1612"/>
                  </a:cubicBezTo>
                  <a:cubicBezTo>
                    <a:pt x="416" y="1612"/>
                    <a:pt x="161" y="1468"/>
                    <a:pt x="0" y="1256"/>
                  </a:cubicBezTo>
                  <a:lnTo>
                    <a:pt x="0" y="1256"/>
                  </a:lnTo>
                  <a:cubicBezTo>
                    <a:pt x="153" y="1587"/>
                    <a:pt x="475" y="1816"/>
                    <a:pt x="857" y="1816"/>
                  </a:cubicBezTo>
                  <a:cubicBezTo>
                    <a:pt x="1374" y="1816"/>
                    <a:pt x="1799" y="1392"/>
                    <a:pt x="1799" y="874"/>
                  </a:cubicBezTo>
                  <a:cubicBezTo>
                    <a:pt x="1799" y="467"/>
                    <a:pt x="1544" y="128"/>
                    <a:pt x="11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63"/>
            <p:cNvSpPr/>
            <p:nvPr/>
          </p:nvSpPr>
          <p:spPr>
            <a:xfrm>
              <a:off x="12390983" y="704793"/>
              <a:ext cx="170310" cy="150115"/>
            </a:xfrm>
            <a:custGeom>
              <a:avLst/>
              <a:gdLst/>
              <a:ahLst/>
              <a:cxnLst/>
              <a:rect l="l" t="t" r="r" b="b"/>
              <a:pathLst>
                <a:path w="1265" h="1115" extrusionOk="0">
                  <a:moveTo>
                    <a:pt x="662" y="0"/>
                  </a:moveTo>
                  <a:cubicBezTo>
                    <a:pt x="391" y="0"/>
                    <a:pt x="139" y="183"/>
                    <a:pt x="68" y="461"/>
                  </a:cubicBezTo>
                  <a:cubicBezTo>
                    <a:pt x="0" y="707"/>
                    <a:pt x="102" y="970"/>
                    <a:pt x="306" y="1115"/>
                  </a:cubicBezTo>
                  <a:cubicBezTo>
                    <a:pt x="178" y="970"/>
                    <a:pt x="127" y="775"/>
                    <a:pt x="178" y="580"/>
                  </a:cubicBezTo>
                  <a:cubicBezTo>
                    <a:pt x="243" y="322"/>
                    <a:pt x="476" y="155"/>
                    <a:pt x="731" y="155"/>
                  </a:cubicBezTo>
                  <a:cubicBezTo>
                    <a:pt x="778" y="155"/>
                    <a:pt x="826" y="161"/>
                    <a:pt x="874" y="173"/>
                  </a:cubicBezTo>
                  <a:cubicBezTo>
                    <a:pt x="1061" y="224"/>
                    <a:pt x="1196" y="351"/>
                    <a:pt x="1264" y="521"/>
                  </a:cubicBezTo>
                  <a:cubicBezTo>
                    <a:pt x="1222" y="283"/>
                    <a:pt x="1052" y="88"/>
                    <a:pt x="815" y="20"/>
                  </a:cubicBezTo>
                  <a:cubicBezTo>
                    <a:pt x="764" y="7"/>
                    <a:pt x="712" y="0"/>
                    <a:pt x="66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63"/>
            <p:cNvSpPr/>
            <p:nvPr/>
          </p:nvSpPr>
          <p:spPr>
            <a:xfrm>
              <a:off x="11425796" y="907282"/>
              <a:ext cx="74452" cy="193198"/>
            </a:xfrm>
            <a:custGeom>
              <a:avLst/>
              <a:gdLst/>
              <a:ahLst/>
              <a:cxnLst/>
              <a:rect l="l" t="t" r="r" b="b"/>
              <a:pathLst>
                <a:path w="553" h="1435" extrusionOk="0">
                  <a:moveTo>
                    <a:pt x="281" y="1"/>
                  </a:moveTo>
                  <a:cubicBezTo>
                    <a:pt x="128" y="1"/>
                    <a:pt x="1" y="323"/>
                    <a:pt x="1" y="722"/>
                  </a:cubicBezTo>
                  <a:cubicBezTo>
                    <a:pt x="1" y="1112"/>
                    <a:pt x="128" y="1434"/>
                    <a:pt x="281" y="1434"/>
                  </a:cubicBezTo>
                  <a:cubicBezTo>
                    <a:pt x="425" y="1434"/>
                    <a:pt x="552" y="1112"/>
                    <a:pt x="552" y="722"/>
                  </a:cubicBezTo>
                  <a:cubicBezTo>
                    <a:pt x="552" y="323"/>
                    <a:pt x="425" y="1"/>
                    <a:pt x="2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63"/>
            <p:cNvSpPr/>
            <p:nvPr/>
          </p:nvSpPr>
          <p:spPr>
            <a:xfrm>
              <a:off x="13052168" y="907282"/>
              <a:ext cx="74452" cy="193198"/>
            </a:xfrm>
            <a:custGeom>
              <a:avLst/>
              <a:gdLst/>
              <a:ahLst/>
              <a:cxnLst/>
              <a:rect l="l" t="t" r="r" b="b"/>
              <a:pathLst>
                <a:path w="553" h="1435" extrusionOk="0">
                  <a:moveTo>
                    <a:pt x="272" y="1"/>
                  </a:moveTo>
                  <a:cubicBezTo>
                    <a:pt x="120" y="1"/>
                    <a:pt x="1" y="323"/>
                    <a:pt x="1" y="713"/>
                  </a:cubicBezTo>
                  <a:cubicBezTo>
                    <a:pt x="1" y="1112"/>
                    <a:pt x="120" y="1434"/>
                    <a:pt x="272" y="1434"/>
                  </a:cubicBezTo>
                  <a:cubicBezTo>
                    <a:pt x="425" y="1434"/>
                    <a:pt x="552" y="1112"/>
                    <a:pt x="552" y="713"/>
                  </a:cubicBezTo>
                  <a:cubicBezTo>
                    <a:pt x="552" y="323"/>
                    <a:pt x="425" y="1"/>
                    <a:pt x="2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63"/>
            <p:cNvSpPr/>
            <p:nvPr/>
          </p:nvSpPr>
          <p:spPr>
            <a:xfrm>
              <a:off x="11510346" y="1457798"/>
              <a:ext cx="1544235" cy="3087258"/>
            </a:xfrm>
            <a:custGeom>
              <a:avLst/>
              <a:gdLst/>
              <a:ahLst/>
              <a:cxnLst/>
              <a:rect l="l" t="t" r="r" b="b"/>
              <a:pathLst>
                <a:path w="11470" h="22931" extrusionOk="0">
                  <a:moveTo>
                    <a:pt x="1" y="1"/>
                  </a:moveTo>
                  <a:lnTo>
                    <a:pt x="1" y="22930"/>
                  </a:lnTo>
                  <a:lnTo>
                    <a:pt x="11470" y="22930"/>
                  </a:lnTo>
                  <a:lnTo>
                    <a:pt x="114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63"/>
            <p:cNvSpPr/>
            <p:nvPr/>
          </p:nvSpPr>
          <p:spPr>
            <a:xfrm>
              <a:off x="12583913" y="4624781"/>
              <a:ext cx="582689" cy="852224"/>
            </a:xfrm>
            <a:custGeom>
              <a:avLst/>
              <a:gdLst/>
              <a:ahLst/>
              <a:cxnLst/>
              <a:rect l="l" t="t" r="r" b="b"/>
              <a:pathLst>
                <a:path w="4328" h="6330" extrusionOk="0">
                  <a:moveTo>
                    <a:pt x="1" y="1"/>
                  </a:moveTo>
                  <a:cubicBezTo>
                    <a:pt x="1" y="417"/>
                    <a:pt x="340" y="747"/>
                    <a:pt x="747" y="747"/>
                  </a:cubicBezTo>
                  <a:lnTo>
                    <a:pt x="2045" y="747"/>
                  </a:lnTo>
                  <a:cubicBezTo>
                    <a:pt x="2045" y="747"/>
                    <a:pt x="1850" y="1808"/>
                    <a:pt x="3080" y="1808"/>
                  </a:cubicBezTo>
                  <a:cubicBezTo>
                    <a:pt x="3080" y="1808"/>
                    <a:pt x="3402" y="6329"/>
                    <a:pt x="4107" y="6329"/>
                  </a:cubicBezTo>
                  <a:lnTo>
                    <a:pt x="4327" y="6329"/>
                  </a:lnTo>
                  <a:lnTo>
                    <a:pt x="43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63"/>
            <p:cNvSpPr/>
            <p:nvPr/>
          </p:nvSpPr>
          <p:spPr>
            <a:xfrm>
              <a:off x="12834062" y="4692232"/>
              <a:ext cx="194275" cy="174888"/>
            </a:xfrm>
            <a:custGeom>
              <a:avLst/>
              <a:gdLst/>
              <a:ahLst/>
              <a:cxnLst/>
              <a:rect l="l" t="t" r="r" b="b"/>
              <a:pathLst>
                <a:path w="1443" h="1299" extrusionOk="0">
                  <a:moveTo>
                    <a:pt x="722" y="0"/>
                  </a:moveTo>
                  <a:cubicBezTo>
                    <a:pt x="510" y="0"/>
                    <a:pt x="314" y="94"/>
                    <a:pt x="187" y="246"/>
                  </a:cubicBezTo>
                  <a:cubicBezTo>
                    <a:pt x="187" y="246"/>
                    <a:pt x="1" y="1256"/>
                    <a:pt x="1146" y="1298"/>
                  </a:cubicBezTo>
                  <a:cubicBezTo>
                    <a:pt x="1324" y="1171"/>
                    <a:pt x="1443" y="959"/>
                    <a:pt x="1443" y="721"/>
                  </a:cubicBezTo>
                  <a:cubicBezTo>
                    <a:pt x="1443" y="323"/>
                    <a:pt x="1120" y="0"/>
                    <a:pt x="7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63"/>
            <p:cNvSpPr/>
            <p:nvPr/>
          </p:nvSpPr>
          <p:spPr>
            <a:xfrm>
              <a:off x="12836351" y="4679711"/>
              <a:ext cx="177176" cy="168021"/>
            </a:xfrm>
            <a:custGeom>
              <a:avLst/>
              <a:gdLst/>
              <a:ahLst/>
              <a:cxnLst/>
              <a:rect l="l" t="t" r="r" b="b"/>
              <a:pathLst>
                <a:path w="1316" h="1248" extrusionOk="0">
                  <a:moveTo>
                    <a:pt x="662" y="0"/>
                  </a:moveTo>
                  <a:cubicBezTo>
                    <a:pt x="467" y="0"/>
                    <a:pt x="289" y="93"/>
                    <a:pt x="170" y="238"/>
                  </a:cubicBezTo>
                  <a:cubicBezTo>
                    <a:pt x="170" y="238"/>
                    <a:pt x="1" y="1205"/>
                    <a:pt x="1044" y="1247"/>
                  </a:cubicBezTo>
                  <a:cubicBezTo>
                    <a:pt x="1205" y="1120"/>
                    <a:pt x="1315" y="916"/>
                    <a:pt x="1315" y="687"/>
                  </a:cubicBezTo>
                  <a:cubicBezTo>
                    <a:pt x="1315" y="305"/>
                    <a:pt x="1018" y="0"/>
                    <a:pt x="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63"/>
            <p:cNvSpPr/>
            <p:nvPr/>
          </p:nvSpPr>
          <p:spPr>
            <a:xfrm>
              <a:off x="12870548" y="4722255"/>
              <a:ext cx="130459" cy="102590"/>
            </a:xfrm>
            <a:custGeom>
              <a:avLst/>
              <a:gdLst/>
              <a:ahLst/>
              <a:cxnLst/>
              <a:rect l="l" t="t" r="r" b="b"/>
              <a:pathLst>
                <a:path w="969" h="762" extrusionOk="0">
                  <a:moveTo>
                    <a:pt x="432" y="1"/>
                  </a:moveTo>
                  <a:cubicBezTo>
                    <a:pt x="405" y="1"/>
                    <a:pt x="377" y="3"/>
                    <a:pt x="349" y="6"/>
                  </a:cubicBezTo>
                  <a:cubicBezTo>
                    <a:pt x="179" y="23"/>
                    <a:pt x="60" y="108"/>
                    <a:pt x="1" y="219"/>
                  </a:cubicBezTo>
                  <a:cubicBezTo>
                    <a:pt x="1" y="219"/>
                    <a:pt x="59" y="762"/>
                    <a:pt x="741" y="762"/>
                  </a:cubicBezTo>
                  <a:cubicBezTo>
                    <a:pt x="752" y="762"/>
                    <a:pt x="762" y="762"/>
                    <a:pt x="773" y="761"/>
                  </a:cubicBezTo>
                  <a:cubicBezTo>
                    <a:pt x="883" y="694"/>
                    <a:pt x="968" y="575"/>
                    <a:pt x="960" y="431"/>
                  </a:cubicBezTo>
                  <a:cubicBezTo>
                    <a:pt x="944" y="191"/>
                    <a:pt x="711" y="1"/>
                    <a:pt x="4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63"/>
            <p:cNvSpPr/>
            <p:nvPr/>
          </p:nvSpPr>
          <p:spPr>
            <a:xfrm>
              <a:off x="12886704" y="4735584"/>
              <a:ext cx="103936" cy="92627"/>
            </a:xfrm>
            <a:custGeom>
              <a:avLst/>
              <a:gdLst/>
              <a:ahLst/>
              <a:cxnLst/>
              <a:rect l="l" t="t" r="r" b="b"/>
              <a:pathLst>
                <a:path w="772" h="688" extrusionOk="0">
                  <a:moveTo>
                    <a:pt x="381" y="0"/>
                  </a:moveTo>
                  <a:cubicBezTo>
                    <a:pt x="375" y="0"/>
                    <a:pt x="370" y="1"/>
                    <a:pt x="365" y="1"/>
                  </a:cubicBezTo>
                  <a:cubicBezTo>
                    <a:pt x="246" y="1"/>
                    <a:pt x="144" y="60"/>
                    <a:pt x="76" y="145"/>
                  </a:cubicBezTo>
                  <a:cubicBezTo>
                    <a:pt x="76" y="145"/>
                    <a:pt x="1" y="688"/>
                    <a:pt x="605" y="688"/>
                  </a:cubicBezTo>
                  <a:cubicBezTo>
                    <a:pt x="610" y="688"/>
                    <a:pt x="614" y="688"/>
                    <a:pt x="619" y="688"/>
                  </a:cubicBezTo>
                  <a:cubicBezTo>
                    <a:pt x="712" y="612"/>
                    <a:pt x="772" y="501"/>
                    <a:pt x="763" y="366"/>
                  </a:cubicBezTo>
                  <a:cubicBezTo>
                    <a:pt x="755" y="159"/>
                    <a:pt x="585" y="0"/>
                    <a:pt x="3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63"/>
            <p:cNvSpPr/>
            <p:nvPr/>
          </p:nvSpPr>
          <p:spPr>
            <a:xfrm>
              <a:off x="12999661" y="4892028"/>
              <a:ext cx="158866" cy="584978"/>
            </a:xfrm>
            <a:custGeom>
              <a:avLst/>
              <a:gdLst/>
              <a:ahLst/>
              <a:cxnLst/>
              <a:rect l="l" t="t" r="r" b="b"/>
              <a:pathLst>
                <a:path w="1180" h="4345" extrusionOk="0">
                  <a:moveTo>
                    <a:pt x="1" y="1"/>
                  </a:moveTo>
                  <a:cubicBezTo>
                    <a:pt x="68" y="832"/>
                    <a:pt x="399" y="4344"/>
                    <a:pt x="1019" y="4344"/>
                  </a:cubicBezTo>
                  <a:lnTo>
                    <a:pt x="1171" y="4344"/>
                  </a:lnTo>
                  <a:cubicBezTo>
                    <a:pt x="1171" y="4217"/>
                    <a:pt x="1180" y="4090"/>
                    <a:pt x="1180" y="3963"/>
                  </a:cubicBezTo>
                  <a:cubicBezTo>
                    <a:pt x="1180" y="2300"/>
                    <a:pt x="866" y="883"/>
                    <a:pt x="433" y="289"/>
                  </a:cubicBezTo>
                  <a:lnTo>
                    <a:pt x="433" y="289"/>
                  </a:lnTo>
                  <a:cubicBezTo>
                    <a:pt x="527" y="1952"/>
                    <a:pt x="866" y="3538"/>
                    <a:pt x="866" y="3538"/>
                  </a:cubicBezTo>
                  <a:cubicBezTo>
                    <a:pt x="560" y="2851"/>
                    <a:pt x="281" y="1443"/>
                    <a:pt x="179" y="52"/>
                  </a:cubicBezTo>
                  <a:cubicBezTo>
                    <a:pt x="119" y="18"/>
                    <a:pt x="60" y="1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63"/>
            <p:cNvSpPr/>
            <p:nvPr/>
          </p:nvSpPr>
          <p:spPr>
            <a:xfrm>
              <a:off x="12788421" y="4693578"/>
              <a:ext cx="81183" cy="101513"/>
            </a:xfrm>
            <a:custGeom>
              <a:avLst/>
              <a:gdLst/>
              <a:ahLst/>
              <a:cxnLst/>
              <a:rect l="l" t="t" r="r" b="b"/>
              <a:pathLst>
                <a:path w="603" h="754" extrusionOk="0">
                  <a:moveTo>
                    <a:pt x="411" y="0"/>
                  </a:moveTo>
                  <a:cubicBezTo>
                    <a:pt x="374" y="0"/>
                    <a:pt x="330" y="21"/>
                    <a:pt x="280" y="75"/>
                  </a:cubicBezTo>
                  <a:cubicBezTo>
                    <a:pt x="0" y="372"/>
                    <a:pt x="323" y="754"/>
                    <a:pt x="323" y="754"/>
                  </a:cubicBezTo>
                  <a:cubicBezTo>
                    <a:pt x="323" y="754"/>
                    <a:pt x="348" y="457"/>
                    <a:pt x="603" y="296"/>
                  </a:cubicBezTo>
                  <a:cubicBezTo>
                    <a:pt x="603" y="296"/>
                    <a:pt x="550" y="0"/>
                    <a:pt x="4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63"/>
            <p:cNvSpPr/>
            <p:nvPr/>
          </p:nvSpPr>
          <p:spPr>
            <a:xfrm>
              <a:off x="11384733" y="4624781"/>
              <a:ext cx="582555" cy="852224"/>
            </a:xfrm>
            <a:custGeom>
              <a:avLst/>
              <a:gdLst/>
              <a:ahLst/>
              <a:cxnLst/>
              <a:rect l="l" t="t" r="r" b="b"/>
              <a:pathLst>
                <a:path w="4327" h="6330" extrusionOk="0">
                  <a:moveTo>
                    <a:pt x="1" y="1"/>
                  </a:moveTo>
                  <a:lnTo>
                    <a:pt x="1" y="6329"/>
                  </a:lnTo>
                  <a:lnTo>
                    <a:pt x="221" y="6329"/>
                  </a:lnTo>
                  <a:cubicBezTo>
                    <a:pt x="925" y="6329"/>
                    <a:pt x="1256" y="1808"/>
                    <a:pt x="1256" y="1808"/>
                  </a:cubicBezTo>
                  <a:cubicBezTo>
                    <a:pt x="2486" y="1808"/>
                    <a:pt x="2283" y="747"/>
                    <a:pt x="2283" y="747"/>
                  </a:cubicBezTo>
                  <a:lnTo>
                    <a:pt x="3580" y="747"/>
                  </a:lnTo>
                  <a:cubicBezTo>
                    <a:pt x="3996" y="747"/>
                    <a:pt x="4327" y="417"/>
                    <a:pt x="43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63"/>
            <p:cNvSpPr/>
            <p:nvPr/>
          </p:nvSpPr>
          <p:spPr>
            <a:xfrm>
              <a:off x="11523001" y="4692232"/>
              <a:ext cx="194275" cy="174888"/>
            </a:xfrm>
            <a:custGeom>
              <a:avLst/>
              <a:gdLst/>
              <a:ahLst/>
              <a:cxnLst/>
              <a:rect l="l" t="t" r="r" b="b"/>
              <a:pathLst>
                <a:path w="1443" h="1299" extrusionOk="0">
                  <a:moveTo>
                    <a:pt x="721" y="0"/>
                  </a:moveTo>
                  <a:cubicBezTo>
                    <a:pt x="322" y="0"/>
                    <a:pt x="0" y="323"/>
                    <a:pt x="0" y="721"/>
                  </a:cubicBezTo>
                  <a:cubicBezTo>
                    <a:pt x="0" y="959"/>
                    <a:pt x="119" y="1171"/>
                    <a:pt x="305" y="1298"/>
                  </a:cubicBezTo>
                  <a:cubicBezTo>
                    <a:pt x="1442" y="1256"/>
                    <a:pt x="1256" y="246"/>
                    <a:pt x="1256" y="246"/>
                  </a:cubicBezTo>
                  <a:cubicBezTo>
                    <a:pt x="1128" y="94"/>
                    <a:pt x="933" y="0"/>
                    <a:pt x="7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63"/>
            <p:cNvSpPr/>
            <p:nvPr/>
          </p:nvSpPr>
          <p:spPr>
            <a:xfrm>
              <a:off x="11537811" y="4679711"/>
              <a:ext cx="177176" cy="168021"/>
            </a:xfrm>
            <a:custGeom>
              <a:avLst/>
              <a:gdLst/>
              <a:ahLst/>
              <a:cxnLst/>
              <a:rect l="l" t="t" r="r" b="b"/>
              <a:pathLst>
                <a:path w="1316" h="1248" extrusionOk="0">
                  <a:moveTo>
                    <a:pt x="654" y="0"/>
                  </a:moveTo>
                  <a:cubicBezTo>
                    <a:pt x="297" y="0"/>
                    <a:pt x="0" y="305"/>
                    <a:pt x="0" y="687"/>
                  </a:cubicBezTo>
                  <a:cubicBezTo>
                    <a:pt x="0" y="916"/>
                    <a:pt x="111" y="1120"/>
                    <a:pt x="280" y="1247"/>
                  </a:cubicBezTo>
                  <a:cubicBezTo>
                    <a:pt x="1315" y="1205"/>
                    <a:pt x="1146" y="238"/>
                    <a:pt x="1146" y="238"/>
                  </a:cubicBezTo>
                  <a:cubicBezTo>
                    <a:pt x="1027" y="93"/>
                    <a:pt x="849" y="0"/>
                    <a:pt x="6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63"/>
            <p:cNvSpPr/>
            <p:nvPr/>
          </p:nvSpPr>
          <p:spPr>
            <a:xfrm>
              <a:off x="11550332" y="4722255"/>
              <a:ext cx="131536" cy="102590"/>
            </a:xfrm>
            <a:custGeom>
              <a:avLst/>
              <a:gdLst/>
              <a:ahLst/>
              <a:cxnLst/>
              <a:rect l="l" t="t" r="r" b="b"/>
              <a:pathLst>
                <a:path w="977" h="762" extrusionOk="0">
                  <a:moveTo>
                    <a:pt x="543" y="1"/>
                  </a:moveTo>
                  <a:cubicBezTo>
                    <a:pt x="258" y="1"/>
                    <a:pt x="25" y="191"/>
                    <a:pt x="9" y="431"/>
                  </a:cubicBezTo>
                  <a:cubicBezTo>
                    <a:pt x="1" y="575"/>
                    <a:pt x="85" y="694"/>
                    <a:pt x="196" y="761"/>
                  </a:cubicBezTo>
                  <a:cubicBezTo>
                    <a:pt x="206" y="762"/>
                    <a:pt x="217" y="762"/>
                    <a:pt x="227" y="762"/>
                  </a:cubicBezTo>
                  <a:cubicBezTo>
                    <a:pt x="910" y="762"/>
                    <a:pt x="976" y="219"/>
                    <a:pt x="976" y="219"/>
                  </a:cubicBezTo>
                  <a:cubicBezTo>
                    <a:pt x="908" y="108"/>
                    <a:pt x="790" y="23"/>
                    <a:pt x="620" y="6"/>
                  </a:cubicBezTo>
                  <a:lnTo>
                    <a:pt x="628" y="6"/>
                  </a:lnTo>
                  <a:cubicBezTo>
                    <a:pt x="600" y="3"/>
                    <a:pt x="571" y="1"/>
                    <a:pt x="5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63"/>
            <p:cNvSpPr/>
            <p:nvPr/>
          </p:nvSpPr>
          <p:spPr>
            <a:xfrm>
              <a:off x="11560564" y="4735584"/>
              <a:ext cx="103936" cy="92627"/>
            </a:xfrm>
            <a:custGeom>
              <a:avLst/>
              <a:gdLst/>
              <a:ahLst/>
              <a:cxnLst/>
              <a:rect l="l" t="t" r="r" b="b"/>
              <a:pathLst>
                <a:path w="772" h="688" extrusionOk="0">
                  <a:moveTo>
                    <a:pt x="400" y="0"/>
                  </a:moveTo>
                  <a:cubicBezTo>
                    <a:pt x="187" y="0"/>
                    <a:pt x="18" y="159"/>
                    <a:pt x="9" y="366"/>
                  </a:cubicBezTo>
                  <a:cubicBezTo>
                    <a:pt x="1" y="501"/>
                    <a:pt x="60" y="612"/>
                    <a:pt x="154" y="688"/>
                  </a:cubicBezTo>
                  <a:cubicBezTo>
                    <a:pt x="158" y="688"/>
                    <a:pt x="163" y="688"/>
                    <a:pt x="168" y="688"/>
                  </a:cubicBezTo>
                  <a:cubicBezTo>
                    <a:pt x="772" y="688"/>
                    <a:pt x="697" y="145"/>
                    <a:pt x="697" y="145"/>
                  </a:cubicBezTo>
                  <a:cubicBezTo>
                    <a:pt x="629" y="60"/>
                    <a:pt x="527" y="1"/>
                    <a:pt x="408" y="1"/>
                  </a:cubicBezTo>
                  <a:lnTo>
                    <a:pt x="417" y="1"/>
                  </a:lnTo>
                  <a:cubicBezTo>
                    <a:pt x="411" y="1"/>
                    <a:pt x="406" y="0"/>
                    <a:pt x="4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63"/>
            <p:cNvSpPr/>
            <p:nvPr/>
          </p:nvSpPr>
          <p:spPr>
            <a:xfrm>
              <a:off x="11392676" y="4892028"/>
              <a:ext cx="159001" cy="584978"/>
            </a:xfrm>
            <a:custGeom>
              <a:avLst/>
              <a:gdLst/>
              <a:ahLst/>
              <a:cxnLst/>
              <a:rect l="l" t="t" r="r" b="b"/>
              <a:pathLst>
                <a:path w="1181" h="4345" extrusionOk="0">
                  <a:moveTo>
                    <a:pt x="1180" y="1"/>
                  </a:moveTo>
                  <a:cubicBezTo>
                    <a:pt x="1121" y="1"/>
                    <a:pt x="1061" y="18"/>
                    <a:pt x="1002" y="52"/>
                  </a:cubicBezTo>
                  <a:cubicBezTo>
                    <a:pt x="900" y="1443"/>
                    <a:pt x="620" y="2851"/>
                    <a:pt x="323" y="3538"/>
                  </a:cubicBezTo>
                  <a:cubicBezTo>
                    <a:pt x="323" y="3538"/>
                    <a:pt x="654" y="1952"/>
                    <a:pt x="756" y="289"/>
                  </a:cubicBezTo>
                  <a:lnTo>
                    <a:pt x="756" y="289"/>
                  </a:lnTo>
                  <a:cubicBezTo>
                    <a:pt x="315" y="883"/>
                    <a:pt x="1" y="2300"/>
                    <a:pt x="1" y="3963"/>
                  </a:cubicBezTo>
                  <a:cubicBezTo>
                    <a:pt x="1" y="4090"/>
                    <a:pt x="9" y="4217"/>
                    <a:pt x="9" y="4344"/>
                  </a:cubicBezTo>
                  <a:lnTo>
                    <a:pt x="162" y="4344"/>
                  </a:lnTo>
                  <a:cubicBezTo>
                    <a:pt x="781" y="4344"/>
                    <a:pt x="1112" y="832"/>
                    <a:pt x="11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63"/>
            <p:cNvSpPr/>
            <p:nvPr/>
          </p:nvSpPr>
          <p:spPr>
            <a:xfrm>
              <a:off x="11681734" y="4693578"/>
              <a:ext cx="81183" cy="101513"/>
            </a:xfrm>
            <a:custGeom>
              <a:avLst/>
              <a:gdLst/>
              <a:ahLst/>
              <a:cxnLst/>
              <a:rect l="l" t="t" r="r" b="b"/>
              <a:pathLst>
                <a:path w="603" h="754" extrusionOk="0">
                  <a:moveTo>
                    <a:pt x="192" y="0"/>
                  </a:moveTo>
                  <a:cubicBezTo>
                    <a:pt x="53" y="0"/>
                    <a:pt x="0" y="296"/>
                    <a:pt x="0" y="296"/>
                  </a:cubicBezTo>
                  <a:cubicBezTo>
                    <a:pt x="255" y="457"/>
                    <a:pt x="280" y="754"/>
                    <a:pt x="280" y="754"/>
                  </a:cubicBezTo>
                  <a:cubicBezTo>
                    <a:pt x="280" y="754"/>
                    <a:pt x="602" y="372"/>
                    <a:pt x="323" y="75"/>
                  </a:cubicBezTo>
                  <a:cubicBezTo>
                    <a:pt x="272" y="21"/>
                    <a:pt x="229" y="0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63"/>
            <p:cNvSpPr/>
            <p:nvPr/>
          </p:nvSpPr>
          <p:spPr>
            <a:xfrm>
              <a:off x="11384733" y="1364093"/>
              <a:ext cx="193198" cy="3239123"/>
            </a:xfrm>
            <a:custGeom>
              <a:avLst/>
              <a:gdLst/>
              <a:ahLst/>
              <a:cxnLst/>
              <a:rect l="l" t="t" r="r" b="b"/>
              <a:pathLst>
                <a:path w="1435" h="24059" extrusionOk="0">
                  <a:moveTo>
                    <a:pt x="1" y="1"/>
                  </a:moveTo>
                  <a:lnTo>
                    <a:pt x="1" y="24059"/>
                  </a:lnTo>
                  <a:lnTo>
                    <a:pt x="1434" y="24059"/>
                  </a:lnTo>
                  <a:lnTo>
                    <a:pt x="1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63"/>
            <p:cNvSpPr/>
            <p:nvPr/>
          </p:nvSpPr>
          <p:spPr>
            <a:xfrm>
              <a:off x="12973408" y="1364093"/>
              <a:ext cx="193198" cy="3239123"/>
            </a:xfrm>
            <a:custGeom>
              <a:avLst/>
              <a:gdLst/>
              <a:ahLst/>
              <a:cxnLst/>
              <a:rect l="l" t="t" r="r" b="b"/>
              <a:pathLst>
                <a:path w="1435" h="24059" extrusionOk="0">
                  <a:moveTo>
                    <a:pt x="0" y="1"/>
                  </a:moveTo>
                  <a:lnTo>
                    <a:pt x="0" y="24059"/>
                  </a:lnTo>
                  <a:lnTo>
                    <a:pt x="1434" y="24059"/>
                  </a:lnTo>
                  <a:lnTo>
                    <a:pt x="1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63"/>
            <p:cNvSpPr/>
            <p:nvPr/>
          </p:nvSpPr>
          <p:spPr>
            <a:xfrm>
              <a:off x="11384733" y="4419196"/>
              <a:ext cx="193198" cy="184043"/>
            </a:xfrm>
            <a:custGeom>
              <a:avLst/>
              <a:gdLst/>
              <a:ahLst/>
              <a:cxnLst/>
              <a:rect l="l" t="t" r="r" b="b"/>
              <a:pathLst>
                <a:path w="1435" h="1367" extrusionOk="0">
                  <a:moveTo>
                    <a:pt x="1" y="1"/>
                  </a:moveTo>
                  <a:lnTo>
                    <a:pt x="1" y="1367"/>
                  </a:lnTo>
                  <a:lnTo>
                    <a:pt x="1434" y="1367"/>
                  </a:lnTo>
                  <a:lnTo>
                    <a:pt x="1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63"/>
            <p:cNvSpPr/>
            <p:nvPr/>
          </p:nvSpPr>
          <p:spPr>
            <a:xfrm>
              <a:off x="12973408" y="4419196"/>
              <a:ext cx="193198" cy="184043"/>
            </a:xfrm>
            <a:custGeom>
              <a:avLst/>
              <a:gdLst/>
              <a:ahLst/>
              <a:cxnLst/>
              <a:rect l="l" t="t" r="r" b="b"/>
              <a:pathLst>
                <a:path w="1435" h="1367" extrusionOk="0">
                  <a:moveTo>
                    <a:pt x="0" y="1"/>
                  </a:moveTo>
                  <a:lnTo>
                    <a:pt x="0" y="1367"/>
                  </a:lnTo>
                  <a:lnTo>
                    <a:pt x="1434" y="1367"/>
                  </a:lnTo>
                  <a:lnTo>
                    <a:pt x="14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63"/>
            <p:cNvSpPr/>
            <p:nvPr/>
          </p:nvSpPr>
          <p:spPr>
            <a:xfrm>
              <a:off x="11384733" y="1421312"/>
              <a:ext cx="193198" cy="443210"/>
            </a:xfrm>
            <a:custGeom>
              <a:avLst/>
              <a:gdLst/>
              <a:ahLst/>
              <a:cxnLst/>
              <a:rect l="l" t="t" r="r" b="b"/>
              <a:pathLst>
                <a:path w="1435" h="3292" extrusionOk="0">
                  <a:moveTo>
                    <a:pt x="1" y="0"/>
                  </a:moveTo>
                  <a:lnTo>
                    <a:pt x="1" y="3292"/>
                  </a:lnTo>
                  <a:lnTo>
                    <a:pt x="1434" y="3292"/>
                  </a:lnTo>
                  <a:lnTo>
                    <a:pt x="14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63"/>
            <p:cNvSpPr/>
            <p:nvPr/>
          </p:nvSpPr>
          <p:spPr>
            <a:xfrm>
              <a:off x="12973408" y="1421312"/>
              <a:ext cx="193198" cy="443210"/>
            </a:xfrm>
            <a:custGeom>
              <a:avLst/>
              <a:gdLst/>
              <a:ahLst/>
              <a:cxnLst/>
              <a:rect l="l" t="t" r="r" b="b"/>
              <a:pathLst>
                <a:path w="1435" h="3292" extrusionOk="0">
                  <a:moveTo>
                    <a:pt x="0" y="0"/>
                  </a:moveTo>
                  <a:lnTo>
                    <a:pt x="0" y="3292"/>
                  </a:lnTo>
                  <a:lnTo>
                    <a:pt x="1434" y="3292"/>
                  </a:lnTo>
                  <a:lnTo>
                    <a:pt x="14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63"/>
            <p:cNvSpPr/>
            <p:nvPr/>
          </p:nvSpPr>
          <p:spPr>
            <a:xfrm>
              <a:off x="11487587" y="1448031"/>
              <a:ext cx="59508" cy="3137476"/>
            </a:xfrm>
            <a:custGeom>
              <a:avLst/>
              <a:gdLst/>
              <a:ahLst/>
              <a:cxnLst/>
              <a:rect l="l" t="t" r="r" b="b"/>
              <a:pathLst>
                <a:path w="442" h="23304" extrusionOk="0">
                  <a:moveTo>
                    <a:pt x="1" y="0"/>
                  </a:moveTo>
                  <a:lnTo>
                    <a:pt x="1" y="23303"/>
                  </a:lnTo>
                  <a:lnTo>
                    <a:pt x="442" y="23303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63"/>
            <p:cNvSpPr/>
            <p:nvPr/>
          </p:nvSpPr>
          <p:spPr>
            <a:xfrm>
              <a:off x="12992795" y="1438411"/>
              <a:ext cx="59508" cy="3137476"/>
            </a:xfrm>
            <a:custGeom>
              <a:avLst/>
              <a:gdLst/>
              <a:ahLst/>
              <a:cxnLst/>
              <a:rect l="l" t="t" r="r" b="b"/>
              <a:pathLst>
                <a:path w="442" h="23304" extrusionOk="0">
                  <a:moveTo>
                    <a:pt x="1" y="0"/>
                  </a:moveTo>
                  <a:lnTo>
                    <a:pt x="1" y="23303"/>
                  </a:lnTo>
                  <a:lnTo>
                    <a:pt x="442" y="23303"/>
                  </a:lnTo>
                  <a:lnTo>
                    <a:pt x="4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63"/>
            <p:cNvSpPr/>
            <p:nvPr/>
          </p:nvSpPr>
          <p:spPr>
            <a:xfrm>
              <a:off x="11534311" y="1438411"/>
              <a:ext cx="56142" cy="3137476"/>
            </a:xfrm>
            <a:custGeom>
              <a:avLst/>
              <a:gdLst/>
              <a:ahLst/>
              <a:cxnLst/>
              <a:rect l="l" t="t" r="r" b="b"/>
              <a:pathLst>
                <a:path w="417" h="23304" extrusionOk="0">
                  <a:moveTo>
                    <a:pt x="1" y="0"/>
                  </a:moveTo>
                  <a:lnTo>
                    <a:pt x="1" y="23303"/>
                  </a:lnTo>
                  <a:lnTo>
                    <a:pt x="417" y="23303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63"/>
            <p:cNvSpPr/>
            <p:nvPr/>
          </p:nvSpPr>
          <p:spPr>
            <a:xfrm>
              <a:off x="12960887" y="1438411"/>
              <a:ext cx="56007" cy="3137476"/>
            </a:xfrm>
            <a:custGeom>
              <a:avLst/>
              <a:gdLst/>
              <a:ahLst/>
              <a:cxnLst/>
              <a:rect l="l" t="t" r="r" b="b"/>
              <a:pathLst>
                <a:path w="416" h="23304" extrusionOk="0">
                  <a:moveTo>
                    <a:pt x="0" y="0"/>
                  </a:moveTo>
                  <a:lnTo>
                    <a:pt x="0" y="23303"/>
                  </a:lnTo>
                  <a:lnTo>
                    <a:pt x="416" y="23303"/>
                  </a:lnTo>
                  <a:lnTo>
                    <a:pt x="4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63"/>
            <p:cNvSpPr/>
            <p:nvPr/>
          </p:nvSpPr>
          <p:spPr>
            <a:xfrm>
              <a:off x="11335592" y="4501457"/>
              <a:ext cx="1880008" cy="141768"/>
            </a:xfrm>
            <a:custGeom>
              <a:avLst/>
              <a:gdLst/>
              <a:ahLst/>
              <a:cxnLst/>
              <a:rect l="l" t="t" r="r" b="b"/>
              <a:pathLst>
                <a:path w="13964" h="1053" extrusionOk="0">
                  <a:moveTo>
                    <a:pt x="383" y="1"/>
                  </a:moveTo>
                  <a:cubicBezTo>
                    <a:pt x="171" y="1"/>
                    <a:pt x="1" y="170"/>
                    <a:pt x="1" y="382"/>
                  </a:cubicBezTo>
                  <a:lnTo>
                    <a:pt x="1" y="671"/>
                  </a:lnTo>
                  <a:cubicBezTo>
                    <a:pt x="1" y="883"/>
                    <a:pt x="171" y="1053"/>
                    <a:pt x="383" y="1053"/>
                  </a:cubicBezTo>
                  <a:lnTo>
                    <a:pt x="13582" y="1053"/>
                  </a:lnTo>
                  <a:cubicBezTo>
                    <a:pt x="13794" y="1053"/>
                    <a:pt x="13964" y="883"/>
                    <a:pt x="13964" y="671"/>
                  </a:cubicBezTo>
                  <a:lnTo>
                    <a:pt x="13964" y="382"/>
                  </a:lnTo>
                  <a:cubicBezTo>
                    <a:pt x="13964" y="170"/>
                    <a:pt x="13794" y="1"/>
                    <a:pt x="13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63"/>
            <p:cNvSpPr/>
            <p:nvPr/>
          </p:nvSpPr>
          <p:spPr>
            <a:xfrm>
              <a:off x="11503480" y="3704292"/>
              <a:ext cx="1545446" cy="77818"/>
            </a:xfrm>
            <a:custGeom>
              <a:avLst/>
              <a:gdLst/>
              <a:ahLst/>
              <a:cxnLst/>
              <a:rect l="l" t="t" r="r" b="b"/>
              <a:pathLst>
                <a:path w="11479" h="578" extrusionOk="0">
                  <a:moveTo>
                    <a:pt x="289" y="1"/>
                  </a:moveTo>
                  <a:cubicBezTo>
                    <a:pt x="128" y="1"/>
                    <a:pt x="1" y="128"/>
                    <a:pt x="1" y="289"/>
                  </a:cubicBezTo>
                  <a:cubicBezTo>
                    <a:pt x="1" y="450"/>
                    <a:pt x="128" y="577"/>
                    <a:pt x="289" y="577"/>
                  </a:cubicBezTo>
                  <a:lnTo>
                    <a:pt x="11181" y="577"/>
                  </a:lnTo>
                  <a:cubicBezTo>
                    <a:pt x="11343" y="577"/>
                    <a:pt x="11478" y="450"/>
                    <a:pt x="11478" y="289"/>
                  </a:cubicBezTo>
                  <a:cubicBezTo>
                    <a:pt x="11478" y="128"/>
                    <a:pt x="11343" y="1"/>
                    <a:pt x="111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63"/>
            <p:cNvSpPr/>
            <p:nvPr/>
          </p:nvSpPr>
          <p:spPr>
            <a:xfrm>
              <a:off x="11503480" y="2928803"/>
              <a:ext cx="1545446" cy="78895"/>
            </a:xfrm>
            <a:custGeom>
              <a:avLst/>
              <a:gdLst/>
              <a:ahLst/>
              <a:cxnLst/>
              <a:rect l="l" t="t" r="r" b="b"/>
              <a:pathLst>
                <a:path w="11479" h="586" extrusionOk="0">
                  <a:moveTo>
                    <a:pt x="289" y="1"/>
                  </a:moveTo>
                  <a:cubicBezTo>
                    <a:pt x="128" y="1"/>
                    <a:pt x="1" y="128"/>
                    <a:pt x="1" y="289"/>
                  </a:cubicBezTo>
                  <a:cubicBezTo>
                    <a:pt x="1" y="450"/>
                    <a:pt x="128" y="586"/>
                    <a:pt x="289" y="586"/>
                  </a:cubicBezTo>
                  <a:lnTo>
                    <a:pt x="11181" y="586"/>
                  </a:lnTo>
                  <a:cubicBezTo>
                    <a:pt x="11343" y="586"/>
                    <a:pt x="11478" y="450"/>
                    <a:pt x="11478" y="289"/>
                  </a:cubicBezTo>
                  <a:cubicBezTo>
                    <a:pt x="11478" y="128"/>
                    <a:pt x="11343" y="1"/>
                    <a:pt x="111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63"/>
            <p:cNvSpPr/>
            <p:nvPr/>
          </p:nvSpPr>
          <p:spPr>
            <a:xfrm>
              <a:off x="11503480" y="2153314"/>
              <a:ext cx="1545446" cy="79029"/>
            </a:xfrm>
            <a:custGeom>
              <a:avLst/>
              <a:gdLst/>
              <a:ahLst/>
              <a:cxnLst/>
              <a:rect l="l" t="t" r="r" b="b"/>
              <a:pathLst>
                <a:path w="11479" h="587" extrusionOk="0">
                  <a:moveTo>
                    <a:pt x="289" y="1"/>
                  </a:moveTo>
                  <a:cubicBezTo>
                    <a:pt x="128" y="1"/>
                    <a:pt x="1" y="136"/>
                    <a:pt x="1" y="298"/>
                  </a:cubicBezTo>
                  <a:cubicBezTo>
                    <a:pt x="1" y="459"/>
                    <a:pt x="128" y="586"/>
                    <a:pt x="289" y="586"/>
                  </a:cubicBezTo>
                  <a:lnTo>
                    <a:pt x="11181" y="586"/>
                  </a:lnTo>
                  <a:cubicBezTo>
                    <a:pt x="11343" y="586"/>
                    <a:pt x="11478" y="459"/>
                    <a:pt x="11478" y="298"/>
                  </a:cubicBezTo>
                  <a:cubicBezTo>
                    <a:pt x="11478" y="136"/>
                    <a:pt x="11343" y="1"/>
                    <a:pt x="111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63"/>
            <p:cNvSpPr/>
            <p:nvPr/>
          </p:nvSpPr>
          <p:spPr>
            <a:xfrm>
              <a:off x="11317416" y="1313875"/>
              <a:ext cx="1916494" cy="213796"/>
            </a:xfrm>
            <a:custGeom>
              <a:avLst/>
              <a:gdLst/>
              <a:ahLst/>
              <a:cxnLst/>
              <a:rect l="l" t="t" r="r" b="b"/>
              <a:pathLst>
                <a:path w="14235" h="1588" extrusionOk="0">
                  <a:moveTo>
                    <a:pt x="484" y="1"/>
                  </a:moveTo>
                  <a:cubicBezTo>
                    <a:pt x="212" y="1"/>
                    <a:pt x="0" y="213"/>
                    <a:pt x="0" y="476"/>
                  </a:cubicBezTo>
                  <a:lnTo>
                    <a:pt x="0" y="1103"/>
                  </a:lnTo>
                  <a:cubicBezTo>
                    <a:pt x="0" y="1375"/>
                    <a:pt x="212" y="1587"/>
                    <a:pt x="484" y="1587"/>
                  </a:cubicBezTo>
                  <a:lnTo>
                    <a:pt x="13760" y="1587"/>
                  </a:lnTo>
                  <a:cubicBezTo>
                    <a:pt x="14023" y="1587"/>
                    <a:pt x="14235" y="1375"/>
                    <a:pt x="14235" y="1103"/>
                  </a:cubicBezTo>
                  <a:lnTo>
                    <a:pt x="14235" y="476"/>
                  </a:lnTo>
                  <a:cubicBezTo>
                    <a:pt x="14235" y="213"/>
                    <a:pt x="14023" y="1"/>
                    <a:pt x="137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63"/>
            <p:cNvSpPr/>
            <p:nvPr/>
          </p:nvSpPr>
          <p:spPr>
            <a:xfrm>
              <a:off x="11599473" y="2381787"/>
              <a:ext cx="228606" cy="540280"/>
            </a:xfrm>
            <a:custGeom>
              <a:avLst/>
              <a:gdLst/>
              <a:ahLst/>
              <a:cxnLst/>
              <a:rect l="l" t="t" r="r" b="b"/>
              <a:pathLst>
                <a:path w="1698" h="4013" extrusionOk="0">
                  <a:moveTo>
                    <a:pt x="145" y="0"/>
                  </a:moveTo>
                  <a:lnTo>
                    <a:pt x="0" y="4013"/>
                  </a:lnTo>
                  <a:lnTo>
                    <a:pt x="1697" y="4013"/>
                  </a:lnTo>
                  <a:lnTo>
                    <a:pt x="1544" y="119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63"/>
            <p:cNvSpPr/>
            <p:nvPr/>
          </p:nvSpPr>
          <p:spPr>
            <a:xfrm>
              <a:off x="12532618" y="2297238"/>
              <a:ext cx="153077" cy="624829"/>
            </a:xfrm>
            <a:custGeom>
              <a:avLst/>
              <a:gdLst/>
              <a:ahLst/>
              <a:cxnLst/>
              <a:rect l="l" t="t" r="r" b="b"/>
              <a:pathLst>
                <a:path w="1137" h="4641" extrusionOk="0">
                  <a:moveTo>
                    <a:pt x="0" y="1"/>
                  </a:moveTo>
                  <a:lnTo>
                    <a:pt x="42" y="4641"/>
                  </a:lnTo>
                  <a:lnTo>
                    <a:pt x="1137" y="4641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63"/>
            <p:cNvSpPr/>
            <p:nvPr/>
          </p:nvSpPr>
          <p:spPr>
            <a:xfrm>
              <a:off x="12702660" y="2297238"/>
              <a:ext cx="233183" cy="624829"/>
            </a:xfrm>
            <a:custGeom>
              <a:avLst/>
              <a:gdLst/>
              <a:ahLst/>
              <a:cxnLst/>
              <a:rect l="l" t="t" r="r" b="b"/>
              <a:pathLst>
                <a:path w="1732" h="4641" extrusionOk="0">
                  <a:moveTo>
                    <a:pt x="1" y="1"/>
                  </a:moveTo>
                  <a:lnTo>
                    <a:pt x="69" y="4641"/>
                  </a:lnTo>
                  <a:lnTo>
                    <a:pt x="1732" y="4641"/>
                  </a:lnTo>
                  <a:lnTo>
                    <a:pt x="13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63"/>
            <p:cNvSpPr/>
            <p:nvPr/>
          </p:nvSpPr>
          <p:spPr>
            <a:xfrm>
              <a:off x="12314377" y="2347456"/>
              <a:ext cx="203430" cy="574612"/>
            </a:xfrm>
            <a:custGeom>
              <a:avLst/>
              <a:gdLst/>
              <a:ahLst/>
              <a:cxnLst/>
              <a:rect l="l" t="t" r="r" b="b"/>
              <a:pathLst>
                <a:path w="1511" h="4268" extrusionOk="0">
                  <a:moveTo>
                    <a:pt x="1" y="1"/>
                  </a:moveTo>
                  <a:lnTo>
                    <a:pt x="43" y="4268"/>
                  </a:lnTo>
                  <a:lnTo>
                    <a:pt x="1511" y="4268"/>
                  </a:lnTo>
                  <a:lnTo>
                    <a:pt x="1350" y="6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63"/>
            <p:cNvSpPr/>
            <p:nvPr/>
          </p:nvSpPr>
          <p:spPr>
            <a:xfrm>
              <a:off x="12187687" y="2339513"/>
              <a:ext cx="101782" cy="582555"/>
            </a:xfrm>
            <a:custGeom>
              <a:avLst/>
              <a:gdLst/>
              <a:ahLst/>
              <a:cxnLst/>
              <a:rect l="l" t="t" r="r" b="b"/>
              <a:pathLst>
                <a:path w="756" h="4327" extrusionOk="0">
                  <a:moveTo>
                    <a:pt x="0" y="0"/>
                  </a:moveTo>
                  <a:lnTo>
                    <a:pt x="34" y="4327"/>
                  </a:lnTo>
                  <a:lnTo>
                    <a:pt x="755" y="4327"/>
                  </a:lnTo>
                  <a:lnTo>
                    <a:pt x="594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63"/>
            <p:cNvSpPr/>
            <p:nvPr/>
          </p:nvSpPr>
          <p:spPr>
            <a:xfrm>
              <a:off x="11829023" y="2526788"/>
              <a:ext cx="190909" cy="395281"/>
            </a:xfrm>
            <a:custGeom>
              <a:avLst/>
              <a:gdLst/>
              <a:ahLst/>
              <a:cxnLst/>
              <a:rect l="l" t="t" r="r" b="b"/>
              <a:pathLst>
                <a:path w="1418" h="2936" extrusionOk="0">
                  <a:moveTo>
                    <a:pt x="0" y="1"/>
                  </a:moveTo>
                  <a:lnTo>
                    <a:pt x="145" y="2936"/>
                  </a:lnTo>
                  <a:lnTo>
                    <a:pt x="1417" y="2936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63"/>
            <p:cNvSpPr/>
            <p:nvPr/>
          </p:nvSpPr>
          <p:spPr>
            <a:xfrm>
              <a:off x="12044841" y="2387442"/>
              <a:ext cx="133825" cy="534626"/>
            </a:xfrm>
            <a:custGeom>
              <a:avLst/>
              <a:gdLst/>
              <a:ahLst/>
              <a:cxnLst/>
              <a:rect l="l" t="t" r="r" b="b"/>
              <a:pathLst>
                <a:path w="994" h="3971" extrusionOk="0">
                  <a:moveTo>
                    <a:pt x="1" y="1"/>
                  </a:moveTo>
                  <a:lnTo>
                    <a:pt x="26" y="3971"/>
                  </a:lnTo>
                  <a:lnTo>
                    <a:pt x="993" y="3971"/>
                  </a:lnTo>
                  <a:lnTo>
                    <a:pt x="883" y="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63"/>
            <p:cNvSpPr/>
            <p:nvPr/>
          </p:nvSpPr>
          <p:spPr>
            <a:xfrm>
              <a:off x="12566815" y="2864852"/>
              <a:ext cx="93839" cy="36755"/>
            </a:xfrm>
            <a:custGeom>
              <a:avLst/>
              <a:gdLst/>
              <a:ahLst/>
              <a:cxnLst/>
              <a:rect l="l" t="t" r="r" b="b"/>
              <a:pathLst>
                <a:path w="697" h="273" extrusionOk="0">
                  <a:moveTo>
                    <a:pt x="1" y="1"/>
                  </a:moveTo>
                  <a:lnTo>
                    <a:pt x="9" y="272"/>
                  </a:lnTo>
                  <a:lnTo>
                    <a:pt x="696" y="272"/>
                  </a:lnTo>
                  <a:lnTo>
                    <a:pt x="6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63"/>
            <p:cNvSpPr/>
            <p:nvPr/>
          </p:nvSpPr>
          <p:spPr>
            <a:xfrm>
              <a:off x="12564526" y="2804402"/>
              <a:ext cx="94916" cy="36620"/>
            </a:xfrm>
            <a:custGeom>
              <a:avLst/>
              <a:gdLst/>
              <a:ahLst/>
              <a:cxnLst/>
              <a:rect l="l" t="t" r="r" b="b"/>
              <a:pathLst>
                <a:path w="705" h="272" extrusionOk="0">
                  <a:moveTo>
                    <a:pt x="1" y="0"/>
                  </a:moveTo>
                  <a:lnTo>
                    <a:pt x="9" y="271"/>
                  </a:lnTo>
                  <a:lnTo>
                    <a:pt x="705" y="271"/>
                  </a:lnTo>
                  <a:lnTo>
                    <a:pt x="6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63"/>
            <p:cNvSpPr/>
            <p:nvPr/>
          </p:nvSpPr>
          <p:spPr>
            <a:xfrm>
              <a:off x="12365807" y="2847754"/>
              <a:ext cx="104071" cy="46987"/>
            </a:xfrm>
            <a:custGeom>
              <a:avLst/>
              <a:gdLst/>
              <a:ahLst/>
              <a:cxnLst/>
              <a:rect l="l" t="t" r="r" b="b"/>
              <a:pathLst>
                <a:path w="773" h="349" extrusionOk="0">
                  <a:moveTo>
                    <a:pt x="1" y="0"/>
                  </a:moveTo>
                  <a:lnTo>
                    <a:pt x="9" y="348"/>
                  </a:lnTo>
                  <a:lnTo>
                    <a:pt x="772" y="348"/>
                  </a:lnTo>
                  <a:lnTo>
                    <a:pt x="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63"/>
            <p:cNvSpPr/>
            <p:nvPr/>
          </p:nvSpPr>
          <p:spPr>
            <a:xfrm>
              <a:off x="12556583" y="2334935"/>
              <a:ext cx="67451" cy="33254"/>
            </a:xfrm>
            <a:custGeom>
              <a:avLst/>
              <a:gdLst/>
              <a:ahLst/>
              <a:cxnLst/>
              <a:rect l="l" t="t" r="r" b="b"/>
              <a:pathLst>
                <a:path w="501" h="247" extrusionOk="0">
                  <a:moveTo>
                    <a:pt x="0" y="1"/>
                  </a:moveTo>
                  <a:lnTo>
                    <a:pt x="0" y="247"/>
                  </a:lnTo>
                  <a:lnTo>
                    <a:pt x="501" y="24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63"/>
            <p:cNvSpPr/>
            <p:nvPr/>
          </p:nvSpPr>
          <p:spPr>
            <a:xfrm>
              <a:off x="12203574" y="2872796"/>
              <a:ext cx="64085" cy="28811"/>
            </a:xfrm>
            <a:custGeom>
              <a:avLst/>
              <a:gdLst/>
              <a:ahLst/>
              <a:cxnLst/>
              <a:rect l="l" t="t" r="r" b="b"/>
              <a:pathLst>
                <a:path w="476" h="214" extrusionOk="0">
                  <a:moveTo>
                    <a:pt x="1" y="1"/>
                  </a:moveTo>
                  <a:lnTo>
                    <a:pt x="9" y="213"/>
                  </a:lnTo>
                  <a:lnTo>
                    <a:pt x="476" y="213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63"/>
            <p:cNvSpPr/>
            <p:nvPr/>
          </p:nvSpPr>
          <p:spPr>
            <a:xfrm>
              <a:off x="12070017" y="2831732"/>
              <a:ext cx="73240" cy="65297"/>
            </a:xfrm>
            <a:custGeom>
              <a:avLst/>
              <a:gdLst/>
              <a:ahLst/>
              <a:cxnLst/>
              <a:rect l="l" t="t" r="r" b="b"/>
              <a:pathLst>
                <a:path w="544" h="485" extrusionOk="0">
                  <a:moveTo>
                    <a:pt x="0" y="1"/>
                  </a:moveTo>
                  <a:lnTo>
                    <a:pt x="9" y="484"/>
                  </a:lnTo>
                  <a:lnTo>
                    <a:pt x="543" y="484"/>
                  </a:lnTo>
                  <a:lnTo>
                    <a:pt x="5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63"/>
            <p:cNvSpPr/>
            <p:nvPr/>
          </p:nvSpPr>
          <p:spPr>
            <a:xfrm>
              <a:off x="11657770" y="2410330"/>
              <a:ext cx="89127" cy="60585"/>
            </a:xfrm>
            <a:custGeom>
              <a:avLst/>
              <a:gdLst/>
              <a:ahLst/>
              <a:cxnLst/>
              <a:rect l="l" t="t" r="r" b="b"/>
              <a:pathLst>
                <a:path w="662" h="450" extrusionOk="0">
                  <a:moveTo>
                    <a:pt x="0" y="0"/>
                  </a:moveTo>
                  <a:lnTo>
                    <a:pt x="0" y="425"/>
                  </a:lnTo>
                  <a:lnTo>
                    <a:pt x="662" y="450"/>
                  </a:lnTo>
                  <a:lnTo>
                    <a:pt x="662" y="450"/>
                  </a:lnTo>
                  <a:lnTo>
                    <a:pt x="653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63"/>
            <p:cNvSpPr/>
            <p:nvPr/>
          </p:nvSpPr>
          <p:spPr>
            <a:xfrm>
              <a:off x="12730125" y="2841965"/>
              <a:ext cx="173676" cy="60719"/>
            </a:xfrm>
            <a:custGeom>
              <a:avLst/>
              <a:gdLst/>
              <a:ahLst/>
              <a:cxnLst/>
              <a:rect l="l" t="t" r="r" b="b"/>
              <a:pathLst>
                <a:path w="1290" h="451" extrusionOk="0">
                  <a:moveTo>
                    <a:pt x="1" y="1"/>
                  </a:moveTo>
                  <a:lnTo>
                    <a:pt x="18" y="425"/>
                  </a:lnTo>
                  <a:lnTo>
                    <a:pt x="1290" y="451"/>
                  </a:lnTo>
                  <a:lnTo>
                    <a:pt x="1290" y="451"/>
                  </a:lnTo>
                  <a:lnTo>
                    <a:pt x="1282" y="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63"/>
            <p:cNvSpPr/>
            <p:nvPr/>
          </p:nvSpPr>
          <p:spPr>
            <a:xfrm>
              <a:off x="12727836" y="2322414"/>
              <a:ext cx="118880" cy="61796"/>
            </a:xfrm>
            <a:custGeom>
              <a:avLst/>
              <a:gdLst/>
              <a:ahLst/>
              <a:cxnLst/>
              <a:rect l="l" t="t" r="r" b="b"/>
              <a:pathLst>
                <a:path w="883" h="459" extrusionOk="0">
                  <a:moveTo>
                    <a:pt x="874" y="0"/>
                  </a:moveTo>
                  <a:lnTo>
                    <a:pt x="1" y="43"/>
                  </a:lnTo>
                  <a:lnTo>
                    <a:pt x="9" y="458"/>
                  </a:lnTo>
                  <a:lnTo>
                    <a:pt x="883" y="416"/>
                  </a:lnTo>
                  <a:lnTo>
                    <a:pt x="8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63"/>
            <p:cNvSpPr/>
            <p:nvPr/>
          </p:nvSpPr>
          <p:spPr>
            <a:xfrm>
              <a:off x="11861066" y="2862563"/>
              <a:ext cx="131401" cy="35543"/>
            </a:xfrm>
            <a:custGeom>
              <a:avLst/>
              <a:gdLst/>
              <a:ahLst/>
              <a:cxnLst/>
              <a:rect l="l" t="t" r="r" b="b"/>
              <a:pathLst>
                <a:path w="976" h="264" extrusionOk="0">
                  <a:moveTo>
                    <a:pt x="0" y="1"/>
                  </a:moveTo>
                  <a:lnTo>
                    <a:pt x="9" y="264"/>
                  </a:lnTo>
                  <a:lnTo>
                    <a:pt x="976" y="264"/>
                  </a:lnTo>
                  <a:lnTo>
                    <a:pt x="9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63"/>
            <p:cNvSpPr/>
            <p:nvPr/>
          </p:nvSpPr>
          <p:spPr>
            <a:xfrm>
              <a:off x="11610917" y="3172086"/>
              <a:ext cx="228471" cy="539203"/>
            </a:xfrm>
            <a:custGeom>
              <a:avLst/>
              <a:gdLst/>
              <a:ahLst/>
              <a:cxnLst/>
              <a:rect l="l" t="t" r="r" b="b"/>
              <a:pathLst>
                <a:path w="1697" h="4005" extrusionOk="0">
                  <a:moveTo>
                    <a:pt x="144" y="1"/>
                  </a:moveTo>
                  <a:lnTo>
                    <a:pt x="0" y="4005"/>
                  </a:lnTo>
                  <a:lnTo>
                    <a:pt x="1697" y="4005"/>
                  </a:lnTo>
                  <a:lnTo>
                    <a:pt x="1544" y="111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63"/>
            <p:cNvSpPr/>
            <p:nvPr/>
          </p:nvSpPr>
          <p:spPr>
            <a:xfrm>
              <a:off x="12543927" y="3086459"/>
              <a:ext cx="153212" cy="624829"/>
            </a:xfrm>
            <a:custGeom>
              <a:avLst/>
              <a:gdLst/>
              <a:ahLst/>
              <a:cxnLst/>
              <a:rect l="l" t="t" r="r" b="b"/>
              <a:pathLst>
                <a:path w="1138" h="4641" extrusionOk="0">
                  <a:moveTo>
                    <a:pt x="1" y="0"/>
                  </a:moveTo>
                  <a:lnTo>
                    <a:pt x="43" y="4641"/>
                  </a:lnTo>
                  <a:lnTo>
                    <a:pt x="1138" y="4641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63"/>
            <p:cNvSpPr/>
            <p:nvPr/>
          </p:nvSpPr>
          <p:spPr>
            <a:xfrm>
              <a:off x="12714104" y="3086459"/>
              <a:ext cx="233183" cy="624829"/>
            </a:xfrm>
            <a:custGeom>
              <a:avLst/>
              <a:gdLst/>
              <a:ahLst/>
              <a:cxnLst/>
              <a:rect l="l" t="t" r="r" b="b"/>
              <a:pathLst>
                <a:path w="1732" h="4641" extrusionOk="0">
                  <a:moveTo>
                    <a:pt x="1" y="0"/>
                  </a:moveTo>
                  <a:lnTo>
                    <a:pt x="69" y="4641"/>
                  </a:lnTo>
                  <a:lnTo>
                    <a:pt x="1731" y="4641"/>
                  </a:lnTo>
                  <a:lnTo>
                    <a:pt x="137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63"/>
            <p:cNvSpPr/>
            <p:nvPr/>
          </p:nvSpPr>
          <p:spPr>
            <a:xfrm>
              <a:off x="12325821" y="3137889"/>
              <a:ext cx="203430" cy="573400"/>
            </a:xfrm>
            <a:custGeom>
              <a:avLst/>
              <a:gdLst/>
              <a:ahLst/>
              <a:cxnLst/>
              <a:rect l="l" t="t" r="r" b="b"/>
              <a:pathLst>
                <a:path w="1511" h="4259" extrusionOk="0">
                  <a:moveTo>
                    <a:pt x="1" y="0"/>
                  </a:moveTo>
                  <a:lnTo>
                    <a:pt x="43" y="4259"/>
                  </a:lnTo>
                  <a:lnTo>
                    <a:pt x="1511" y="4259"/>
                  </a:lnTo>
                  <a:lnTo>
                    <a:pt x="1349" y="5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63"/>
            <p:cNvSpPr/>
            <p:nvPr/>
          </p:nvSpPr>
          <p:spPr>
            <a:xfrm>
              <a:off x="12200208" y="3129811"/>
              <a:ext cx="100570" cy="581478"/>
            </a:xfrm>
            <a:custGeom>
              <a:avLst/>
              <a:gdLst/>
              <a:ahLst/>
              <a:cxnLst/>
              <a:rect l="l" t="t" r="r" b="b"/>
              <a:pathLst>
                <a:path w="747" h="4319" extrusionOk="0">
                  <a:moveTo>
                    <a:pt x="0" y="1"/>
                  </a:moveTo>
                  <a:lnTo>
                    <a:pt x="26" y="4319"/>
                  </a:lnTo>
                  <a:lnTo>
                    <a:pt x="747" y="4319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63"/>
            <p:cNvSpPr/>
            <p:nvPr/>
          </p:nvSpPr>
          <p:spPr>
            <a:xfrm>
              <a:off x="11840467" y="3317086"/>
              <a:ext cx="190774" cy="394204"/>
            </a:xfrm>
            <a:custGeom>
              <a:avLst/>
              <a:gdLst/>
              <a:ahLst/>
              <a:cxnLst/>
              <a:rect l="l" t="t" r="r" b="b"/>
              <a:pathLst>
                <a:path w="1417" h="2928" extrusionOk="0">
                  <a:moveTo>
                    <a:pt x="0" y="1"/>
                  </a:moveTo>
                  <a:lnTo>
                    <a:pt x="145" y="2928"/>
                  </a:lnTo>
                  <a:lnTo>
                    <a:pt x="1417" y="2928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63"/>
            <p:cNvSpPr/>
            <p:nvPr/>
          </p:nvSpPr>
          <p:spPr>
            <a:xfrm>
              <a:off x="12056285" y="3176663"/>
              <a:ext cx="133825" cy="534626"/>
            </a:xfrm>
            <a:custGeom>
              <a:avLst/>
              <a:gdLst/>
              <a:ahLst/>
              <a:cxnLst/>
              <a:rect l="l" t="t" r="r" b="b"/>
              <a:pathLst>
                <a:path w="994" h="3971" extrusionOk="0">
                  <a:moveTo>
                    <a:pt x="1" y="0"/>
                  </a:moveTo>
                  <a:lnTo>
                    <a:pt x="35" y="3971"/>
                  </a:lnTo>
                  <a:lnTo>
                    <a:pt x="993" y="3971"/>
                  </a:lnTo>
                  <a:lnTo>
                    <a:pt x="883" y="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63"/>
            <p:cNvSpPr/>
            <p:nvPr/>
          </p:nvSpPr>
          <p:spPr>
            <a:xfrm>
              <a:off x="12578259" y="3655151"/>
              <a:ext cx="94916" cy="36755"/>
            </a:xfrm>
            <a:custGeom>
              <a:avLst/>
              <a:gdLst/>
              <a:ahLst/>
              <a:cxnLst/>
              <a:rect l="l" t="t" r="r" b="b"/>
              <a:pathLst>
                <a:path w="705" h="273" extrusionOk="0">
                  <a:moveTo>
                    <a:pt x="0" y="1"/>
                  </a:moveTo>
                  <a:lnTo>
                    <a:pt x="9" y="272"/>
                  </a:lnTo>
                  <a:lnTo>
                    <a:pt x="704" y="272"/>
                  </a:lnTo>
                  <a:lnTo>
                    <a:pt x="6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63"/>
            <p:cNvSpPr/>
            <p:nvPr/>
          </p:nvSpPr>
          <p:spPr>
            <a:xfrm>
              <a:off x="12577047" y="3594700"/>
              <a:ext cx="93839" cy="35543"/>
            </a:xfrm>
            <a:custGeom>
              <a:avLst/>
              <a:gdLst/>
              <a:ahLst/>
              <a:cxnLst/>
              <a:rect l="l" t="t" r="r" b="b"/>
              <a:pathLst>
                <a:path w="697" h="264" extrusionOk="0">
                  <a:moveTo>
                    <a:pt x="1" y="0"/>
                  </a:moveTo>
                  <a:lnTo>
                    <a:pt x="1" y="263"/>
                  </a:lnTo>
                  <a:lnTo>
                    <a:pt x="696" y="263"/>
                  </a:lnTo>
                  <a:lnTo>
                    <a:pt x="6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63"/>
            <p:cNvSpPr/>
            <p:nvPr/>
          </p:nvSpPr>
          <p:spPr>
            <a:xfrm>
              <a:off x="12378328" y="3638052"/>
              <a:ext cx="102994" cy="46987"/>
            </a:xfrm>
            <a:custGeom>
              <a:avLst/>
              <a:gdLst/>
              <a:ahLst/>
              <a:cxnLst/>
              <a:rect l="l" t="t" r="r" b="b"/>
              <a:pathLst>
                <a:path w="765" h="349" extrusionOk="0">
                  <a:moveTo>
                    <a:pt x="1" y="1"/>
                  </a:moveTo>
                  <a:lnTo>
                    <a:pt x="1" y="348"/>
                  </a:lnTo>
                  <a:lnTo>
                    <a:pt x="764" y="348"/>
                  </a:lnTo>
                  <a:lnTo>
                    <a:pt x="7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63"/>
            <p:cNvSpPr/>
            <p:nvPr/>
          </p:nvSpPr>
          <p:spPr>
            <a:xfrm>
              <a:off x="12568026" y="3125233"/>
              <a:ext cx="67451" cy="33254"/>
            </a:xfrm>
            <a:custGeom>
              <a:avLst/>
              <a:gdLst/>
              <a:ahLst/>
              <a:cxnLst/>
              <a:rect l="l" t="t" r="r" b="b"/>
              <a:pathLst>
                <a:path w="501" h="247" extrusionOk="0">
                  <a:moveTo>
                    <a:pt x="0" y="1"/>
                  </a:moveTo>
                  <a:lnTo>
                    <a:pt x="0" y="247"/>
                  </a:lnTo>
                  <a:lnTo>
                    <a:pt x="501" y="247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63"/>
            <p:cNvSpPr/>
            <p:nvPr/>
          </p:nvSpPr>
          <p:spPr>
            <a:xfrm>
              <a:off x="12215017" y="3662017"/>
              <a:ext cx="64085" cy="28677"/>
            </a:xfrm>
            <a:custGeom>
              <a:avLst/>
              <a:gdLst/>
              <a:ahLst/>
              <a:cxnLst/>
              <a:rect l="l" t="t" r="r" b="b"/>
              <a:pathLst>
                <a:path w="476" h="213" extrusionOk="0">
                  <a:moveTo>
                    <a:pt x="1" y="1"/>
                  </a:moveTo>
                  <a:lnTo>
                    <a:pt x="9" y="213"/>
                  </a:lnTo>
                  <a:lnTo>
                    <a:pt x="476" y="213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63"/>
            <p:cNvSpPr/>
            <p:nvPr/>
          </p:nvSpPr>
          <p:spPr>
            <a:xfrm>
              <a:off x="12081461" y="3620954"/>
              <a:ext cx="73240" cy="66374"/>
            </a:xfrm>
            <a:custGeom>
              <a:avLst/>
              <a:gdLst/>
              <a:ahLst/>
              <a:cxnLst/>
              <a:rect l="l" t="t" r="r" b="b"/>
              <a:pathLst>
                <a:path w="544" h="493" extrusionOk="0">
                  <a:moveTo>
                    <a:pt x="0" y="0"/>
                  </a:moveTo>
                  <a:lnTo>
                    <a:pt x="9" y="492"/>
                  </a:lnTo>
                  <a:lnTo>
                    <a:pt x="543" y="492"/>
                  </a:lnTo>
                  <a:lnTo>
                    <a:pt x="5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63"/>
            <p:cNvSpPr/>
            <p:nvPr/>
          </p:nvSpPr>
          <p:spPr>
            <a:xfrm>
              <a:off x="11669079" y="3200628"/>
              <a:ext cx="89261" cy="60719"/>
            </a:xfrm>
            <a:custGeom>
              <a:avLst/>
              <a:gdLst/>
              <a:ahLst/>
              <a:cxnLst/>
              <a:rect l="l" t="t" r="r" b="b"/>
              <a:pathLst>
                <a:path w="663" h="451" extrusionOk="0">
                  <a:moveTo>
                    <a:pt x="1" y="1"/>
                  </a:moveTo>
                  <a:lnTo>
                    <a:pt x="9" y="416"/>
                  </a:lnTo>
                  <a:lnTo>
                    <a:pt x="663" y="450"/>
                  </a:lnTo>
                  <a:lnTo>
                    <a:pt x="663" y="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63"/>
            <p:cNvSpPr/>
            <p:nvPr/>
          </p:nvSpPr>
          <p:spPr>
            <a:xfrm>
              <a:off x="12742646" y="3632398"/>
              <a:ext cx="172599" cy="60585"/>
            </a:xfrm>
            <a:custGeom>
              <a:avLst/>
              <a:gdLst/>
              <a:ahLst/>
              <a:cxnLst/>
              <a:rect l="l" t="t" r="r" b="b"/>
              <a:pathLst>
                <a:path w="1282" h="450" extrusionOk="0">
                  <a:moveTo>
                    <a:pt x="1" y="0"/>
                  </a:moveTo>
                  <a:lnTo>
                    <a:pt x="9" y="416"/>
                  </a:lnTo>
                  <a:lnTo>
                    <a:pt x="1282" y="450"/>
                  </a:lnTo>
                  <a:lnTo>
                    <a:pt x="1273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63"/>
            <p:cNvSpPr/>
            <p:nvPr/>
          </p:nvSpPr>
          <p:spPr>
            <a:xfrm>
              <a:off x="12739280" y="3112712"/>
              <a:ext cx="118880" cy="61796"/>
            </a:xfrm>
            <a:custGeom>
              <a:avLst/>
              <a:gdLst/>
              <a:ahLst/>
              <a:cxnLst/>
              <a:rect l="l" t="t" r="r" b="b"/>
              <a:pathLst>
                <a:path w="883" h="459" extrusionOk="0">
                  <a:moveTo>
                    <a:pt x="874" y="0"/>
                  </a:moveTo>
                  <a:lnTo>
                    <a:pt x="0" y="34"/>
                  </a:lnTo>
                  <a:lnTo>
                    <a:pt x="9" y="459"/>
                  </a:lnTo>
                  <a:lnTo>
                    <a:pt x="883" y="416"/>
                  </a:lnTo>
                  <a:lnTo>
                    <a:pt x="8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63"/>
            <p:cNvSpPr/>
            <p:nvPr/>
          </p:nvSpPr>
          <p:spPr>
            <a:xfrm>
              <a:off x="11872375" y="3651785"/>
              <a:ext cx="131536" cy="35543"/>
            </a:xfrm>
            <a:custGeom>
              <a:avLst/>
              <a:gdLst/>
              <a:ahLst/>
              <a:cxnLst/>
              <a:rect l="l" t="t" r="r" b="b"/>
              <a:pathLst>
                <a:path w="977" h="264" extrusionOk="0">
                  <a:moveTo>
                    <a:pt x="1" y="0"/>
                  </a:moveTo>
                  <a:lnTo>
                    <a:pt x="9" y="263"/>
                  </a:lnTo>
                  <a:lnTo>
                    <a:pt x="976" y="263"/>
                  </a:lnTo>
                  <a:lnTo>
                    <a:pt x="9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63"/>
            <p:cNvSpPr/>
            <p:nvPr/>
          </p:nvSpPr>
          <p:spPr>
            <a:xfrm>
              <a:off x="12716392" y="3961307"/>
              <a:ext cx="227394" cy="540280"/>
            </a:xfrm>
            <a:custGeom>
              <a:avLst/>
              <a:gdLst/>
              <a:ahLst/>
              <a:cxnLst/>
              <a:rect l="l" t="t" r="r" b="b"/>
              <a:pathLst>
                <a:path w="1689" h="4013" extrusionOk="0">
                  <a:moveTo>
                    <a:pt x="1545" y="0"/>
                  </a:moveTo>
                  <a:lnTo>
                    <a:pt x="145" y="119"/>
                  </a:lnTo>
                  <a:lnTo>
                    <a:pt x="1" y="4013"/>
                  </a:lnTo>
                  <a:lnTo>
                    <a:pt x="1689" y="4013"/>
                  </a:lnTo>
                  <a:lnTo>
                    <a:pt x="15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63"/>
            <p:cNvSpPr/>
            <p:nvPr/>
          </p:nvSpPr>
          <p:spPr>
            <a:xfrm>
              <a:off x="11857566" y="3876757"/>
              <a:ext cx="153212" cy="624829"/>
            </a:xfrm>
            <a:custGeom>
              <a:avLst/>
              <a:gdLst/>
              <a:ahLst/>
              <a:cxnLst/>
              <a:rect l="l" t="t" r="r" b="b"/>
              <a:pathLst>
                <a:path w="1138" h="4641" extrusionOk="0">
                  <a:moveTo>
                    <a:pt x="238" y="1"/>
                  </a:moveTo>
                  <a:lnTo>
                    <a:pt x="1" y="4641"/>
                  </a:lnTo>
                  <a:lnTo>
                    <a:pt x="1095" y="4641"/>
                  </a:lnTo>
                  <a:lnTo>
                    <a:pt x="11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63"/>
            <p:cNvSpPr/>
            <p:nvPr/>
          </p:nvSpPr>
          <p:spPr>
            <a:xfrm>
              <a:off x="11607417" y="3876757"/>
              <a:ext cx="234261" cy="624829"/>
            </a:xfrm>
            <a:custGeom>
              <a:avLst/>
              <a:gdLst/>
              <a:ahLst/>
              <a:cxnLst/>
              <a:rect l="l" t="t" r="r" b="b"/>
              <a:pathLst>
                <a:path w="1740" h="4641" extrusionOk="0">
                  <a:moveTo>
                    <a:pt x="366" y="1"/>
                  </a:moveTo>
                  <a:lnTo>
                    <a:pt x="1" y="4641"/>
                  </a:lnTo>
                  <a:lnTo>
                    <a:pt x="1672" y="4641"/>
                  </a:lnTo>
                  <a:lnTo>
                    <a:pt x="174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63"/>
            <p:cNvSpPr/>
            <p:nvPr/>
          </p:nvSpPr>
          <p:spPr>
            <a:xfrm>
              <a:off x="12026665" y="3926976"/>
              <a:ext cx="202218" cy="574612"/>
            </a:xfrm>
            <a:custGeom>
              <a:avLst/>
              <a:gdLst/>
              <a:ahLst/>
              <a:cxnLst/>
              <a:rect l="l" t="t" r="r" b="b"/>
              <a:pathLst>
                <a:path w="1502" h="4268" extrusionOk="0">
                  <a:moveTo>
                    <a:pt x="1502" y="1"/>
                  </a:moveTo>
                  <a:lnTo>
                    <a:pt x="161" y="60"/>
                  </a:lnTo>
                  <a:lnTo>
                    <a:pt x="0" y="4268"/>
                  </a:lnTo>
                  <a:lnTo>
                    <a:pt x="1459" y="4268"/>
                  </a:lnTo>
                  <a:lnTo>
                    <a:pt x="15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63"/>
            <p:cNvSpPr/>
            <p:nvPr/>
          </p:nvSpPr>
          <p:spPr>
            <a:xfrm>
              <a:off x="12255004" y="3919032"/>
              <a:ext cx="100705" cy="582555"/>
            </a:xfrm>
            <a:custGeom>
              <a:avLst/>
              <a:gdLst/>
              <a:ahLst/>
              <a:cxnLst/>
              <a:rect l="l" t="t" r="r" b="b"/>
              <a:pathLst>
                <a:path w="748" h="4327" extrusionOk="0">
                  <a:moveTo>
                    <a:pt x="153" y="0"/>
                  </a:moveTo>
                  <a:lnTo>
                    <a:pt x="1" y="4327"/>
                  </a:lnTo>
                  <a:lnTo>
                    <a:pt x="713" y="4327"/>
                  </a:lnTo>
                  <a:lnTo>
                    <a:pt x="747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63"/>
            <p:cNvSpPr/>
            <p:nvPr/>
          </p:nvSpPr>
          <p:spPr>
            <a:xfrm>
              <a:off x="12523463" y="4106307"/>
              <a:ext cx="191986" cy="395281"/>
            </a:xfrm>
            <a:custGeom>
              <a:avLst/>
              <a:gdLst/>
              <a:ahLst/>
              <a:cxnLst/>
              <a:rect l="l" t="t" r="r" b="b"/>
              <a:pathLst>
                <a:path w="1426" h="2936" extrusionOk="0">
                  <a:moveTo>
                    <a:pt x="68" y="1"/>
                  </a:moveTo>
                  <a:lnTo>
                    <a:pt x="0" y="2936"/>
                  </a:lnTo>
                  <a:lnTo>
                    <a:pt x="1273" y="2936"/>
                  </a:lnTo>
                  <a:lnTo>
                    <a:pt x="14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63"/>
            <p:cNvSpPr/>
            <p:nvPr/>
          </p:nvSpPr>
          <p:spPr>
            <a:xfrm>
              <a:off x="12364680" y="3956647"/>
              <a:ext cx="133690" cy="534626"/>
            </a:xfrm>
            <a:custGeom>
              <a:avLst/>
              <a:gdLst/>
              <a:ahLst/>
              <a:cxnLst/>
              <a:rect l="l" t="t" r="r" b="b"/>
              <a:pathLst>
                <a:path w="993" h="3971" extrusionOk="0">
                  <a:moveTo>
                    <a:pt x="993" y="1"/>
                  </a:moveTo>
                  <a:lnTo>
                    <a:pt x="110" y="60"/>
                  </a:lnTo>
                  <a:lnTo>
                    <a:pt x="0" y="3971"/>
                  </a:lnTo>
                  <a:lnTo>
                    <a:pt x="967" y="3971"/>
                  </a:lnTo>
                  <a:lnTo>
                    <a:pt x="99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63"/>
            <p:cNvSpPr/>
            <p:nvPr/>
          </p:nvSpPr>
          <p:spPr>
            <a:xfrm>
              <a:off x="11882742" y="4445584"/>
              <a:ext cx="93704" cy="35543"/>
            </a:xfrm>
            <a:custGeom>
              <a:avLst/>
              <a:gdLst/>
              <a:ahLst/>
              <a:cxnLst/>
              <a:rect l="l" t="t" r="r" b="b"/>
              <a:pathLst>
                <a:path w="696" h="264" extrusionOk="0">
                  <a:moveTo>
                    <a:pt x="9" y="0"/>
                  </a:moveTo>
                  <a:lnTo>
                    <a:pt x="0" y="263"/>
                  </a:lnTo>
                  <a:lnTo>
                    <a:pt x="696" y="263"/>
                  </a:lnTo>
                  <a:lnTo>
                    <a:pt x="6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63"/>
            <p:cNvSpPr/>
            <p:nvPr/>
          </p:nvSpPr>
          <p:spPr>
            <a:xfrm>
              <a:off x="11883819" y="4383922"/>
              <a:ext cx="94916" cy="36620"/>
            </a:xfrm>
            <a:custGeom>
              <a:avLst/>
              <a:gdLst/>
              <a:ahLst/>
              <a:cxnLst/>
              <a:rect l="l" t="t" r="r" b="b"/>
              <a:pathLst>
                <a:path w="705" h="272" extrusionOk="0">
                  <a:moveTo>
                    <a:pt x="9" y="0"/>
                  </a:moveTo>
                  <a:lnTo>
                    <a:pt x="1" y="271"/>
                  </a:lnTo>
                  <a:lnTo>
                    <a:pt x="696" y="271"/>
                  </a:lnTo>
                  <a:lnTo>
                    <a:pt x="7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63"/>
            <p:cNvSpPr/>
            <p:nvPr/>
          </p:nvSpPr>
          <p:spPr>
            <a:xfrm>
              <a:off x="12073383" y="4427274"/>
              <a:ext cx="104071" cy="46987"/>
            </a:xfrm>
            <a:custGeom>
              <a:avLst/>
              <a:gdLst/>
              <a:ahLst/>
              <a:cxnLst/>
              <a:rect l="l" t="t" r="r" b="b"/>
              <a:pathLst>
                <a:path w="773" h="349" extrusionOk="0">
                  <a:moveTo>
                    <a:pt x="9" y="0"/>
                  </a:moveTo>
                  <a:lnTo>
                    <a:pt x="1" y="348"/>
                  </a:lnTo>
                  <a:lnTo>
                    <a:pt x="764" y="348"/>
                  </a:lnTo>
                  <a:lnTo>
                    <a:pt x="7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63"/>
            <p:cNvSpPr/>
            <p:nvPr/>
          </p:nvSpPr>
          <p:spPr>
            <a:xfrm>
              <a:off x="11919228" y="3915532"/>
              <a:ext cx="67586" cy="32177"/>
            </a:xfrm>
            <a:custGeom>
              <a:avLst/>
              <a:gdLst/>
              <a:ahLst/>
              <a:cxnLst/>
              <a:rect l="l" t="t" r="r" b="b"/>
              <a:pathLst>
                <a:path w="502" h="239" extrusionOk="0">
                  <a:moveTo>
                    <a:pt x="1" y="1"/>
                  </a:moveTo>
                  <a:lnTo>
                    <a:pt x="1" y="239"/>
                  </a:lnTo>
                  <a:lnTo>
                    <a:pt x="501" y="239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63"/>
            <p:cNvSpPr/>
            <p:nvPr/>
          </p:nvSpPr>
          <p:spPr>
            <a:xfrm>
              <a:off x="12275602" y="4452315"/>
              <a:ext cx="64085" cy="28811"/>
            </a:xfrm>
            <a:custGeom>
              <a:avLst/>
              <a:gdLst/>
              <a:ahLst/>
              <a:cxnLst/>
              <a:rect l="l" t="t" r="r" b="b"/>
              <a:pathLst>
                <a:path w="476" h="214" extrusionOk="0">
                  <a:moveTo>
                    <a:pt x="9" y="1"/>
                  </a:moveTo>
                  <a:lnTo>
                    <a:pt x="0" y="213"/>
                  </a:lnTo>
                  <a:lnTo>
                    <a:pt x="475" y="213"/>
                  </a:lnTo>
                  <a:lnTo>
                    <a:pt x="4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63"/>
            <p:cNvSpPr/>
            <p:nvPr/>
          </p:nvSpPr>
          <p:spPr>
            <a:xfrm>
              <a:off x="12400138" y="4411252"/>
              <a:ext cx="73105" cy="65297"/>
            </a:xfrm>
            <a:custGeom>
              <a:avLst/>
              <a:gdLst/>
              <a:ahLst/>
              <a:cxnLst/>
              <a:rect l="l" t="t" r="r" b="b"/>
              <a:pathLst>
                <a:path w="543" h="485" extrusionOk="0">
                  <a:moveTo>
                    <a:pt x="8" y="1"/>
                  </a:moveTo>
                  <a:lnTo>
                    <a:pt x="0" y="484"/>
                  </a:lnTo>
                  <a:lnTo>
                    <a:pt x="543" y="484"/>
                  </a:lnTo>
                  <a:lnTo>
                    <a:pt x="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63"/>
            <p:cNvSpPr/>
            <p:nvPr/>
          </p:nvSpPr>
          <p:spPr>
            <a:xfrm>
              <a:off x="12796365" y="3990926"/>
              <a:ext cx="90338" cy="60719"/>
            </a:xfrm>
            <a:custGeom>
              <a:avLst/>
              <a:gdLst/>
              <a:ahLst/>
              <a:cxnLst/>
              <a:rect l="l" t="t" r="r" b="b"/>
              <a:pathLst>
                <a:path w="671" h="451" extrusionOk="0">
                  <a:moveTo>
                    <a:pt x="671" y="1"/>
                  </a:moveTo>
                  <a:lnTo>
                    <a:pt x="9" y="26"/>
                  </a:lnTo>
                  <a:lnTo>
                    <a:pt x="1" y="450"/>
                  </a:lnTo>
                  <a:lnTo>
                    <a:pt x="662" y="417"/>
                  </a:lnTo>
                  <a:lnTo>
                    <a:pt x="6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63"/>
            <p:cNvSpPr/>
            <p:nvPr/>
          </p:nvSpPr>
          <p:spPr>
            <a:xfrm>
              <a:off x="11639459" y="4422696"/>
              <a:ext cx="173676" cy="60719"/>
            </a:xfrm>
            <a:custGeom>
              <a:avLst/>
              <a:gdLst/>
              <a:ahLst/>
              <a:cxnLst/>
              <a:rect l="l" t="t" r="r" b="b"/>
              <a:pathLst>
                <a:path w="1290" h="451" extrusionOk="0">
                  <a:moveTo>
                    <a:pt x="1290" y="0"/>
                  </a:moveTo>
                  <a:lnTo>
                    <a:pt x="17" y="26"/>
                  </a:lnTo>
                  <a:lnTo>
                    <a:pt x="0" y="450"/>
                  </a:lnTo>
                  <a:lnTo>
                    <a:pt x="1273" y="416"/>
                  </a:lnTo>
                  <a:lnTo>
                    <a:pt x="1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63"/>
            <p:cNvSpPr/>
            <p:nvPr/>
          </p:nvSpPr>
          <p:spPr>
            <a:xfrm>
              <a:off x="11696544" y="3901934"/>
              <a:ext cx="120092" cy="61796"/>
            </a:xfrm>
            <a:custGeom>
              <a:avLst/>
              <a:gdLst/>
              <a:ahLst/>
              <a:cxnLst/>
              <a:rect l="l" t="t" r="r" b="b"/>
              <a:pathLst>
                <a:path w="892" h="459" extrusionOk="0">
                  <a:moveTo>
                    <a:pt x="9" y="0"/>
                  </a:moveTo>
                  <a:lnTo>
                    <a:pt x="0" y="424"/>
                  </a:lnTo>
                  <a:lnTo>
                    <a:pt x="883" y="458"/>
                  </a:lnTo>
                  <a:lnTo>
                    <a:pt x="891" y="43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63"/>
            <p:cNvSpPr/>
            <p:nvPr/>
          </p:nvSpPr>
          <p:spPr>
            <a:xfrm>
              <a:off x="12550793" y="4442083"/>
              <a:ext cx="131536" cy="35543"/>
            </a:xfrm>
            <a:custGeom>
              <a:avLst/>
              <a:gdLst/>
              <a:ahLst/>
              <a:cxnLst/>
              <a:rect l="l" t="t" r="r" b="b"/>
              <a:pathLst>
                <a:path w="977" h="264" extrusionOk="0">
                  <a:moveTo>
                    <a:pt x="9" y="1"/>
                  </a:moveTo>
                  <a:lnTo>
                    <a:pt x="1" y="264"/>
                  </a:lnTo>
                  <a:lnTo>
                    <a:pt x="968" y="264"/>
                  </a:lnTo>
                  <a:lnTo>
                    <a:pt x="9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63"/>
            <p:cNvSpPr/>
            <p:nvPr/>
          </p:nvSpPr>
          <p:spPr>
            <a:xfrm>
              <a:off x="11597185" y="1601721"/>
              <a:ext cx="234261" cy="548358"/>
            </a:xfrm>
            <a:custGeom>
              <a:avLst/>
              <a:gdLst/>
              <a:ahLst/>
              <a:cxnLst/>
              <a:rect l="l" t="t" r="r" b="b"/>
              <a:pathLst>
                <a:path w="1740" h="4073" extrusionOk="0">
                  <a:moveTo>
                    <a:pt x="0" y="0"/>
                  </a:moveTo>
                  <a:lnTo>
                    <a:pt x="68" y="4072"/>
                  </a:lnTo>
                  <a:lnTo>
                    <a:pt x="1739" y="4072"/>
                  </a:lnTo>
                  <a:lnTo>
                    <a:pt x="13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63"/>
            <p:cNvSpPr/>
            <p:nvPr/>
          </p:nvSpPr>
          <p:spPr>
            <a:xfrm>
              <a:off x="12784921" y="1601721"/>
              <a:ext cx="153212" cy="548358"/>
            </a:xfrm>
            <a:custGeom>
              <a:avLst/>
              <a:gdLst/>
              <a:ahLst/>
              <a:cxnLst/>
              <a:rect l="l" t="t" r="r" b="b"/>
              <a:pathLst>
                <a:path w="1138" h="4073" extrusionOk="0">
                  <a:moveTo>
                    <a:pt x="1" y="0"/>
                  </a:moveTo>
                  <a:lnTo>
                    <a:pt x="43" y="4072"/>
                  </a:lnTo>
                  <a:lnTo>
                    <a:pt x="1137" y="4072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63"/>
            <p:cNvSpPr/>
            <p:nvPr/>
          </p:nvSpPr>
          <p:spPr>
            <a:xfrm>
              <a:off x="11855277" y="1601721"/>
              <a:ext cx="203430" cy="548358"/>
            </a:xfrm>
            <a:custGeom>
              <a:avLst/>
              <a:gdLst/>
              <a:ahLst/>
              <a:cxnLst/>
              <a:rect l="l" t="t" r="r" b="b"/>
              <a:pathLst>
                <a:path w="1511" h="4073" extrusionOk="0">
                  <a:moveTo>
                    <a:pt x="43" y="0"/>
                  </a:moveTo>
                  <a:lnTo>
                    <a:pt x="1" y="4072"/>
                  </a:lnTo>
                  <a:lnTo>
                    <a:pt x="1375" y="4072"/>
                  </a:lnTo>
                  <a:lnTo>
                    <a:pt x="15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63"/>
            <p:cNvSpPr/>
            <p:nvPr/>
          </p:nvSpPr>
          <p:spPr>
            <a:xfrm>
              <a:off x="12406870" y="1753588"/>
              <a:ext cx="147557" cy="396493"/>
            </a:xfrm>
            <a:custGeom>
              <a:avLst/>
              <a:gdLst/>
              <a:ahLst/>
              <a:cxnLst/>
              <a:rect l="l" t="t" r="r" b="b"/>
              <a:pathLst>
                <a:path w="1096" h="2945" extrusionOk="0">
                  <a:moveTo>
                    <a:pt x="69" y="1"/>
                  </a:moveTo>
                  <a:lnTo>
                    <a:pt x="1" y="2944"/>
                  </a:lnTo>
                  <a:lnTo>
                    <a:pt x="1095" y="2944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63"/>
            <p:cNvSpPr/>
            <p:nvPr/>
          </p:nvSpPr>
          <p:spPr>
            <a:xfrm>
              <a:off x="12266447" y="1601721"/>
              <a:ext cx="120092" cy="548358"/>
            </a:xfrm>
            <a:custGeom>
              <a:avLst/>
              <a:gdLst/>
              <a:ahLst/>
              <a:cxnLst/>
              <a:rect l="l" t="t" r="r" b="b"/>
              <a:pathLst>
                <a:path w="892" h="4073" extrusionOk="0">
                  <a:moveTo>
                    <a:pt x="0" y="0"/>
                  </a:moveTo>
                  <a:lnTo>
                    <a:pt x="94" y="4072"/>
                  </a:lnTo>
                  <a:lnTo>
                    <a:pt x="891" y="4072"/>
                  </a:lnTo>
                  <a:lnTo>
                    <a:pt x="849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63"/>
            <p:cNvSpPr/>
            <p:nvPr/>
          </p:nvSpPr>
          <p:spPr>
            <a:xfrm>
              <a:off x="12059785" y="1655440"/>
              <a:ext cx="197641" cy="494640"/>
            </a:xfrm>
            <a:custGeom>
              <a:avLst/>
              <a:gdLst/>
              <a:ahLst/>
              <a:cxnLst/>
              <a:rect l="l" t="t" r="r" b="b"/>
              <a:pathLst>
                <a:path w="1468" h="3674" extrusionOk="0">
                  <a:moveTo>
                    <a:pt x="127" y="0"/>
                  </a:moveTo>
                  <a:lnTo>
                    <a:pt x="0" y="3673"/>
                  </a:lnTo>
                  <a:lnTo>
                    <a:pt x="1468" y="3673"/>
                  </a:lnTo>
                  <a:lnTo>
                    <a:pt x="1332" y="102"/>
                  </a:lnTo>
                  <a:lnTo>
                    <a:pt x="1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63"/>
            <p:cNvSpPr/>
            <p:nvPr/>
          </p:nvSpPr>
          <p:spPr>
            <a:xfrm>
              <a:off x="12573707" y="1641624"/>
              <a:ext cx="203430" cy="503795"/>
            </a:xfrm>
            <a:custGeom>
              <a:avLst/>
              <a:gdLst/>
              <a:ahLst/>
              <a:cxnLst/>
              <a:rect l="l" t="t" r="r" b="b"/>
              <a:pathLst>
                <a:path w="1511" h="3742" extrusionOk="0">
                  <a:moveTo>
                    <a:pt x="1" y="0"/>
                  </a:moveTo>
                  <a:lnTo>
                    <a:pt x="43" y="3741"/>
                  </a:lnTo>
                  <a:lnTo>
                    <a:pt x="1510" y="3741"/>
                  </a:lnTo>
                  <a:lnTo>
                    <a:pt x="1349" y="6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63"/>
            <p:cNvSpPr/>
            <p:nvPr/>
          </p:nvSpPr>
          <p:spPr>
            <a:xfrm>
              <a:off x="11881530" y="2090575"/>
              <a:ext cx="122381" cy="35543"/>
            </a:xfrm>
            <a:custGeom>
              <a:avLst/>
              <a:gdLst/>
              <a:ahLst/>
              <a:cxnLst/>
              <a:rect l="l" t="t" r="r" b="b"/>
              <a:pathLst>
                <a:path w="909" h="264" extrusionOk="0">
                  <a:moveTo>
                    <a:pt x="9" y="0"/>
                  </a:moveTo>
                  <a:lnTo>
                    <a:pt x="1" y="263"/>
                  </a:lnTo>
                  <a:lnTo>
                    <a:pt x="900" y="263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63"/>
            <p:cNvSpPr/>
            <p:nvPr/>
          </p:nvSpPr>
          <p:spPr>
            <a:xfrm>
              <a:off x="11883819" y="2028913"/>
              <a:ext cx="122381" cy="36620"/>
            </a:xfrm>
            <a:custGeom>
              <a:avLst/>
              <a:gdLst/>
              <a:ahLst/>
              <a:cxnLst/>
              <a:rect l="l" t="t" r="r" b="b"/>
              <a:pathLst>
                <a:path w="909" h="272" extrusionOk="0">
                  <a:moveTo>
                    <a:pt x="9" y="0"/>
                  </a:moveTo>
                  <a:lnTo>
                    <a:pt x="1" y="272"/>
                  </a:lnTo>
                  <a:lnTo>
                    <a:pt x="900" y="272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63"/>
            <p:cNvSpPr/>
            <p:nvPr/>
          </p:nvSpPr>
          <p:spPr>
            <a:xfrm>
              <a:off x="12098559" y="2075631"/>
              <a:ext cx="116592" cy="46987"/>
            </a:xfrm>
            <a:custGeom>
              <a:avLst/>
              <a:gdLst/>
              <a:ahLst/>
              <a:cxnLst/>
              <a:rect l="l" t="t" r="r" b="b"/>
              <a:pathLst>
                <a:path w="866" h="349" extrusionOk="0">
                  <a:moveTo>
                    <a:pt x="9" y="1"/>
                  </a:moveTo>
                  <a:lnTo>
                    <a:pt x="0" y="349"/>
                  </a:lnTo>
                  <a:lnTo>
                    <a:pt x="857" y="349"/>
                  </a:lnTo>
                  <a:lnTo>
                    <a:pt x="8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63"/>
            <p:cNvSpPr/>
            <p:nvPr/>
          </p:nvSpPr>
          <p:spPr>
            <a:xfrm>
              <a:off x="11873587" y="1625686"/>
              <a:ext cx="135979" cy="33254"/>
            </a:xfrm>
            <a:custGeom>
              <a:avLst/>
              <a:gdLst/>
              <a:ahLst/>
              <a:cxnLst/>
              <a:rect l="l" t="t" r="r" b="b"/>
              <a:pathLst>
                <a:path w="1010" h="247" extrusionOk="0">
                  <a:moveTo>
                    <a:pt x="0" y="1"/>
                  </a:moveTo>
                  <a:lnTo>
                    <a:pt x="0" y="247"/>
                  </a:lnTo>
                  <a:lnTo>
                    <a:pt x="1010" y="247"/>
                  </a:lnTo>
                  <a:lnTo>
                    <a:pt x="101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63"/>
            <p:cNvSpPr/>
            <p:nvPr/>
          </p:nvSpPr>
          <p:spPr>
            <a:xfrm>
              <a:off x="12435412" y="2096230"/>
              <a:ext cx="90473" cy="29888"/>
            </a:xfrm>
            <a:custGeom>
              <a:avLst/>
              <a:gdLst/>
              <a:ahLst/>
              <a:cxnLst/>
              <a:rect l="l" t="t" r="r" b="b"/>
              <a:pathLst>
                <a:path w="672" h="222" extrusionOk="0">
                  <a:moveTo>
                    <a:pt x="9" y="1"/>
                  </a:moveTo>
                  <a:lnTo>
                    <a:pt x="1" y="221"/>
                  </a:lnTo>
                  <a:lnTo>
                    <a:pt x="663" y="221"/>
                  </a:lnTo>
                  <a:lnTo>
                    <a:pt x="6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63"/>
            <p:cNvSpPr/>
            <p:nvPr/>
          </p:nvSpPr>
          <p:spPr>
            <a:xfrm>
              <a:off x="12298490" y="2063110"/>
              <a:ext cx="73105" cy="69874"/>
            </a:xfrm>
            <a:custGeom>
              <a:avLst/>
              <a:gdLst/>
              <a:ahLst/>
              <a:cxnLst/>
              <a:rect l="l" t="t" r="r" b="b"/>
              <a:pathLst>
                <a:path w="543" h="519" extrusionOk="0">
                  <a:moveTo>
                    <a:pt x="543" y="1"/>
                  </a:moveTo>
                  <a:lnTo>
                    <a:pt x="8" y="26"/>
                  </a:lnTo>
                  <a:lnTo>
                    <a:pt x="0" y="518"/>
                  </a:lnTo>
                  <a:lnTo>
                    <a:pt x="534" y="493"/>
                  </a:lnTo>
                  <a:lnTo>
                    <a:pt x="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63"/>
            <p:cNvSpPr/>
            <p:nvPr/>
          </p:nvSpPr>
          <p:spPr>
            <a:xfrm>
              <a:off x="12609090" y="1677116"/>
              <a:ext cx="106360" cy="56007"/>
            </a:xfrm>
            <a:custGeom>
              <a:avLst/>
              <a:gdLst/>
              <a:ahLst/>
              <a:cxnLst/>
              <a:rect l="l" t="t" r="r" b="b"/>
              <a:pathLst>
                <a:path w="790" h="416" extrusionOk="0">
                  <a:moveTo>
                    <a:pt x="9" y="0"/>
                  </a:moveTo>
                  <a:lnTo>
                    <a:pt x="0" y="416"/>
                  </a:lnTo>
                  <a:lnTo>
                    <a:pt x="781" y="416"/>
                  </a:lnTo>
                  <a:lnTo>
                    <a:pt x="78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63"/>
            <p:cNvSpPr/>
            <p:nvPr/>
          </p:nvSpPr>
          <p:spPr>
            <a:xfrm>
              <a:off x="12796365" y="1631341"/>
              <a:ext cx="85761" cy="59642"/>
            </a:xfrm>
            <a:custGeom>
              <a:avLst/>
              <a:gdLst/>
              <a:ahLst/>
              <a:cxnLst/>
              <a:rect l="l" t="t" r="r" b="b"/>
              <a:pathLst>
                <a:path w="637" h="443" extrusionOk="0">
                  <a:moveTo>
                    <a:pt x="9" y="1"/>
                  </a:moveTo>
                  <a:lnTo>
                    <a:pt x="1" y="417"/>
                  </a:lnTo>
                  <a:lnTo>
                    <a:pt x="628" y="442"/>
                  </a:lnTo>
                  <a:lnTo>
                    <a:pt x="637" y="2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63"/>
            <p:cNvSpPr/>
            <p:nvPr/>
          </p:nvSpPr>
          <p:spPr>
            <a:xfrm>
              <a:off x="11645114" y="2059744"/>
              <a:ext cx="105283" cy="60585"/>
            </a:xfrm>
            <a:custGeom>
              <a:avLst/>
              <a:gdLst/>
              <a:ahLst/>
              <a:cxnLst/>
              <a:rect l="l" t="t" r="r" b="b"/>
              <a:pathLst>
                <a:path w="782" h="450" extrusionOk="0">
                  <a:moveTo>
                    <a:pt x="781" y="0"/>
                  </a:moveTo>
                  <a:lnTo>
                    <a:pt x="9" y="26"/>
                  </a:lnTo>
                  <a:lnTo>
                    <a:pt x="1" y="450"/>
                  </a:lnTo>
                  <a:lnTo>
                    <a:pt x="1" y="450"/>
                  </a:lnTo>
                  <a:lnTo>
                    <a:pt x="773" y="416"/>
                  </a:lnTo>
                  <a:lnTo>
                    <a:pt x="7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63"/>
            <p:cNvSpPr/>
            <p:nvPr/>
          </p:nvSpPr>
          <p:spPr>
            <a:xfrm>
              <a:off x="11615495" y="1632552"/>
              <a:ext cx="134902" cy="59508"/>
            </a:xfrm>
            <a:custGeom>
              <a:avLst/>
              <a:gdLst/>
              <a:ahLst/>
              <a:cxnLst/>
              <a:rect l="l" t="t" r="r" b="b"/>
              <a:pathLst>
                <a:path w="1002" h="442" extrusionOk="0">
                  <a:moveTo>
                    <a:pt x="1001" y="0"/>
                  </a:moveTo>
                  <a:lnTo>
                    <a:pt x="17" y="26"/>
                  </a:lnTo>
                  <a:lnTo>
                    <a:pt x="0" y="442"/>
                  </a:lnTo>
                  <a:lnTo>
                    <a:pt x="993" y="425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63"/>
            <p:cNvSpPr/>
            <p:nvPr/>
          </p:nvSpPr>
          <p:spPr>
            <a:xfrm>
              <a:off x="12595357" y="2085998"/>
              <a:ext cx="139479" cy="42409"/>
            </a:xfrm>
            <a:custGeom>
              <a:avLst/>
              <a:gdLst/>
              <a:ahLst/>
              <a:cxnLst/>
              <a:rect l="l" t="t" r="r" b="b"/>
              <a:pathLst>
                <a:path w="1036" h="315" extrusionOk="0">
                  <a:moveTo>
                    <a:pt x="1" y="0"/>
                  </a:moveTo>
                  <a:lnTo>
                    <a:pt x="18" y="314"/>
                  </a:lnTo>
                  <a:lnTo>
                    <a:pt x="1036" y="314"/>
                  </a:lnTo>
                  <a:lnTo>
                    <a:pt x="101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63"/>
            <p:cNvSpPr/>
            <p:nvPr/>
          </p:nvSpPr>
          <p:spPr>
            <a:xfrm>
              <a:off x="12804308" y="2022047"/>
              <a:ext cx="105283" cy="114303"/>
            </a:xfrm>
            <a:custGeom>
              <a:avLst/>
              <a:gdLst/>
              <a:ahLst/>
              <a:cxnLst/>
              <a:rect l="l" t="t" r="r" b="b"/>
              <a:pathLst>
                <a:path w="782" h="849" extrusionOk="0">
                  <a:moveTo>
                    <a:pt x="1" y="0"/>
                  </a:moveTo>
                  <a:lnTo>
                    <a:pt x="9" y="848"/>
                  </a:lnTo>
                  <a:lnTo>
                    <a:pt x="781" y="848"/>
                  </a:lnTo>
                  <a:lnTo>
                    <a:pt x="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63"/>
            <p:cNvSpPr/>
            <p:nvPr/>
          </p:nvSpPr>
          <p:spPr>
            <a:xfrm>
              <a:off x="11318493" y="1313875"/>
              <a:ext cx="1914340" cy="114303"/>
            </a:xfrm>
            <a:custGeom>
              <a:avLst/>
              <a:gdLst/>
              <a:ahLst/>
              <a:cxnLst/>
              <a:rect l="l" t="t" r="r" b="b"/>
              <a:pathLst>
                <a:path w="14219" h="849" extrusionOk="0">
                  <a:moveTo>
                    <a:pt x="467" y="1"/>
                  </a:moveTo>
                  <a:cubicBezTo>
                    <a:pt x="230" y="1"/>
                    <a:pt x="26" y="187"/>
                    <a:pt x="1" y="425"/>
                  </a:cubicBezTo>
                  <a:cubicBezTo>
                    <a:pt x="26" y="662"/>
                    <a:pt x="230" y="849"/>
                    <a:pt x="467" y="849"/>
                  </a:cubicBezTo>
                  <a:lnTo>
                    <a:pt x="13752" y="849"/>
                  </a:lnTo>
                  <a:cubicBezTo>
                    <a:pt x="13989" y="849"/>
                    <a:pt x="14193" y="662"/>
                    <a:pt x="14218" y="425"/>
                  </a:cubicBezTo>
                  <a:cubicBezTo>
                    <a:pt x="14193" y="187"/>
                    <a:pt x="13989" y="1"/>
                    <a:pt x="137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63"/>
            <p:cNvSpPr/>
            <p:nvPr/>
          </p:nvSpPr>
          <p:spPr>
            <a:xfrm>
              <a:off x="11337880" y="4501457"/>
              <a:ext cx="1875431" cy="74452"/>
            </a:xfrm>
            <a:custGeom>
              <a:avLst/>
              <a:gdLst/>
              <a:ahLst/>
              <a:cxnLst/>
              <a:rect l="l" t="t" r="r" b="b"/>
              <a:pathLst>
                <a:path w="13930" h="553" extrusionOk="0">
                  <a:moveTo>
                    <a:pt x="366" y="1"/>
                  </a:moveTo>
                  <a:cubicBezTo>
                    <a:pt x="187" y="1"/>
                    <a:pt x="43" y="120"/>
                    <a:pt x="1" y="272"/>
                  </a:cubicBezTo>
                  <a:cubicBezTo>
                    <a:pt x="43" y="433"/>
                    <a:pt x="187" y="552"/>
                    <a:pt x="366" y="552"/>
                  </a:cubicBezTo>
                  <a:lnTo>
                    <a:pt x="13565" y="552"/>
                  </a:lnTo>
                  <a:cubicBezTo>
                    <a:pt x="13743" y="552"/>
                    <a:pt x="13887" y="433"/>
                    <a:pt x="13930" y="272"/>
                  </a:cubicBezTo>
                  <a:cubicBezTo>
                    <a:pt x="13887" y="120"/>
                    <a:pt x="13743" y="1"/>
                    <a:pt x="135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87762C9C-C680-4479-C625-B10FABD23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44" y="1018997"/>
            <a:ext cx="1967041" cy="343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7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3" name="Google Shape;2793;p66"/>
          <p:cNvGrpSpPr/>
          <p:nvPr/>
        </p:nvGrpSpPr>
        <p:grpSpPr>
          <a:xfrm>
            <a:off x="7191980" y="3720137"/>
            <a:ext cx="882090" cy="785318"/>
            <a:chOff x="7191980" y="3720137"/>
            <a:chExt cx="882090" cy="785318"/>
          </a:xfrm>
        </p:grpSpPr>
        <p:grpSp>
          <p:nvGrpSpPr>
            <p:cNvPr id="2794" name="Google Shape;2794;p66"/>
            <p:cNvGrpSpPr/>
            <p:nvPr/>
          </p:nvGrpSpPr>
          <p:grpSpPr>
            <a:xfrm>
              <a:off x="7278905" y="4103812"/>
              <a:ext cx="795165" cy="401643"/>
              <a:chOff x="760658" y="4632187"/>
              <a:chExt cx="795165" cy="401643"/>
            </a:xfrm>
          </p:grpSpPr>
          <p:sp>
            <p:nvSpPr>
              <p:cNvPr id="2795" name="Google Shape;2795;p66"/>
              <p:cNvSpPr/>
              <p:nvPr/>
            </p:nvSpPr>
            <p:spPr>
              <a:xfrm>
                <a:off x="932345" y="4784242"/>
                <a:ext cx="301263" cy="21157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305" extrusionOk="0">
                    <a:moveTo>
                      <a:pt x="85" y="0"/>
                    </a:moveTo>
                    <a:cubicBezTo>
                      <a:pt x="43" y="0"/>
                      <a:pt x="1" y="63"/>
                      <a:pt x="1" y="147"/>
                    </a:cubicBezTo>
                    <a:cubicBezTo>
                      <a:pt x="1" y="231"/>
                      <a:pt x="43" y="304"/>
                      <a:pt x="85" y="304"/>
                    </a:cubicBezTo>
                    <a:lnTo>
                      <a:pt x="4342" y="304"/>
                    </a:lnTo>
                    <a:lnTo>
                      <a:pt x="43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96" name="Google Shape;2796;p66"/>
              <p:cNvGrpSpPr/>
              <p:nvPr/>
            </p:nvGrpSpPr>
            <p:grpSpPr>
              <a:xfrm>
                <a:off x="932345" y="4632187"/>
                <a:ext cx="623479" cy="173211"/>
                <a:chOff x="932345" y="4632187"/>
                <a:chExt cx="623479" cy="173211"/>
              </a:xfrm>
            </p:grpSpPr>
            <p:sp>
              <p:nvSpPr>
                <p:cNvPr id="2797" name="Google Shape;2797;p66"/>
                <p:cNvSpPr/>
                <p:nvPr/>
              </p:nvSpPr>
              <p:spPr>
                <a:xfrm>
                  <a:off x="949826" y="4642384"/>
                  <a:ext cx="312847" cy="153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0" h="2213" extrusionOk="0">
                      <a:moveTo>
                        <a:pt x="0" y="0"/>
                      </a:moveTo>
                      <a:cubicBezTo>
                        <a:pt x="483" y="588"/>
                        <a:pt x="462" y="1657"/>
                        <a:pt x="0" y="2213"/>
                      </a:cubicBezTo>
                      <a:lnTo>
                        <a:pt x="4237" y="2213"/>
                      </a:lnTo>
                      <a:cubicBezTo>
                        <a:pt x="4510" y="2213"/>
                        <a:pt x="4510" y="0"/>
                        <a:pt x="4237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8" name="Google Shape;2798;p66"/>
                <p:cNvSpPr/>
                <p:nvPr/>
              </p:nvSpPr>
              <p:spPr>
                <a:xfrm>
                  <a:off x="1194974" y="4632187"/>
                  <a:ext cx="360850" cy="173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2" h="2497" extrusionOk="0">
                      <a:moveTo>
                        <a:pt x="126" y="1"/>
                      </a:moveTo>
                      <a:cubicBezTo>
                        <a:pt x="53" y="1"/>
                        <a:pt x="0" y="74"/>
                        <a:pt x="11" y="147"/>
                      </a:cubicBezTo>
                      <a:cubicBezTo>
                        <a:pt x="0" y="221"/>
                        <a:pt x="53" y="284"/>
                        <a:pt x="126" y="294"/>
                      </a:cubicBezTo>
                      <a:lnTo>
                        <a:pt x="262" y="294"/>
                      </a:lnTo>
                      <a:cubicBezTo>
                        <a:pt x="619" y="294"/>
                        <a:pt x="619" y="2192"/>
                        <a:pt x="262" y="2192"/>
                      </a:cubicBezTo>
                      <a:lnTo>
                        <a:pt x="126" y="2192"/>
                      </a:lnTo>
                      <a:cubicBezTo>
                        <a:pt x="53" y="2203"/>
                        <a:pt x="0" y="2266"/>
                        <a:pt x="11" y="2339"/>
                      </a:cubicBezTo>
                      <a:cubicBezTo>
                        <a:pt x="0" y="2412"/>
                        <a:pt x="53" y="2486"/>
                        <a:pt x="126" y="2496"/>
                      </a:cubicBezTo>
                      <a:lnTo>
                        <a:pt x="4258" y="2496"/>
                      </a:lnTo>
                      <a:cubicBezTo>
                        <a:pt x="5202" y="2496"/>
                        <a:pt x="5202" y="1"/>
                        <a:pt x="42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9" name="Google Shape;2799;p66"/>
                <p:cNvSpPr/>
                <p:nvPr/>
              </p:nvSpPr>
              <p:spPr>
                <a:xfrm>
                  <a:off x="932345" y="4632187"/>
                  <a:ext cx="301263" cy="20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3" h="295" extrusionOk="0">
                      <a:moveTo>
                        <a:pt x="85" y="1"/>
                      </a:moveTo>
                      <a:cubicBezTo>
                        <a:pt x="43" y="1"/>
                        <a:pt x="1" y="63"/>
                        <a:pt x="1" y="147"/>
                      </a:cubicBezTo>
                      <a:cubicBezTo>
                        <a:pt x="1" y="231"/>
                        <a:pt x="43" y="294"/>
                        <a:pt x="85" y="294"/>
                      </a:cubicBezTo>
                      <a:lnTo>
                        <a:pt x="4342" y="294"/>
                      </a:lnTo>
                      <a:lnTo>
                        <a:pt x="434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0" name="Google Shape;2800;p66"/>
                <p:cNvSpPr/>
                <p:nvPr/>
              </p:nvSpPr>
              <p:spPr>
                <a:xfrm>
                  <a:off x="963630" y="4696214"/>
                  <a:ext cx="211016" cy="79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1150" extrusionOk="0">
                      <a:moveTo>
                        <a:pt x="127" y="0"/>
                      </a:moveTo>
                      <a:cubicBezTo>
                        <a:pt x="189" y="367"/>
                        <a:pt x="147" y="745"/>
                        <a:pt x="1" y="1091"/>
                      </a:cubicBezTo>
                      <a:lnTo>
                        <a:pt x="231" y="1112"/>
                      </a:lnTo>
                      <a:cubicBezTo>
                        <a:pt x="570" y="1138"/>
                        <a:pt x="896" y="1150"/>
                        <a:pt x="1197" y="1150"/>
                      </a:cubicBezTo>
                      <a:cubicBezTo>
                        <a:pt x="2247" y="1150"/>
                        <a:pt x="3004" y="1002"/>
                        <a:pt x="3021" y="766"/>
                      </a:cubicBezTo>
                      <a:cubicBezTo>
                        <a:pt x="3042" y="462"/>
                        <a:pt x="1836" y="126"/>
                        <a:pt x="315" y="11"/>
                      </a:cubicBez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1" name="Google Shape;2801;p66"/>
                <p:cNvSpPr/>
                <p:nvPr/>
              </p:nvSpPr>
              <p:spPr>
                <a:xfrm>
                  <a:off x="1043681" y="4671449"/>
                  <a:ext cx="157187" cy="6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96" extrusionOk="0">
                      <a:moveTo>
                        <a:pt x="1133" y="1"/>
                      </a:moveTo>
                      <a:cubicBezTo>
                        <a:pt x="504" y="1"/>
                        <a:pt x="0" y="22"/>
                        <a:pt x="0" y="53"/>
                      </a:cubicBezTo>
                      <a:cubicBezTo>
                        <a:pt x="0" y="74"/>
                        <a:pt x="504" y="95"/>
                        <a:pt x="1133" y="95"/>
                      </a:cubicBezTo>
                      <a:cubicBezTo>
                        <a:pt x="1751" y="95"/>
                        <a:pt x="2265" y="74"/>
                        <a:pt x="2265" y="53"/>
                      </a:cubicBezTo>
                      <a:cubicBezTo>
                        <a:pt x="2265" y="22"/>
                        <a:pt x="1751" y="1"/>
                        <a:pt x="1133" y="1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2" name="Google Shape;2802;p66"/>
                <p:cNvSpPr/>
                <p:nvPr/>
              </p:nvSpPr>
              <p:spPr>
                <a:xfrm>
                  <a:off x="1008026" y="4730413"/>
                  <a:ext cx="203039" cy="4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64" extrusionOk="0">
                      <a:moveTo>
                        <a:pt x="1458" y="0"/>
                      </a:moveTo>
                      <a:cubicBezTo>
                        <a:pt x="650" y="0"/>
                        <a:pt x="0" y="11"/>
                        <a:pt x="0" y="32"/>
                      </a:cubicBezTo>
                      <a:cubicBezTo>
                        <a:pt x="0" y="42"/>
                        <a:pt x="650" y="63"/>
                        <a:pt x="1458" y="63"/>
                      </a:cubicBezTo>
                      <a:cubicBezTo>
                        <a:pt x="2265" y="63"/>
                        <a:pt x="2926" y="42"/>
                        <a:pt x="2926" y="32"/>
                      </a:cubicBezTo>
                      <a:cubicBezTo>
                        <a:pt x="2926" y="11"/>
                        <a:pt x="2265" y="0"/>
                        <a:pt x="1458" y="0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03" name="Google Shape;2803;p66"/>
              <p:cNvSpPr/>
              <p:nvPr/>
            </p:nvSpPr>
            <p:spPr>
              <a:xfrm>
                <a:off x="760658" y="4803874"/>
                <a:ext cx="27143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53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912" y="252"/>
                    </a:lnTo>
                    <a:lnTo>
                      <a:pt x="39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04" name="Google Shape;2804;p66"/>
              <p:cNvGrpSpPr/>
              <p:nvPr/>
            </p:nvGrpSpPr>
            <p:grpSpPr>
              <a:xfrm>
                <a:off x="760658" y="4803874"/>
                <a:ext cx="700615" cy="229956"/>
                <a:chOff x="760658" y="4803874"/>
                <a:chExt cx="700615" cy="229956"/>
              </a:xfrm>
            </p:grpSpPr>
            <p:sp>
              <p:nvSpPr>
                <p:cNvPr id="2805" name="Google Shape;2805;p66"/>
                <p:cNvSpPr/>
                <p:nvPr/>
              </p:nvSpPr>
              <p:spPr>
                <a:xfrm>
                  <a:off x="786186" y="4821355"/>
                  <a:ext cx="283019" cy="200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2895" extrusionOk="0">
                      <a:moveTo>
                        <a:pt x="0" y="0"/>
                      </a:moveTo>
                      <a:cubicBezTo>
                        <a:pt x="325" y="923"/>
                        <a:pt x="262" y="1898"/>
                        <a:pt x="0" y="2894"/>
                      </a:cubicBezTo>
                      <a:lnTo>
                        <a:pt x="3775" y="2894"/>
                      </a:lnTo>
                      <a:cubicBezTo>
                        <a:pt x="3776" y="2894"/>
                        <a:pt x="3776" y="2894"/>
                        <a:pt x="3777" y="2894"/>
                      </a:cubicBezTo>
                      <a:cubicBezTo>
                        <a:pt x="4079" y="2894"/>
                        <a:pt x="4079" y="0"/>
                        <a:pt x="3775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6" name="Google Shape;2806;p66"/>
                <p:cNvSpPr/>
                <p:nvPr/>
              </p:nvSpPr>
              <p:spPr>
                <a:xfrm>
                  <a:off x="781052" y="4812614"/>
                  <a:ext cx="283019" cy="21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3073" extrusionOk="0">
                      <a:moveTo>
                        <a:pt x="1" y="0"/>
                      </a:moveTo>
                      <a:cubicBezTo>
                        <a:pt x="126" y="294"/>
                        <a:pt x="221" y="598"/>
                        <a:pt x="263" y="913"/>
                      </a:cubicBezTo>
                      <a:cubicBezTo>
                        <a:pt x="1825" y="1122"/>
                        <a:pt x="3000" y="1668"/>
                        <a:pt x="2947" y="2181"/>
                      </a:cubicBezTo>
                      <a:cubicBezTo>
                        <a:pt x="2901" y="2642"/>
                        <a:pt x="1925" y="2932"/>
                        <a:pt x="622" y="2932"/>
                      </a:cubicBezTo>
                      <a:cubicBezTo>
                        <a:pt x="442" y="2932"/>
                        <a:pt x="255" y="2927"/>
                        <a:pt x="64" y="2915"/>
                      </a:cubicBezTo>
                      <a:cubicBezTo>
                        <a:pt x="53" y="2968"/>
                        <a:pt x="32" y="3020"/>
                        <a:pt x="11" y="3073"/>
                      </a:cubicBezTo>
                      <a:lnTo>
                        <a:pt x="3786" y="3073"/>
                      </a:lnTo>
                      <a:cubicBezTo>
                        <a:pt x="4080" y="3073"/>
                        <a:pt x="4080" y="0"/>
                        <a:pt x="3776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7" name="Google Shape;2807;p66"/>
                <p:cNvSpPr/>
                <p:nvPr/>
              </p:nvSpPr>
              <p:spPr>
                <a:xfrm>
                  <a:off x="989088" y="4803874"/>
                  <a:ext cx="472185" cy="22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3315" extrusionOk="0">
                      <a:moveTo>
                        <a:pt x="137" y="0"/>
                      </a:moveTo>
                      <a:cubicBezTo>
                        <a:pt x="64" y="0"/>
                        <a:pt x="1" y="53"/>
                        <a:pt x="1" y="126"/>
                      </a:cubicBezTo>
                      <a:cubicBezTo>
                        <a:pt x="1" y="200"/>
                        <a:pt x="64" y="252"/>
                        <a:pt x="137" y="252"/>
                      </a:cubicBezTo>
                      <a:lnTo>
                        <a:pt x="284" y="252"/>
                      </a:lnTo>
                      <a:cubicBezTo>
                        <a:pt x="693" y="252"/>
                        <a:pt x="693" y="3062"/>
                        <a:pt x="284" y="3062"/>
                      </a:cubicBezTo>
                      <a:lnTo>
                        <a:pt x="137" y="3062"/>
                      </a:lnTo>
                      <a:cubicBezTo>
                        <a:pt x="64" y="3062"/>
                        <a:pt x="1" y="3115"/>
                        <a:pt x="1" y="3188"/>
                      </a:cubicBezTo>
                      <a:cubicBezTo>
                        <a:pt x="1" y="3262"/>
                        <a:pt x="64" y="3314"/>
                        <a:pt x="137" y="3314"/>
                      </a:cubicBezTo>
                      <a:lnTo>
                        <a:pt x="5737" y="3314"/>
                      </a:lnTo>
                      <a:cubicBezTo>
                        <a:pt x="6806" y="3304"/>
                        <a:pt x="6806" y="0"/>
                        <a:pt x="573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8" name="Google Shape;2808;p66"/>
                <p:cNvSpPr/>
                <p:nvPr/>
              </p:nvSpPr>
              <p:spPr>
                <a:xfrm>
                  <a:off x="761421" y="5016280"/>
                  <a:ext cx="270672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2" h="253" extrusionOk="0">
                      <a:moveTo>
                        <a:pt x="105" y="0"/>
                      </a:moveTo>
                      <a:cubicBezTo>
                        <a:pt x="42" y="0"/>
                        <a:pt x="0" y="63"/>
                        <a:pt x="11" y="126"/>
                      </a:cubicBezTo>
                      <a:cubicBezTo>
                        <a:pt x="0" y="189"/>
                        <a:pt x="42" y="242"/>
                        <a:pt x="105" y="252"/>
                      </a:cubicBezTo>
                      <a:lnTo>
                        <a:pt x="3901" y="252"/>
                      </a:lnTo>
                      <a:lnTo>
                        <a:pt x="390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9" name="Google Shape;2809;p66"/>
                <p:cNvSpPr/>
                <p:nvPr/>
              </p:nvSpPr>
              <p:spPr>
                <a:xfrm>
                  <a:off x="760658" y="4803874"/>
                  <a:ext cx="483838" cy="14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5" h="2161" extrusionOk="0">
                      <a:moveTo>
                        <a:pt x="116" y="0"/>
                      </a:moveTo>
                      <a:cubicBezTo>
                        <a:pt x="1" y="42"/>
                        <a:pt x="1" y="210"/>
                        <a:pt x="116" y="252"/>
                      </a:cubicBezTo>
                      <a:lnTo>
                        <a:pt x="3577" y="252"/>
                      </a:lnTo>
                      <a:cubicBezTo>
                        <a:pt x="3828" y="252"/>
                        <a:pt x="3933" y="1343"/>
                        <a:pt x="3870" y="2161"/>
                      </a:cubicBezTo>
                      <a:cubicBezTo>
                        <a:pt x="5045" y="1888"/>
                        <a:pt x="6094" y="1206"/>
                        <a:pt x="6807" y="231"/>
                      </a:cubicBezTo>
                      <a:cubicBezTo>
                        <a:pt x="6870" y="158"/>
                        <a:pt x="6922" y="74"/>
                        <a:pt x="697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0" name="Google Shape;2810;p66"/>
                <p:cNvSpPr/>
                <p:nvPr/>
              </p:nvSpPr>
              <p:spPr>
                <a:xfrm>
                  <a:off x="1072053" y="4857704"/>
                  <a:ext cx="48072" cy="12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" h="1763" extrusionOk="0">
                      <a:moveTo>
                        <a:pt x="0" y="0"/>
                      </a:moveTo>
                      <a:cubicBezTo>
                        <a:pt x="84" y="0"/>
                        <a:pt x="84" y="1762"/>
                        <a:pt x="0" y="1762"/>
                      </a:cubicBezTo>
                      <a:lnTo>
                        <a:pt x="598" y="1762"/>
                      </a:lnTo>
                      <a:cubicBezTo>
                        <a:pt x="692" y="1762"/>
                        <a:pt x="692" y="0"/>
                        <a:pt x="59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1" name="Google Shape;2811;p66"/>
                <p:cNvSpPr/>
                <p:nvPr/>
              </p:nvSpPr>
              <p:spPr>
                <a:xfrm>
                  <a:off x="1138230" y="4878792"/>
                  <a:ext cx="31354" cy="8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154" extrusionOk="0">
                      <a:moveTo>
                        <a:pt x="0" y="0"/>
                      </a:moveTo>
                      <a:cubicBezTo>
                        <a:pt x="53" y="0"/>
                        <a:pt x="53" y="1154"/>
                        <a:pt x="0" y="1154"/>
                      </a:cubicBezTo>
                      <a:lnTo>
                        <a:pt x="388" y="1154"/>
                      </a:lnTo>
                      <a:cubicBezTo>
                        <a:pt x="451" y="1154"/>
                        <a:pt x="451" y="0"/>
                        <a:pt x="38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12" name="Google Shape;2812;p66"/>
            <p:cNvGrpSpPr/>
            <p:nvPr/>
          </p:nvGrpSpPr>
          <p:grpSpPr>
            <a:xfrm>
              <a:off x="7191980" y="3720137"/>
              <a:ext cx="795165" cy="401643"/>
              <a:chOff x="760658" y="4632187"/>
              <a:chExt cx="795165" cy="401643"/>
            </a:xfrm>
          </p:grpSpPr>
          <p:sp>
            <p:nvSpPr>
              <p:cNvPr id="2813" name="Google Shape;2813;p66"/>
              <p:cNvSpPr/>
              <p:nvPr/>
            </p:nvSpPr>
            <p:spPr>
              <a:xfrm>
                <a:off x="932345" y="4784242"/>
                <a:ext cx="301263" cy="21157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305" extrusionOk="0">
                    <a:moveTo>
                      <a:pt x="85" y="0"/>
                    </a:moveTo>
                    <a:cubicBezTo>
                      <a:pt x="43" y="0"/>
                      <a:pt x="1" y="63"/>
                      <a:pt x="1" y="147"/>
                    </a:cubicBezTo>
                    <a:cubicBezTo>
                      <a:pt x="1" y="231"/>
                      <a:pt x="43" y="304"/>
                      <a:pt x="85" y="304"/>
                    </a:cubicBezTo>
                    <a:lnTo>
                      <a:pt x="4342" y="304"/>
                    </a:lnTo>
                    <a:lnTo>
                      <a:pt x="43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14" name="Google Shape;2814;p66"/>
              <p:cNvGrpSpPr/>
              <p:nvPr/>
            </p:nvGrpSpPr>
            <p:grpSpPr>
              <a:xfrm>
                <a:off x="932345" y="4632187"/>
                <a:ext cx="623479" cy="173211"/>
                <a:chOff x="932345" y="4632187"/>
                <a:chExt cx="623479" cy="173211"/>
              </a:xfrm>
            </p:grpSpPr>
            <p:sp>
              <p:nvSpPr>
                <p:cNvPr id="2815" name="Google Shape;2815;p66"/>
                <p:cNvSpPr/>
                <p:nvPr/>
              </p:nvSpPr>
              <p:spPr>
                <a:xfrm>
                  <a:off x="949826" y="4642384"/>
                  <a:ext cx="312847" cy="153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0" h="2213" extrusionOk="0">
                      <a:moveTo>
                        <a:pt x="0" y="0"/>
                      </a:moveTo>
                      <a:cubicBezTo>
                        <a:pt x="483" y="588"/>
                        <a:pt x="462" y="1657"/>
                        <a:pt x="0" y="2213"/>
                      </a:cubicBezTo>
                      <a:lnTo>
                        <a:pt x="4237" y="2213"/>
                      </a:lnTo>
                      <a:cubicBezTo>
                        <a:pt x="4510" y="2213"/>
                        <a:pt x="4510" y="0"/>
                        <a:pt x="4237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6" name="Google Shape;2816;p66"/>
                <p:cNvSpPr/>
                <p:nvPr/>
              </p:nvSpPr>
              <p:spPr>
                <a:xfrm>
                  <a:off x="1194974" y="4632187"/>
                  <a:ext cx="360850" cy="173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2" h="2497" extrusionOk="0">
                      <a:moveTo>
                        <a:pt x="126" y="1"/>
                      </a:moveTo>
                      <a:cubicBezTo>
                        <a:pt x="53" y="1"/>
                        <a:pt x="0" y="74"/>
                        <a:pt x="11" y="147"/>
                      </a:cubicBezTo>
                      <a:cubicBezTo>
                        <a:pt x="0" y="221"/>
                        <a:pt x="53" y="284"/>
                        <a:pt x="126" y="294"/>
                      </a:cubicBezTo>
                      <a:lnTo>
                        <a:pt x="262" y="294"/>
                      </a:lnTo>
                      <a:cubicBezTo>
                        <a:pt x="619" y="294"/>
                        <a:pt x="619" y="2192"/>
                        <a:pt x="262" y="2192"/>
                      </a:cubicBezTo>
                      <a:lnTo>
                        <a:pt x="126" y="2192"/>
                      </a:lnTo>
                      <a:cubicBezTo>
                        <a:pt x="53" y="2203"/>
                        <a:pt x="0" y="2266"/>
                        <a:pt x="11" y="2339"/>
                      </a:cubicBezTo>
                      <a:cubicBezTo>
                        <a:pt x="0" y="2412"/>
                        <a:pt x="53" y="2486"/>
                        <a:pt x="126" y="2496"/>
                      </a:cubicBezTo>
                      <a:lnTo>
                        <a:pt x="4258" y="2496"/>
                      </a:lnTo>
                      <a:cubicBezTo>
                        <a:pt x="5202" y="2496"/>
                        <a:pt x="5202" y="1"/>
                        <a:pt x="42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7" name="Google Shape;2817;p66"/>
                <p:cNvSpPr/>
                <p:nvPr/>
              </p:nvSpPr>
              <p:spPr>
                <a:xfrm>
                  <a:off x="932345" y="4632187"/>
                  <a:ext cx="301263" cy="20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3" h="295" extrusionOk="0">
                      <a:moveTo>
                        <a:pt x="85" y="1"/>
                      </a:moveTo>
                      <a:cubicBezTo>
                        <a:pt x="43" y="1"/>
                        <a:pt x="1" y="63"/>
                        <a:pt x="1" y="147"/>
                      </a:cubicBezTo>
                      <a:cubicBezTo>
                        <a:pt x="1" y="231"/>
                        <a:pt x="43" y="294"/>
                        <a:pt x="85" y="294"/>
                      </a:cubicBezTo>
                      <a:lnTo>
                        <a:pt x="4342" y="294"/>
                      </a:lnTo>
                      <a:lnTo>
                        <a:pt x="434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8" name="Google Shape;2818;p66"/>
                <p:cNvSpPr/>
                <p:nvPr/>
              </p:nvSpPr>
              <p:spPr>
                <a:xfrm>
                  <a:off x="963630" y="4696214"/>
                  <a:ext cx="211016" cy="79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1150" extrusionOk="0">
                      <a:moveTo>
                        <a:pt x="127" y="0"/>
                      </a:moveTo>
                      <a:cubicBezTo>
                        <a:pt x="189" y="367"/>
                        <a:pt x="147" y="745"/>
                        <a:pt x="1" y="1091"/>
                      </a:cubicBezTo>
                      <a:lnTo>
                        <a:pt x="231" y="1112"/>
                      </a:lnTo>
                      <a:cubicBezTo>
                        <a:pt x="570" y="1138"/>
                        <a:pt x="896" y="1150"/>
                        <a:pt x="1197" y="1150"/>
                      </a:cubicBezTo>
                      <a:cubicBezTo>
                        <a:pt x="2247" y="1150"/>
                        <a:pt x="3004" y="1002"/>
                        <a:pt x="3021" y="766"/>
                      </a:cubicBezTo>
                      <a:cubicBezTo>
                        <a:pt x="3042" y="462"/>
                        <a:pt x="1836" y="126"/>
                        <a:pt x="315" y="11"/>
                      </a:cubicBez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9" name="Google Shape;2819;p66"/>
                <p:cNvSpPr/>
                <p:nvPr/>
              </p:nvSpPr>
              <p:spPr>
                <a:xfrm>
                  <a:off x="1043681" y="4671449"/>
                  <a:ext cx="157187" cy="6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96" extrusionOk="0">
                      <a:moveTo>
                        <a:pt x="1133" y="1"/>
                      </a:moveTo>
                      <a:cubicBezTo>
                        <a:pt x="504" y="1"/>
                        <a:pt x="0" y="22"/>
                        <a:pt x="0" y="53"/>
                      </a:cubicBezTo>
                      <a:cubicBezTo>
                        <a:pt x="0" y="74"/>
                        <a:pt x="504" y="95"/>
                        <a:pt x="1133" y="95"/>
                      </a:cubicBezTo>
                      <a:cubicBezTo>
                        <a:pt x="1751" y="95"/>
                        <a:pt x="2265" y="74"/>
                        <a:pt x="2265" y="53"/>
                      </a:cubicBezTo>
                      <a:cubicBezTo>
                        <a:pt x="2265" y="22"/>
                        <a:pt x="1751" y="1"/>
                        <a:pt x="1133" y="1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0" name="Google Shape;2820;p66"/>
                <p:cNvSpPr/>
                <p:nvPr/>
              </p:nvSpPr>
              <p:spPr>
                <a:xfrm>
                  <a:off x="1008026" y="4730413"/>
                  <a:ext cx="203039" cy="4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64" extrusionOk="0">
                      <a:moveTo>
                        <a:pt x="1458" y="0"/>
                      </a:moveTo>
                      <a:cubicBezTo>
                        <a:pt x="650" y="0"/>
                        <a:pt x="0" y="11"/>
                        <a:pt x="0" y="32"/>
                      </a:cubicBezTo>
                      <a:cubicBezTo>
                        <a:pt x="0" y="42"/>
                        <a:pt x="650" y="63"/>
                        <a:pt x="1458" y="63"/>
                      </a:cubicBezTo>
                      <a:cubicBezTo>
                        <a:pt x="2265" y="63"/>
                        <a:pt x="2926" y="42"/>
                        <a:pt x="2926" y="32"/>
                      </a:cubicBezTo>
                      <a:cubicBezTo>
                        <a:pt x="2926" y="11"/>
                        <a:pt x="2265" y="0"/>
                        <a:pt x="1458" y="0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21" name="Google Shape;2821;p66"/>
              <p:cNvSpPr/>
              <p:nvPr/>
            </p:nvSpPr>
            <p:spPr>
              <a:xfrm>
                <a:off x="760658" y="4803874"/>
                <a:ext cx="27143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53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912" y="252"/>
                    </a:lnTo>
                    <a:lnTo>
                      <a:pt x="39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22" name="Google Shape;2822;p66"/>
              <p:cNvGrpSpPr/>
              <p:nvPr/>
            </p:nvGrpSpPr>
            <p:grpSpPr>
              <a:xfrm>
                <a:off x="760658" y="4803874"/>
                <a:ext cx="700615" cy="229956"/>
                <a:chOff x="760658" y="4803874"/>
                <a:chExt cx="700615" cy="229956"/>
              </a:xfrm>
            </p:grpSpPr>
            <p:sp>
              <p:nvSpPr>
                <p:cNvPr id="2823" name="Google Shape;2823;p66"/>
                <p:cNvSpPr/>
                <p:nvPr/>
              </p:nvSpPr>
              <p:spPr>
                <a:xfrm>
                  <a:off x="786186" y="4821355"/>
                  <a:ext cx="283019" cy="200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2895" extrusionOk="0">
                      <a:moveTo>
                        <a:pt x="0" y="0"/>
                      </a:moveTo>
                      <a:cubicBezTo>
                        <a:pt x="325" y="923"/>
                        <a:pt x="262" y="1898"/>
                        <a:pt x="0" y="2894"/>
                      </a:cubicBezTo>
                      <a:lnTo>
                        <a:pt x="3775" y="2894"/>
                      </a:lnTo>
                      <a:cubicBezTo>
                        <a:pt x="3776" y="2894"/>
                        <a:pt x="3776" y="2894"/>
                        <a:pt x="3777" y="2894"/>
                      </a:cubicBezTo>
                      <a:cubicBezTo>
                        <a:pt x="4079" y="2894"/>
                        <a:pt x="4079" y="0"/>
                        <a:pt x="3775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4" name="Google Shape;2824;p66"/>
                <p:cNvSpPr/>
                <p:nvPr/>
              </p:nvSpPr>
              <p:spPr>
                <a:xfrm>
                  <a:off x="781052" y="4812614"/>
                  <a:ext cx="283019" cy="21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3073" extrusionOk="0">
                      <a:moveTo>
                        <a:pt x="1" y="0"/>
                      </a:moveTo>
                      <a:cubicBezTo>
                        <a:pt x="126" y="294"/>
                        <a:pt x="221" y="598"/>
                        <a:pt x="263" y="913"/>
                      </a:cubicBezTo>
                      <a:cubicBezTo>
                        <a:pt x="1825" y="1122"/>
                        <a:pt x="3000" y="1668"/>
                        <a:pt x="2947" y="2181"/>
                      </a:cubicBezTo>
                      <a:cubicBezTo>
                        <a:pt x="2901" y="2642"/>
                        <a:pt x="1925" y="2932"/>
                        <a:pt x="622" y="2932"/>
                      </a:cubicBezTo>
                      <a:cubicBezTo>
                        <a:pt x="442" y="2932"/>
                        <a:pt x="255" y="2927"/>
                        <a:pt x="64" y="2915"/>
                      </a:cubicBezTo>
                      <a:cubicBezTo>
                        <a:pt x="53" y="2968"/>
                        <a:pt x="32" y="3020"/>
                        <a:pt x="11" y="3073"/>
                      </a:cubicBezTo>
                      <a:lnTo>
                        <a:pt x="3786" y="3073"/>
                      </a:lnTo>
                      <a:cubicBezTo>
                        <a:pt x="4080" y="3073"/>
                        <a:pt x="4080" y="0"/>
                        <a:pt x="3776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5" name="Google Shape;2825;p66"/>
                <p:cNvSpPr/>
                <p:nvPr/>
              </p:nvSpPr>
              <p:spPr>
                <a:xfrm>
                  <a:off x="989088" y="4803874"/>
                  <a:ext cx="472185" cy="22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3315" extrusionOk="0">
                      <a:moveTo>
                        <a:pt x="137" y="0"/>
                      </a:moveTo>
                      <a:cubicBezTo>
                        <a:pt x="64" y="0"/>
                        <a:pt x="1" y="53"/>
                        <a:pt x="1" y="126"/>
                      </a:cubicBezTo>
                      <a:cubicBezTo>
                        <a:pt x="1" y="200"/>
                        <a:pt x="64" y="252"/>
                        <a:pt x="137" y="252"/>
                      </a:cubicBezTo>
                      <a:lnTo>
                        <a:pt x="284" y="252"/>
                      </a:lnTo>
                      <a:cubicBezTo>
                        <a:pt x="693" y="252"/>
                        <a:pt x="693" y="3062"/>
                        <a:pt x="284" y="3062"/>
                      </a:cubicBezTo>
                      <a:lnTo>
                        <a:pt x="137" y="3062"/>
                      </a:lnTo>
                      <a:cubicBezTo>
                        <a:pt x="64" y="3062"/>
                        <a:pt x="1" y="3115"/>
                        <a:pt x="1" y="3188"/>
                      </a:cubicBezTo>
                      <a:cubicBezTo>
                        <a:pt x="1" y="3262"/>
                        <a:pt x="64" y="3314"/>
                        <a:pt x="137" y="3314"/>
                      </a:cubicBezTo>
                      <a:lnTo>
                        <a:pt x="5737" y="3314"/>
                      </a:lnTo>
                      <a:cubicBezTo>
                        <a:pt x="6806" y="3304"/>
                        <a:pt x="6806" y="0"/>
                        <a:pt x="573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6" name="Google Shape;2826;p66"/>
                <p:cNvSpPr/>
                <p:nvPr/>
              </p:nvSpPr>
              <p:spPr>
                <a:xfrm>
                  <a:off x="761421" y="5016280"/>
                  <a:ext cx="270672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2" h="253" extrusionOk="0">
                      <a:moveTo>
                        <a:pt x="105" y="0"/>
                      </a:moveTo>
                      <a:cubicBezTo>
                        <a:pt x="42" y="0"/>
                        <a:pt x="0" y="63"/>
                        <a:pt x="11" y="126"/>
                      </a:cubicBezTo>
                      <a:cubicBezTo>
                        <a:pt x="0" y="189"/>
                        <a:pt x="42" y="242"/>
                        <a:pt x="105" y="252"/>
                      </a:cubicBezTo>
                      <a:lnTo>
                        <a:pt x="3901" y="252"/>
                      </a:lnTo>
                      <a:lnTo>
                        <a:pt x="390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7" name="Google Shape;2827;p66"/>
                <p:cNvSpPr/>
                <p:nvPr/>
              </p:nvSpPr>
              <p:spPr>
                <a:xfrm>
                  <a:off x="760658" y="4803874"/>
                  <a:ext cx="483838" cy="14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5" h="2161" extrusionOk="0">
                      <a:moveTo>
                        <a:pt x="116" y="0"/>
                      </a:moveTo>
                      <a:cubicBezTo>
                        <a:pt x="1" y="42"/>
                        <a:pt x="1" y="210"/>
                        <a:pt x="116" y="252"/>
                      </a:cubicBezTo>
                      <a:lnTo>
                        <a:pt x="3577" y="252"/>
                      </a:lnTo>
                      <a:cubicBezTo>
                        <a:pt x="3828" y="252"/>
                        <a:pt x="3933" y="1343"/>
                        <a:pt x="3870" y="2161"/>
                      </a:cubicBezTo>
                      <a:cubicBezTo>
                        <a:pt x="5045" y="1888"/>
                        <a:pt x="6094" y="1206"/>
                        <a:pt x="6807" y="231"/>
                      </a:cubicBezTo>
                      <a:cubicBezTo>
                        <a:pt x="6870" y="158"/>
                        <a:pt x="6922" y="74"/>
                        <a:pt x="697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8" name="Google Shape;2828;p66"/>
                <p:cNvSpPr/>
                <p:nvPr/>
              </p:nvSpPr>
              <p:spPr>
                <a:xfrm>
                  <a:off x="1072053" y="4857704"/>
                  <a:ext cx="48072" cy="12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" h="1763" extrusionOk="0">
                      <a:moveTo>
                        <a:pt x="0" y="0"/>
                      </a:moveTo>
                      <a:cubicBezTo>
                        <a:pt x="84" y="0"/>
                        <a:pt x="84" y="1762"/>
                        <a:pt x="0" y="1762"/>
                      </a:cubicBezTo>
                      <a:lnTo>
                        <a:pt x="598" y="1762"/>
                      </a:lnTo>
                      <a:cubicBezTo>
                        <a:pt x="692" y="1762"/>
                        <a:pt x="692" y="0"/>
                        <a:pt x="59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9" name="Google Shape;2829;p66"/>
                <p:cNvSpPr/>
                <p:nvPr/>
              </p:nvSpPr>
              <p:spPr>
                <a:xfrm>
                  <a:off x="1138230" y="4878792"/>
                  <a:ext cx="31354" cy="8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154" extrusionOk="0">
                      <a:moveTo>
                        <a:pt x="0" y="0"/>
                      </a:moveTo>
                      <a:cubicBezTo>
                        <a:pt x="53" y="0"/>
                        <a:pt x="53" y="1154"/>
                        <a:pt x="0" y="1154"/>
                      </a:cubicBezTo>
                      <a:lnTo>
                        <a:pt x="388" y="1154"/>
                      </a:lnTo>
                      <a:cubicBezTo>
                        <a:pt x="451" y="1154"/>
                        <a:pt x="451" y="0"/>
                        <a:pt x="38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830" name="Google Shape;2830;p66"/>
          <p:cNvSpPr txBox="1">
            <a:spLocks noGrp="1"/>
          </p:cNvSpPr>
          <p:nvPr>
            <p:ph type="title"/>
          </p:nvPr>
        </p:nvSpPr>
        <p:spPr>
          <a:xfrm>
            <a:off x="2038200" y="3191825"/>
            <a:ext cx="50676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Login</a:t>
            </a:r>
            <a:endParaRPr dirty="0"/>
          </a:p>
        </p:txBody>
      </p:sp>
      <p:sp>
        <p:nvSpPr>
          <p:cNvPr id="2831" name="Google Shape;2831;p66"/>
          <p:cNvSpPr txBox="1">
            <a:spLocks noGrp="1"/>
          </p:cNvSpPr>
          <p:nvPr>
            <p:ph type="subTitle" idx="1"/>
          </p:nvPr>
        </p:nvSpPr>
        <p:spPr>
          <a:xfrm>
            <a:off x="2038200" y="3816150"/>
            <a:ext cx="50676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Page</a:t>
            </a:r>
            <a:endParaRPr dirty="0"/>
          </a:p>
        </p:txBody>
      </p:sp>
      <p:sp>
        <p:nvSpPr>
          <p:cNvPr id="2832" name="Google Shape;2832;p66"/>
          <p:cNvSpPr/>
          <p:nvPr/>
        </p:nvSpPr>
        <p:spPr>
          <a:xfrm>
            <a:off x="3815735" y="1574265"/>
            <a:ext cx="1512530" cy="1513003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9EBAB">
                  <a:alpha val="21960"/>
                  <a:alpha val="21910"/>
                </a:srgbClr>
              </a:gs>
              <a:gs pos="41000">
                <a:srgbClr val="F9EBAB">
                  <a:alpha val="53333"/>
                  <a:alpha val="21910"/>
                </a:srgbClr>
              </a:gs>
              <a:gs pos="100000">
                <a:srgbClr val="F9EBAB">
                  <a:alpha val="77254"/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3" name="Google Shape;2833;p66"/>
          <p:cNvSpPr txBox="1">
            <a:spLocks noGrp="1"/>
          </p:cNvSpPr>
          <p:nvPr>
            <p:ph type="title" idx="2"/>
          </p:nvPr>
        </p:nvSpPr>
        <p:spPr>
          <a:xfrm>
            <a:off x="3950850" y="1909866"/>
            <a:ext cx="124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834" name="Google Shape;2834;p66"/>
          <p:cNvGrpSpPr/>
          <p:nvPr/>
        </p:nvGrpSpPr>
        <p:grpSpPr>
          <a:xfrm>
            <a:off x="1069930" y="3736012"/>
            <a:ext cx="882090" cy="785318"/>
            <a:chOff x="1069930" y="3736012"/>
            <a:chExt cx="882090" cy="785318"/>
          </a:xfrm>
        </p:grpSpPr>
        <p:grpSp>
          <p:nvGrpSpPr>
            <p:cNvPr id="2835" name="Google Shape;2835;p66"/>
            <p:cNvGrpSpPr/>
            <p:nvPr/>
          </p:nvGrpSpPr>
          <p:grpSpPr>
            <a:xfrm flipH="1">
              <a:off x="1069930" y="4119687"/>
              <a:ext cx="795165" cy="401643"/>
              <a:chOff x="760658" y="4632187"/>
              <a:chExt cx="795165" cy="401643"/>
            </a:xfrm>
          </p:grpSpPr>
          <p:sp>
            <p:nvSpPr>
              <p:cNvPr id="2836" name="Google Shape;2836;p66"/>
              <p:cNvSpPr/>
              <p:nvPr/>
            </p:nvSpPr>
            <p:spPr>
              <a:xfrm>
                <a:off x="932345" y="4784242"/>
                <a:ext cx="301263" cy="21157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305" extrusionOk="0">
                    <a:moveTo>
                      <a:pt x="85" y="0"/>
                    </a:moveTo>
                    <a:cubicBezTo>
                      <a:pt x="43" y="0"/>
                      <a:pt x="1" y="63"/>
                      <a:pt x="1" y="147"/>
                    </a:cubicBezTo>
                    <a:cubicBezTo>
                      <a:pt x="1" y="231"/>
                      <a:pt x="43" y="304"/>
                      <a:pt x="85" y="304"/>
                    </a:cubicBezTo>
                    <a:lnTo>
                      <a:pt x="4342" y="304"/>
                    </a:lnTo>
                    <a:lnTo>
                      <a:pt x="43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37" name="Google Shape;2837;p66"/>
              <p:cNvGrpSpPr/>
              <p:nvPr/>
            </p:nvGrpSpPr>
            <p:grpSpPr>
              <a:xfrm>
                <a:off x="932345" y="4632187"/>
                <a:ext cx="623479" cy="173211"/>
                <a:chOff x="932345" y="4632187"/>
                <a:chExt cx="623479" cy="173211"/>
              </a:xfrm>
            </p:grpSpPr>
            <p:sp>
              <p:nvSpPr>
                <p:cNvPr id="2838" name="Google Shape;2838;p66"/>
                <p:cNvSpPr/>
                <p:nvPr/>
              </p:nvSpPr>
              <p:spPr>
                <a:xfrm>
                  <a:off x="949826" y="4642384"/>
                  <a:ext cx="312847" cy="153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0" h="2213" extrusionOk="0">
                      <a:moveTo>
                        <a:pt x="0" y="0"/>
                      </a:moveTo>
                      <a:cubicBezTo>
                        <a:pt x="483" y="588"/>
                        <a:pt x="462" y="1657"/>
                        <a:pt x="0" y="2213"/>
                      </a:cubicBezTo>
                      <a:lnTo>
                        <a:pt x="4237" y="2213"/>
                      </a:lnTo>
                      <a:cubicBezTo>
                        <a:pt x="4510" y="2213"/>
                        <a:pt x="4510" y="0"/>
                        <a:pt x="4237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9" name="Google Shape;2839;p66"/>
                <p:cNvSpPr/>
                <p:nvPr/>
              </p:nvSpPr>
              <p:spPr>
                <a:xfrm>
                  <a:off x="1194974" y="4632187"/>
                  <a:ext cx="360850" cy="173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2" h="2497" extrusionOk="0">
                      <a:moveTo>
                        <a:pt x="126" y="1"/>
                      </a:moveTo>
                      <a:cubicBezTo>
                        <a:pt x="53" y="1"/>
                        <a:pt x="0" y="74"/>
                        <a:pt x="11" y="147"/>
                      </a:cubicBezTo>
                      <a:cubicBezTo>
                        <a:pt x="0" y="221"/>
                        <a:pt x="53" y="284"/>
                        <a:pt x="126" y="294"/>
                      </a:cubicBezTo>
                      <a:lnTo>
                        <a:pt x="262" y="294"/>
                      </a:lnTo>
                      <a:cubicBezTo>
                        <a:pt x="619" y="294"/>
                        <a:pt x="619" y="2192"/>
                        <a:pt x="262" y="2192"/>
                      </a:cubicBezTo>
                      <a:lnTo>
                        <a:pt x="126" y="2192"/>
                      </a:lnTo>
                      <a:cubicBezTo>
                        <a:pt x="53" y="2203"/>
                        <a:pt x="0" y="2266"/>
                        <a:pt x="11" y="2339"/>
                      </a:cubicBezTo>
                      <a:cubicBezTo>
                        <a:pt x="0" y="2412"/>
                        <a:pt x="53" y="2486"/>
                        <a:pt x="126" y="2496"/>
                      </a:cubicBezTo>
                      <a:lnTo>
                        <a:pt x="4258" y="2496"/>
                      </a:lnTo>
                      <a:cubicBezTo>
                        <a:pt x="5202" y="2496"/>
                        <a:pt x="5202" y="1"/>
                        <a:pt x="42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0" name="Google Shape;2840;p66"/>
                <p:cNvSpPr/>
                <p:nvPr/>
              </p:nvSpPr>
              <p:spPr>
                <a:xfrm>
                  <a:off x="932345" y="4632187"/>
                  <a:ext cx="301263" cy="20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3" h="295" extrusionOk="0">
                      <a:moveTo>
                        <a:pt x="85" y="1"/>
                      </a:moveTo>
                      <a:cubicBezTo>
                        <a:pt x="43" y="1"/>
                        <a:pt x="1" y="63"/>
                        <a:pt x="1" y="147"/>
                      </a:cubicBezTo>
                      <a:cubicBezTo>
                        <a:pt x="1" y="231"/>
                        <a:pt x="43" y="294"/>
                        <a:pt x="85" y="294"/>
                      </a:cubicBezTo>
                      <a:lnTo>
                        <a:pt x="4342" y="294"/>
                      </a:lnTo>
                      <a:lnTo>
                        <a:pt x="434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1" name="Google Shape;2841;p66"/>
                <p:cNvSpPr/>
                <p:nvPr/>
              </p:nvSpPr>
              <p:spPr>
                <a:xfrm>
                  <a:off x="963630" y="4696214"/>
                  <a:ext cx="211016" cy="79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1150" extrusionOk="0">
                      <a:moveTo>
                        <a:pt x="127" y="0"/>
                      </a:moveTo>
                      <a:cubicBezTo>
                        <a:pt x="189" y="367"/>
                        <a:pt x="147" y="745"/>
                        <a:pt x="1" y="1091"/>
                      </a:cubicBezTo>
                      <a:lnTo>
                        <a:pt x="231" y="1112"/>
                      </a:lnTo>
                      <a:cubicBezTo>
                        <a:pt x="570" y="1138"/>
                        <a:pt x="896" y="1150"/>
                        <a:pt x="1197" y="1150"/>
                      </a:cubicBezTo>
                      <a:cubicBezTo>
                        <a:pt x="2247" y="1150"/>
                        <a:pt x="3004" y="1002"/>
                        <a:pt x="3021" y="766"/>
                      </a:cubicBezTo>
                      <a:cubicBezTo>
                        <a:pt x="3042" y="462"/>
                        <a:pt x="1836" y="126"/>
                        <a:pt x="315" y="11"/>
                      </a:cubicBez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2" name="Google Shape;2842;p66"/>
                <p:cNvSpPr/>
                <p:nvPr/>
              </p:nvSpPr>
              <p:spPr>
                <a:xfrm>
                  <a:off x="1043681" y="4671449"/>
                  <a:ext cx="157187" cy="6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96" extrusionOk="0">
                      <a:moveTo>
                        <a:pt x="1133" y="1"/>
                      </a:moveTo>
                      <a:cubicBezTo>
                        <a:pt x="504" y="1"/>
                        <a:pt x="0" y="22"/>
                        <a:pt x="0" y="53"/>
                      </a:cubicBezTo>
                      <a:cubicBezTo>
                        <a:pt x="0" y="74"/>
                        <a:pt x="504" y="95"/>
                        <a:pt x="1133" y="95"/>
                      </a:cubicBezTo>
                      <a:cubicBezTo>
                        <a:pt x="1751" y="95"/>
                        <a:pt x="2265" y="74"/>
                        <a:pt x="2265" y="53"/>
                      </a:cubicBezTo>
                      <a:cubicBezTo>
                        <a:pt x="2265" y="22"/>
                        <a:pt x="1751" y="1"/>
                        <a:pt x="1133" y="1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3" name="Google Shape;2843;p66"/>
                <p:cNvSpPr/>
                <p:nvPr/>
              </p:nvSpPr>
              <p:spPr>
                <a:xfrm>
                  <a:off x="1008026" y="4730413"/>
                  <a:ext cx="203039" cy="4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64" extrusionOk="0">
                      <a:moveTo>
                        <a:pt x="1458" y="0"/>
                      </a:moveTo>
                      <a:cubicBezTo>
                        <a:pt x="650" y="0"/>
                        <a:pt x="0" y="11"/>
                        <a:pt x="0" y="32"/>
                      </a:cubicBezTo>
                      <a:cubicBezTo>
                        <a:pt x="0" y="42"/>
                        <a:pt x="650" y="63"/>
                        <a:pt x="1458" y="63"/>
                      </a:cubicBezTo>
                      <a:cubicBezTo>
                        <a:pt x="2265" y="63"/>
                        <a:pt x="2926" y="42"/>
                        <a:pt x="2926" y="32"/>
                      </a:cubicBezTo>
                      <a:cubicBezTo>
                        <a:pt x="2926" y="11"/>
                        <a:pt x="2265" y="0"/>
                        <a:pt x="1458" y="0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44" name="Google Shape;2844;p66"/>
              <p:cNvSpPr/>
              <p:nvPr/>
            </p:nvSpPr>
            <p:spPr>
              <a:xfrm>
                <a:off x="760658" y="4803874"/>
                <a:ext cx="27143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53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912" y="252"/>
                    </a:lnTo>
                    <a:lnTo>
                      <a:pt x="39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45" name="Google Shape;2845;p66"/>
              <p:cNvGrpSpPr/>
              <p:nvPr/>
            </p:nvGrpSpPr>
            <p:grpSpPr>
              <a:xfrm>
                <a:off x="760658" y="4803874"/>
                <a:ext cx="700615" cy="229956"/>
                <a:chOff x="760658" y="4803874"/>
                <a:chExt cx="700615" cy="229956"/>
              </a:xfrm>
            </p:grpSpPr>
            <p:sp>
              <p:nvSpPr>
                <p:cNvPr id="2846" name="Google Shape;2846;p66"/>
                <p:cNvSpPr/>
                <p:nvPr/>
              </p:nvSpPr>
              <p:spPr>
                <a:xfrm>
                  <a:off x="786186" y="4821355"/>
                  <a:ext cx="283019" cy="200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2895" extrusionOk="0">
                      <a:moveTo>
                        <a:pt x="0" y="0"/>
                      </a:moveTo>
                      <a:cubicBezTo>
                        <a:pt x="325" y="923"/>
                        <a:pt x="262" y="1898"/>
                        <a:pt x="0" y="2894"/>
                      </a:cubicBezTo>
                      <a:lnTo>
                        <a:pt x="3775" y="2894"/>
                      </a:lnTo>
                      <a:cubicBezTo>
                        <a:pt x="3776" y="2894"/>
                        <a:pt x="3776" y="2894"/>
                        <a:pt x="3777" y="2894"/>
                      </a:cubicBezTo>
                      <a:cubicBezTo>
                        <a:pt x="4079" y="2894"/>
                        <a:pt x="4079" y="0"/>
                        <a:pt x="3775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7" name="Google Shape;2847;p66"/>
                <p:cNvSpPr/>
                <p:nvPr/>
              </p:nvSpPr>
              <p:spPr>
                <a:xfrm>
                  <a:off x="781052" y="4812614"/>
                  <a:ext cx="283019" cy="21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3073" extrusionOk="0">
                      <a:moveTo>
                        <a:pt x="1" y="0"/>
                      </a:moveTo>
                      <a:cubicBezTo>
                        <a:pt x="126" y="294"/>
                        <a:pt x="221" y="598"/>
                        <a:pt x="263" y="913"/>
                      </a:cubicBezTo>
                      <a:cubicBezTo>
                        <a:pt x="1825" y="1122"/>
                        <a:pt x="3000" y="1668"/>
                        <a:pt x="2947" y="2181"/>
                      </a:cubicBezTo>
                      <a:cubicBezTo>
                        <a:pt x="2901" y="2642"/>
                        <a:pt x="1925" y="2932"/>
                        <a:pt x="622" y="2932"/>
                      </a:cubicBezTo>
                      <a:cubicBezTo>
                        <a:pt x="442" y="2932"/>
                        <a:pt x="255" y="2927"/>
                        <a:pt x="64" y="2915"/>
                      </a:cubicBezTo>
                      <a:cubicBezTo>
                        <a:pt x="53" y="2968"/>
                        <a:pt x="32" y="3020"/>
                        <a:pt x="11" y="3073"/>
                      </a:cubicBezTo>
                      <a:lnTo>
                        <a:pt x="3786" y="3073"/>
                      </a:lnTo>
                      <a:cubicBezTo>
                        <a:pt x="4080" y="3073"/>
                        <a:pt x="4080" y="0"/>
                        <a:pt x="3776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8" name="Google Shape;2848;p66"/>
                <p:cNvSpPr/>
                <p:nvPr/>
              </p:nvSpPr>
              <p:spPr>
                <a:xfrm>
                  <a:off x="989088" y="4803874"/>
                  <a:ext cx="472185" cy="22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3315" extrusionOk="0">
                      <a:moveTo>
                        <a:pt x="137" y="0"/>
                      </a:moveTo>
                      <a:cubicBezTo>
                        <a:pt x="64" y="0"/>
                        <a:pt x="1" y="53"/>
                        <a:pt x="1" y="126"/>
                      </a:cubicBezTo>
                      <a:cubicBezTo>
                        <a:pt x="1" y="200"/>
                        <a:pt x="64" y="252"/>
                        <a:pt x="137" y="252"/>
                      </a:cubicBezTo>
                      <a:lnTo>
                        <a:pt x="284" y="252"/>
                      </a:lnTo>
                      <a:cubicBezTo>
                        <a:pt x="693" y="252"/>
                        <a:pt x="693" y="3062"/>
                        <a:pt x="284" y="3062"/>
                      </a:cubicBezTo>
                      <a:lnTo>
                        <a:pt x="137" y="3062"/>
                      </a:lnTo>
                      <a:cubicBezTo>
                        <a:pt x="64" y="3062"/>
                        <a:pt x="1" y="3115"/>
                        <a:pt x="1" y="3188"/>
                      </a:cubicBezTo>
                      <a:cubicBezTo>
                        <a:pt x="1" y="3262"/>
                        <a:pt x="64" y="3314"/>
                        <a:pt x="137" y="3314"/>
                      </a:cubicBezTo>
                      <a:lnTo>
                        <a:pt x="5737" y="3314"/>
                      </a:lnTo>
                      <a:cubicBezTo>
                        <a:pt x="6806" y="3304"/>
                        <a:pt x="6806" y="0"/>
                        <a:pt x="573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9" name="Google Shape;2849;p66"/>
                <p:cNvSpPr/>
                <p:nvPr/>
              </p:nvSpPr>
              <p:spPr>
                <a:xfrm>
                  <a:off x="761421" y="5016280"/>
                  <a:ext cx="270672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2" h="253" extrusionOk="0">
                      <a:moveTo>
                        <a:pt x="105" y="0"/>
                      </a:moveTo>
                      <a:cubicBezTo>
                        <a:pt x="42" y="0"/>
                        <a:pt x="0" y="63"/>
                        <a:pt x="11" y="126"/>
                      </a:cubicBezTo>
                      <a:cubicBezTo>
                        <a:pt x="0" y="189"/>
                        <a:pt x="42" y="242"/>
                        <a:pt x="105" y="252"/>
                      </a:cubicBezTo>
                      <a:lnTo>
                        <a:pt x="3901" y="252"/>
                      </a:lnTo>
                      <a:lnTo>
                        <a:pt x="390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0" name="Google Shape;2850;p66"/>
                <p:cNvSpPr/>
                <p:nvPr/>
              </p:nvSpPr>
              <p:spPr>
                <a:xfrm>
                  <a:off x="760658" y="4803874"/>
                  <a:ext cx="483838" cy="14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5" h="2161" extrusionOk="0">
                      <a:moveTo>
                        <a:pt x="116" y="0"/>
                      </a:moveTo>
                      <a:cubicBezTo>
                        <a:pt x="1" y="42"/>
                        <a:pt x="1" y="210"/>
                        <a:pt x="116" y="252"/>
                      </a:cubicBezTo>
                      <a:lnTo>
                        <a:pt x="3577" y="252"/>
                      </a:lnTo>
                      <a:cubicBezTo>
                        <a:pt x="3828" y="252"/>
                        <a:pt x="3933" y="1343"/>
                        <a:pt x="3870" y="2161"/>
                      </a:cubicBezTo>
                      <a:cubicBezTo>
                        <a:pt x="5045" y="1888"/>
                        <a:pt x="6094" y="1206"/>
                        <a:pt x="6807" y="231"/>
                      </a:cubicBezTo>
                      <a:cubicBezTo>
                        <a:pt x="6870" y="158"/>
                        <a:pt x="6922" y="74"/>
                        <a:pt x="697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1" name="Google Shape;2851;p66"/>
                <p:cNvSpPr/>
                <p:nvPr/>
              </p:nvSpPr>
              <p:spPr>
                <a:xfrm>
                  <a:off x="1072053" y="4857704"/>
                  <a:ext cx="48072" cy="12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" h="1763" extrusionOk="0">
                      <a:moveTo>
                        <a:pt x="0" y="0"/>
                      </a:moveTo>
                      <a:cubicBezTo>
                        <a:pt x="84" y="0"/>
                        <a:pt x="84" y="1762"/>
                        <a:pt x="0" y="1762"/>
                      </a:cubicBezTo>
                      <a:lnTo>
                        <a:pt x="598" y="1762"/>
                      </a:lnTo>
                      <a:cubicBezTo>
                        <a:pt x="692" y="1762"/>
                        <a:pt x="692" y="0"/>
                        <a:pt x="59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2" name="Google Shape;2852;p66"/>
                <p:cNvSpPr/>
                <p:nvPr/>
              </p:nvSpPr>
              <p:spPr>
                <a:xfrm>
                  <a:off x="1138230" y="4878792"/>
                  <a:ext cx="31354" cy="8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154" extrusionOk="0">
                      <a:moveTo>
                        <a:pt x="0" y="0"/>
                      </a:moveTo>
                      <a:cubicBezTo>
                        <a:pt x="53" y="0"/>
                        <a:pt x="53" y="1154"/>
                        <a:pt x="0" y="1154"/>
                      </a:cubicBezTo>
                      <a:lnTo>
                        <a:pt x="388" y="1154"/>
                      </a:lnTo>
                      <a:cubicBezTo>
                        <a:pt x="451" y="1154"/>
                        <a:pt x="451" y="0"/>
                        <a:pt x="38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53" name="Google Shape;2853;p66"/>
            <p:cNvGrpSpPr/>
            <p:nvPr/>
          </p:nvGrpSpPr>
          <p:grpSpPr>
            <a:xfrm flipH="1">
              <a:off x="1156855" y="3736012"/>
              <a:ext cx="795165" cy="401643"/>
              <a:chOff x="760658" y="4632187"/>
              <a:chExt cx="795165" cy="401643"/>
            </a:xfrm>
          </p:grpSpPr>
          <p:sp>
            <p:nvSpPr>
              <p:cNvPr id="2854" name="Google Shape;2854;p66"/>
              <p:cNvSpPr/>
              <p:nvPr/>
            </p:nvSpPr>
            <p:spPr>
              <a:xfrm>
                <a:off x="932345" y="4784242"/>
                <a:ext cx="301263" cy="21157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305" extrusionOk="0">
                    <a:moveTo>
                      <a:pt x="85" y="0"/>
                    </a:moveTo>
                    <a:cubicBezTo>
                      <a:pt x="43" y="0"/>
                      <a:pt x="1" y="63"/>
                      <a:pt x="1" y="147"/>
                    </a:cubicBezTo>
                    <a:cubicBezTo>
                      <a:pt x="1" y="231"/>
                      <a:pt x="43" y="304"/>
                      <a:pt x="85" y="304"/>
                    </a:cubicBezTo>
                    <a:lnTo>
                      <a:pt x="4342" y="304"/>
                    </a:lnTo>
                    <a:lnTo>
                      <a:pt x="43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55" name="Google Shape;2855;p66"/>
              <p:cNvGrpSpPr/>
              <p:nvPr/>
            </p:nvGrpSpPr>
            <p:grpSpPr>
              <a:xfrm>
                <a:off x="932345" y="4632187"/>
                <a:ext cx="623479" cy="173211"/>
                <a:chOff x="932345" y="4632187"/>
                <a:chExt cx="623479" cy="173211"/>
              </a:xfrm>
            </p:grpSpPr>
            <p:sp>
              <p:nvSpPr>
                <p:cNvPr id="2856" name="Google Shape;2856;p66"/>
                <p:cNvSpPr/>
                <p:nvPr/>
              </p:nvSpPr>
              <p:spPr>
                <a:xfrm>
                  <a:off x="949826" y="4642384"/>
                  <a:ext cx="312847" cy="153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0" h="2213" extrusionOk="0">
                      <a:moveTo>
                        <a:pt x="0" y="0"/>
                      </a:moveTo>
                      <a:cubicBezTo>
                        <a:pt x="483" y="588"/>
                        <a:pt x="462" y="1657"/>
                        <a:pt x="0" y="2213"/>
                      </a:cubicBezTo>
                      <a:lnTo>
                        <a:pt x="4237" y="2213"/>
                      </a:lnTo>
                      <a:cubicBezTo>
                        <a:pt x="4510" y="2213"/>
                        <a:pt x="4510" y="0"/>
                        <a:pt x="4237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7" name="Google Shape;2857;p66"/>
                <p:cNvSpPr/>
                <p:nvPr/>
              </p:nvSpPr>
              <p:spPr>
                <a:xfrm>
                  <a:off x="1194974" y="4632187"/>
                  <a:ext cx="360850" cy="173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2" h="2497" extrusionOk="0">
                      <a:moveTo>
                        <a:pt x="126" y="1"/>
                      </a:moveTo>
                      <a:cubicBezTo>
                        <a:pt x="53" y="1"/>
                        <a:pt x="0" y="74"/>
                        <a:pt x="11" y="147"/>
                      </a:cubicBezTo>
                      <a:cubicBezTo>
                        <a:pt x="0" y="221"/>
                        <a:pt x="53" y="284"/>
                        <a:pt x="126" y="294"/>
                      </a:cubicBezTo>
                      <a:lnTo>
                        <a:pt x="262" y="294"/>
                      </a:lnTo>
                      <a:cubicBezTo>
                        <a:pt x="619" y="294"/>
                        <a:pt x="619" y="2192"/>
                        <a:pt x="262" y="2192"/>
                      </a:cubicBezTo>
                      <a:lnTo>
                        <a:pt x="126" y="2192"/>
                      </a:lnTo>
                      <a:cubicBezTo>
                        <a:pt x="53" y="2203"/>
                        <a:pt x="0" y="2266"/>
                        <a:pt x="11" y="2339"/>
                      </a:cubicBezTo>
                      <a:cubicBezTo>
                        <a:pt x="0" y="2412"/>
                        <a:pt x="53" y="2486"/>
                        <a:pt x="126" y="2496"/>
                      </a:cubicBezTo>
                      <a:lnTo>
                        <a:pt x="4258" y="2496"/>
                      </a:lnTo>
                      <a:cubicBezTo>
                        <a:pt x="5202" y="2496"/>
                        <a:pt x="5202" y="1"/>
                        <a:pt x="42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8" name="Google Shape;2858;p66"/>
                <p:cNvSpPr/>
                <p:nvPr/>
              </p:nvSpPr>
              <p:spPr>
                <a:xfrm>
                  <a:off x="932345" y="4632187"/>
                  <a:ext cx="301263" cy="20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3" h="295" extrusionOk="0">
                      <a:moveTo>
                        <a:pt x="85" y="1"/>
                      </a:moveTo>
                      <a:cubicBezTo>
                        <a:pt x="43" y="1"/>
                        <a:pt x="1" y="63"/>
                        <a:pt x="1" y="147"/>
                      </a:cubicBezTo>
                      <a:cubicBezTo>
                        <a:pt x="1" y="231"/>
                        <a:pt x="43" y="294"/>
                        <a:pt x="85" y="294"/>
                      </a:cubicBezTo>
                      <a:lnTo>
                        <a:pt x="4342" y="294"/>
                      </a:lnTo>
                      <a:lnTo>
                        <a:pt x="434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9" name="Google Shape;2859;p66"/>
                <p:cNvSpPr/>
                <p:nvPr/>
              </p:nvSpPr>
              <p:spPr>
                <a:xfrm>
                  <a:off x="963630" y="4696214"/>
                  <a:ext cx="211016" cy="79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1150" extrusionOk="0">
                      <a:moveTo>
                        <a:pt x="127" y="0"/>
                      </a:moveTo>
                      <a:cubicBezTo>
                        <a:pt x="189" y="367"/>
                        <a:pt x="147" y="745"/>
                        <a:pt x="1" y="1091"/>
                      </a:cubicBezTo>
                      <a:lnTo>
                        <a:pt x="231" y="1112"/>
                      </a:lnTo>
                      <a:cubicBezTo>
                        <a:pt x="570" y="1138"/>
                        <a:pt x="896" y="1150"/>
                        <a:pt x="1197" y="1150"/>
                      </a:cubicBezTo>
                      <a:cubicBezTo>
                        <a:pt x="2247" y="1150"/>
                        <a:pt x="3004" y="1002"/>
                        <a:pt x="3021" y="766"/>
                      </a:cubicBezTo>
                      <a:cubicBezTo>
                        <a:pt x="3042" y="462"/>
                        <a:pt x="1836" y="126"/>
                        <a:pt x="315" y="11"/>
                      </a:cubicBez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0" name="Google Shape;2860;p66"/>
                <p:cNvSpPr/>
                <p:nvPr/>
              </p:nvSpPr>
              <p:spPr>
                <a:xfrm>
                  <a:off x="1043681" y="4671449"/>
                  <a:ext cx="157187" cy="6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96" extrusionOk="0">
                      <a:moveTo>
                        <a:pt x="1133" y="1"/>
                      </a:moveTo>
                      <a:cubicBezTo>
                        <a:pt x="504" y="1"/>
                        <a:pt x="0" y="22"/>
                        <a:pt x="0" y="53"/>
                      </a:cubicBezTo>
                      <a:cubicBezTo>
                        <a:pt x="0" y="74"/>
                        <a:pt x="504" y="95"/>
                        <a:pt x="1133" y="95"/>
                      </a:cubicBezTo>
                      <a:cubicBezTo>
                        <a:pt x="1751" y="95"/>
                        <a:pt x="2265" y="74"/>
                        <a:pt x="2265" y="53"/>
                      </a:cubicBezTo>
                      <a:cubicBezTo>
                        <a:pt x="2265" y="22"/>
                        <a:pt x="1751" y="1"/>
                        <a:pt x="1133" y="1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1" name="Google Shape;2861;p66"/>
                <p:cNvSpPr/>
                <p:nvPr/>
              </p:nvSpPr>
              <p:spPr>
                <a:xfrm>
                  <a:off x="1008026" y="4730413"/>
                  <a:ext cx="203039" cy="4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64" extrusionOk="0">
                      <a:moveTo>
                        <a:pt x="1458" y="0"/>
                      </a:moveTo>
                      <a:cubicBezTo>
                        <a:pt x="650" y="0"/>
                        <a:pt x="0" y="11"/>
                        <a:pt x="0" y="32"/>
                      </a:cubicBezTo>
                      <a:cubicBezTo>
                        <a:pt x="0" y="42"/>
                        <a:pt x="650" y="63"/>
                        <a:pt x="1458" y="63"/>
                      </a:cubicBezTo>
                      <a:cubicBezTo>
                        <a:pt x="2265" y="63"/>
                        <a:pt x="2926" y="42"/>
                        <a:pt x="2926" y="32"/>
                      </a:cubicBezTo>
                      <a:cubicBezTo>
                        <a:pt x="2926" y="11"/>
                        <a:pt x="2265" y="0"/>
                        <a:pt x="1458" y="0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62" name="Google Shape;2862;p66"/>
              <p:cNvSpPr/>
              <p:nvPr/>
            </p:nvSpPr>
            <p:spPr>
              <a:xfrm>
                <a:off x="760658" y="4803874"/>
                <a:ext cx="27143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53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912" y="252"/>
                    </a:lnTo>
                    <a:lnTo>
                      <a:pt x="39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63" name="Google Shape;2863;p66"/>
              <p:cNvGrpSpPr/>
              <p:nvPr/>
            </p:nvGrpSpPr>
            <p:grpSpPr>
              <a:xfrm>
                <a:off x="760658" y="4803874"/>
                <a:ext cx="700615" cy="229956"/>
                <a:chOff x="760658" y="4803874"/>
                <a:chExt cx="700615" cy="229956"/>
              </a:xfrm>
            </p:grpSpPr>
            <p:sp>
              <p:nvSpPr>
                <p:cNvPr id="2864" name="Google Shape;2864;p66"/>
                <p:cNvSpPr/>
                <p:nvPr/>
              </p:nvSpPr>
              <p:spPr>
                <a:xfrm>
                  <a:off x="786186" y="4821355"/>
                  <a:ext cx="283019" cy="200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2895" extrusionOk="0">
                      <a:moveTo>
                        <a:pt x="0" y="0"/>
                      </a:moveTo>
                      <a:cubicBezTo>
                        <a:pt x="325" y="923"/>
                        <a:pt x="262" y="1898"/>
                        <a:pt x="0" y="2894"/>
                      </a:cubicBezTo>
                      <a:lnTo>
                        <a:pt x="3775" y="2894"/>
                      </a:lnTo>
                      <a:cubicBezTo>
                        <a:pt x="3776" y="2894"/>
                        <a:pt x="3776" y="2894"/>
                        <a:pt x="3777" y="2894"/>
                      </a:cubicBezTo>
                      <a:cubicBezTo>
                        <a:pt x="4079" y="2894"/>
                        <a:pt x="4079" y="0"/>
                        <a:pt x="3775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5" name="Google Shape;2865;p66"/>
                <p:cNvSpPr/>
                <p:nvPr/>
              </p:nvSpPr>
              <p:spPr>
                <a:xfrm>
                  <a:off x="781052" y="4812614"/>
                  <a:ext cx="283019" cy="21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3073" extrusionOk="0">
                      <a:moveTo>
                        <a:pt x="1" y="0"/>
                      </a:moveTo>
                      <a:cubicBezTo>
                        <a:pt x="126" y="294"/>
                        <a:pt x="221" y="598"/>
                        <a:pt x="263" y="913"/>
                      </a:cubicBezTo>
                      <a:cubicBezTo>
                        <a:pt x="1825" y="1122"/>
                        <a:pt x="3000" y="1668"/>
                        <a:pt x="2947" y="2181"/>
                      </a:cubicBezTo>
                      <a:cubicBezTo>
                        <a:pt x="2901" y="2642"/>
                        <a:pt x="1925" y="2932"/>
                        <a:pt x="622" y="2932"/>
                      </a:cubicBezTo>
                      <a:cubicBezTo>
                        <a:pt x="442" y="2932"/>
                        <a:pt x="255" y="2927"/>
                        <a:pt x="64" y="2915"/>
                      </a:cubicBezTo>
                      <a:cubicBezTo>
                        <a:pt x="53" y="2968"/>
                        <a:pt x="32" y="3020"/>
                        <a:pt x="11" y="3073"/>
                      </a:cubicBezTo>
                      <a:lnTo>
                        <a:pt x="3786" y="3073"/>
                      </a:lnTo>
                      <a:cubicBezTo>
                        <a:pt x="4080" y="3073"/>
                        <a:pt x="4080" y="0"/>
                        <a:pt x="3776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6" name="Google Shape;2866;p66"/>
                <p:cNvSpPr/>
                <p:nvPr/>
              </p:nvSpPr>
              <p:spPr>
                <a:xfrm>
                  <a:off x="989088" y="4803874"/>
                  <a:ext cx="472185" cy="22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3315" extrusionOk="0">
                      <a:moveTo>
                        <a:pt x="137" y="0"/>
                      </a:moveTo>
                      <a:cubicBezTo>
                        <a:pt x="64" y="0"/>
                        <a:pt x="1" y="53"/>
                        <a:pt x="1" y="126"/>
                      </a:cubicBezTo>
                      <a:cubicBezTo>
                        <a:pt x="1" y="200"/>
                        <a:pt x="64" y="252"/>
                        <a:pt x="137" y="252"/>
                      </a:cubicBezTo>
                      <a:lnTo>
                        <a:pt x="284" y="252"/>
                      </a:lnTo>
                      <a:cubicBezTo>
                        <a:pt x="693" y="252"/>
                        <a:pt x="693" y="3062"/>
                        <a:pt x="284" y="3062"/>
                      </a:cubicBezTo>
                      <a:lnTo>
                        <a:pt x="137" y="3062"/>
                      </a:lnTo>
                      <a:cubicBezTo>
                        <a:pt x="64" y="3062"/>
                        <a:pt x="1" y="3115"/>
                        <a:pt x="1" y="3188"/>
                      </a:cubicBezTo>
                      <a:cubicBezTo>
                        <a:pt x="1" y="3262"/>
                        <a:pt x="64" y="3314"/>
                        <a:pt x="137" y="3314"/>
                      </a:cubicBezTo>
                      <a:lnTo>
                        <a:pt x="5737" y="3314"/>
                      </a:lnTo>
                      <a:cubicBezTo>
                        <a:pt x="6806" y="3304"/>
                        <a:pt x="6806" y="0"/>
                        <a:pt x="573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7" name="Google Shape;2867;p66"/>
                <p:cNvSpPr/>
                <p:nvPr/>
              </p:nvSpPr>
              <p:spPr>
                <a:xfrm>
                  <a:off x="761421" y="5016280"/>
                  <a:ext cx="270672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2" h="253" extrusionOk="0">
                      <a:moveTo>
                        <a:pt x="105" y="0"/>
                      </a:moveTo>
                      <a:cubicBezTo>
                        <a:pt x="42" y="0"/>
                        <a:pt x="0" y="63"/>
                        <a:pt x="11" y="126"/>
                      </a:cubicBezTo>
                      <a:cubicBezTo>
                        <a:pt x="0" y="189"/>
                        <a:pt x="42" y="242"/>
                        <a:pt x="105" y="252"/>
                      </a:cubicBezTo>
                      <a:lnTo>
                        <a:pt x="3901" y="252"/>
                      </a:lnTo>
                      <a:lnTo>
                        <a:pt x="390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8" name="Google Shape;2868;p66"/>
                <p:cNvSpPr/>
                <p:nvPr/>
              </p:nvSpPr>
              <p:spPr>
                <a:xfrm>
                  <a:off x="760658" y="4803874"/>
                  <a:ext cx="483838" cy="14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5" h="2161" extrusionOk="0">
                      <a:moveTo>
                        <a:pt x="116" y="0"/>
                      </a:moveTo>
                      <a:cubicBezTo>
                        <a:pt x="1" y="42"/>
                        <a:pt x="1" y="210"/>
                        <a:pt x="116" y="252"/>
                      </a:cubicBezTo>
                      <a:lnTo>
                        <a:pt x="3577" y="252"/>
                      </a:lnTo>
                      <a:cubicBezTo>
                        <a:pt x="3828" y="252"/>
                        <a:pt x="3933" y="1343"/>
                        <a:pt x="3870" y="2161"/>
                      </a:cubicBezTo>
                      <a:cubicBezTo>
                        <a:pt x="5045" y="1888"/>
                        <a:pt x="6094" y="1206"/>
                        <a:pt x="6807" y="231"/>
                      </a:cubicBezTo>
                      <a:cubicBezTo>
                        <a:pt x="6870" y="158"/>
                        <a:pt x="6922" y="74"/>
                        <a:pt x="697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9" name="Google Shape;2869;p66"/>
                <p:cNvSpPr/>
                <p:nvPr/>
              </p:nvSpPr>
              <p:spPr>
                <a:xfrm>
                  <a:off x="1072053" y="4857704"/>
                  <a:ext cx="48072" cy="12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" h="1763" extrusionOk="0">
                      <a:moveTo>
                        <a:pt x="0" y="0"/>
                      </a:moveTo>
                      <a:cubicBezTo>
                        <a:pt x="84" y="0"/>
                        <a:pt x="84" y="1762"/>
                        <a:pt x="0" y="1762"/>
                      </a:cubicBezTo>
                      <a:lnTo>
                        <a:pt x="598" y="1762"/>
                      </a:lnTo>
                      <a:cubicBezTo>
                        <a:pt x="692" y="1762"/>
                        <a:pt x="692" y="0"/>
                        <a:pt x="59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0" name="Google Shape;2870;p66"/>
                <p:cNvSpPr/>
                <p:nvPr/>
              </p:nvSpPr>
              <p:spPr>
                <a:xfrm>
                  <a:off x="1138230" y="4878792"/>
                  <a:ext cx="31354" cy="8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154" extrusionOk="0">
                      <a:moveTo>
                        <a:pt x="0" y="0"/>
                      </a:moveTo>
                      <a:cubicBezTo>
                        <a:pt x="53" y="0"/>
                        <a:pt x="53" y="1154"/>
                        <a:pt x="0" y="1154"/>
                      </a:cubicBezTo>
                      <a:lnTo>
                        <a:pt x="388" y="1154"/>
                      </a:lnTo>
                      <a:cubicBezTo>
                        <a:pt x="451" y="1154"/>
                        <a:pt x="451" y="0"/>
                        <a:pt x="38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871" name="Google Shape;2871;p66"/>
          <p:cNvGrpSpPr/>
          <p:nvPr/>
        </p:nvGrpSpPr>
        <p:grpSpPr>
          <a:xfrm>
            <a:off x="713225" y="1317949"/>
            <a:ext cx="648376" cy="880878"/>
            <a:chOff x="638276" y="3526008"/>
            <a:chExt cx="714936" cy="971200"/>
          </a:xfrm>
        </p:grpSpPr>
        <p:sp>
          <p:nvSpPr>
            <p:cNvPr id="2872" name="Google Shape;2872;p66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73" name="Google Shape;2873;p66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2874" name="Google Shape;2874;p66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66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66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66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66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66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66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66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66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66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66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66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66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66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66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66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66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66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66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66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66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66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66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66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66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66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00" name="Google Shape;2900;p66"/>
          <p:cNvGrpSpPr/>
          <p:nvPr/>
        </p:nvGrpSpPr>
        <p:grpSpPr>
          <a:xfrm>
            <a:off x="7782400" y="1317949"/>
            <a:ext cx="648376" cy="880878"/>
            <a:chOff x="638276" y="3526008"/>
            <a:chExt cx="714936" cy="971200"/>
          </a:xfrm>
        </p:grpSpPr>
        <p:sp>
          <p:nvSpPr>
            <p:cNvPr id="2901" name="Google Shape;2901;p66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02" name="Google Shape;2902;p66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2903" name="Google Shape;2903;p66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66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66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66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66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66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66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66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66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66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66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66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66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66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66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66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66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66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66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66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66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66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66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66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66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66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29" name="Google Shape;2929;p66"/>
          <p:cNvGrpSpPr/>
          <p:nvPr/>
        </p:nvGrpSpPr>
        <p:grpSpPr>
          <a:xfrm rot="1321491" flipH="1">
            <a:off x="6590639" y="1775883"/>
            <a:ext cx="714934" cy="378491"/>
            <a:chOff x="-1074225" y="4512538"/>
            <a:chExt cx="714950" cy="378500"/>
          </a:xfrm>
        </p:grpSpPr>
        <p:sp>
          <p:nvSpPr>
            <p:cNvPr id="2930" name="Google Shape;2930;p66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6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6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6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6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6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6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6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6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6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6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1" name="Google Shape;2941;p66"/>
          <p:cNvGrpSpPr/>
          <p:nvPr/>
        </p:nvGrpSpPr>
        <p:grpSpPr>
          <a:xfrm>
            <a:off x="1811225" y="2751675"/>
            <a:ext cx="714950" cy="378500"/>
            <a:chOff x="-1074225" y="4512538"/>
            <a:chExt cx="714950" cy="378500"/>
          </a:xfrm>
        </p:grpSpPr>
        <p:sp>
          <p:nvSpPr>
            <p:cNvPr id="2942" name="Google Shape;2942;p66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6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6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6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6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66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66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66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66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66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6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6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4" name="Google Shape;2954;p66"/>
          <p:cNvGrpSpPr/>
          <p:nvPr/>
        </p:nvGrpSpPr>
        <p:grpSpPr>
          <a:xfrm>
            <a:off x="704716" y="859708"/>
            <a:ext cx="3268775" cy="380199"/>
            <a:chOff x="713263" y="859708"/>
            <a:chExt cx="3268775" cy="380199"/>
          </a:xfrm>
        </p:grpSpPr>
        <p:sp>
          <p:nvSpPr>
            <p:cNvPr id="2955" name="Google Shape;2955;p66"/>
            <p:cNvSpPr/>
            <p:nvPr/>
          </p:nvSpPr>
          <p:spPr>
            <a:xfrm>
              <a:off x="3796469" y="876794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6"/>
            <p:cNvSpPr/>
            <p:nvPr/>
          </p:nvSpPr>
          <p:spPr>
            <a:xfrm>
              <a:off x="3911763" y="876794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6"/>
            <p:cNvSpPr/>
            <p:nvPr/>
          </p:nvSpPr>
          <p:spPr>
            <a:xfrm>
              <a:off x="2525271" y="878428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6"/>
            <p:cNvSpPr/>
            <p:nvPr/>
          </p:nvSpPr>
          <p:spPr>
            <a:xfrm>
              <a:off x="2607729" y="876794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66"/>
            <p:cNvSpPr/>
            <p:nvPr/>
          </p:nvSpPr>
          <p:spPr>
            <a:xfrm>
              <a:off x="2737137" y="876794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6"/>
            <p:cNvSpPr/>
            <p:nvPr/>
          </p:nvSpPr>
          <p:spPr>
            <a:xfrm>
              <a:off x="3140664" y="878428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6"/>
            <p:cNvSpPr/>
            <p:nvPr/>
          </p:nvSpPr>
          <p:spPr>
            <a:xfrm>
              <a:off x="3262197" y="876794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6"/>
            <p:cNvSpPr/>
            <p:nvPr/>
          </p:nvSpPr>
          <p:spPr>
            <a:xfrm>
              <a:off x="1833510" y="878428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6"/>
            <p:cNvSpPr/>
            <p:nvPr/>
          </p:nvSpPr>
          <p:spPr>
            <a:xfrm>
              <a:off x="1955044" y="876794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6"/>
            <p:cNvSpPr/>
            <p:nvPr/>
          </p:nvSpPr>
          <p:spPr>
            <a:xfrm>
              <a:off x="2146556" y="876794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65" name="Google Shape;2965;p66"/>
            <p:cNvGrpSpPr/>
            <p:nvPr/>
          </p:nvGrpSpPr>
          <p:grpSpPr>
            <a:xfrm>
              <a:off x="713263" y="859708"/>
              <a:ext cx="3268775" cy="380199"/>
              <a:chOff x="975489" y="863689"/>
              <a:chExt cx="3268775" cy="380199"/>
            </a:xfrm>
          </p:grpSpPr>
          <p:sp>
            <p:nvSpPr>
              <p:cNvPr id="2966" name="Google Shape;2966;p66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66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66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66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66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66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66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66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66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66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66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66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66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66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66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66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66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66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66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66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66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66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66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66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66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66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66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66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66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66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66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66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66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66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66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66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66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66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66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66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66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66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66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66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66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66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66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66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66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66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66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66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66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66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66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66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66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66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66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66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66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66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66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66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66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66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66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66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66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66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66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66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66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66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66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66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66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66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66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66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66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66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66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66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66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66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66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66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66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66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66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66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66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66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66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66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66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66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66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66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66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66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66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66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66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66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72" name="Google Shape;3072;p66"/>
          <p:cNvGrpSpPr/>
          <p:nvPr/>
        </p:nvGrpSpPr>
        <p:grpSpPr>
          <a:xfrm>
            <a:off x="5153416" y="859708"/>
            <a:ext cx="3268775" cy="380199"/>
            <a:chOff x="5161963" y="859708"/>
            <a:chExt cx="3268775" cy="380199"/>
          </a:xfrm>
        </p:grpSpPr>
        <p:sp>
          <p:nvSpPr>
            <p:cNvPr id="3073" name="Google Shape;3073;p66"/>
            <p:cNvSpPr/>
            <p:nvPr/>
          </p:nvSpPr>
          <p:spPr>
            <a:xfrm flipH="1">
              <a:off x="5288102" y="876794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66"/>
            <p:cNvSpPr/>
            <p:nvPr/>
          </p:nvSpPr>
          <p:spPr>
            <a:xfrm flipH="1">
              <a:off x="5169688" y="876794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66"/>
            <p:cNvSpPr/>
            <p:nvPr/>
          </p:nvSpPr>
          <p:spPr>
            <a:xfrm flipH="1">
              <a:off x="6581289" y="878428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66"/>
            <p:cNvSpPr/>
            <p:nvPr/>
          </p:nvSpPr>
          <p:spPr>
            <a:xfrm flipH="1">
              <a:off x="6470602" y="876794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66"/>
            <p:cNvSpPr/>
            <p:nvPr/>
          </p:nvSpPr>
          <p:spPr>
            <a:xfrm flipH="1">
              <a:off x="6338222" y="876794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6"/>
            <p:cNvSpPr/>
            <p:nvPr/>
          </p:nvSpPr>
          <p:spPr>
            <a:xfrm flipH="1">
              <a:off x="5948661" y="878428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6"/>
            <p:cNvSpPr/>
            <p:nvPr/>
          </p:nvSpPr>
          <p:spPr>
            <a:xfrm flipH="1">
              <a:off x="5785082" y="876794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6"/>
            <p:cNvSpPr/>
            <p:nvPr/>
          </p:nvSpPr>
          <p:spPr>
            <a:xfrm flipH="1">
              <a:off x="7255815" y="878428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6"/>
            <p:cNvSpPr/>
            <p:nvPr/>
          </p:nvSpPr>
          <p:spPr>
            <a:xfrm flipH="1">
              <a:off x="7092236" y="876794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66"/>
            <p:cNvSpPr/>
            <p:nvPr/>
          </p:nvSpPr>
          <p:spPr>
            <a:xfrm flipH="1">
              <a:off x="6894484" y="876794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3" name="Google Shape;3083;p66"/>
            <p:cNvGrpSpPr/>
            <p:nvPr/>
          </p:nvGrpSpPr>
          <p:grpSpPr>
            <a:xfrm flipH="1">
              <a:off x="5161963" y="859708"/>
              <a:ext cx="3268775" cy="380199"/>
              <a:chOff x="975489" y="863689"/>
              <a:chExt cx="3268775" cy="380199"/>
            </a:xfrm>
          </p:grpSpPr>
          <p:sp>
            <p:nvSpPr>
              <p:cNvPr id="3084" name="Google Shape;3084;p66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66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66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66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66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66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66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66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66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66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66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66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66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66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66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66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66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66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66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66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66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66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66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66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66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66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66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66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66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66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66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66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66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66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66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66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66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66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66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66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66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66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66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66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66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66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66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66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66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66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66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66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66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66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66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66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66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66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66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66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66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66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66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66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66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66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66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66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66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66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66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66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Google Shape;3156;p66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Google Shape;3157;p66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Google Shape;3158;p66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Google Shape;3159;p66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Google Shape;3160;p66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Google Shape;3161;p66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66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Google Shape;3163;p66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Google Shape;3164;p66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66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Google Shape;3166;p66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Google Shape;3167;p66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Google Shape;3168;p66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Google Shape;3169;p66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Google Shape;3170;p66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Google Shape;3171;p66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66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66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66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66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66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66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66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66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66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66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66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66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66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66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66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66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66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66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90" name="Google Shape;3190;p66"/>
          <p:cNvSpPr/>
          <p:nvPr/>
        </p:nvSpPr>
        <p:spPr>
          <a:xfrm>
            <a:off x="4" y="122977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69"/>
          <p:cNvSpPr txBox="1">
            <a:spLocks noGrp="1"/>
          </p:cNvSpPr>
          <p:nvPr>
            <p:ph type="title"/>
          </p:nvPr>
        </p:nvSpPr>
        <p:spPr>
          <a:xfrm>
            <a:off x="1599675" y="608485"/>
            <a:ext cx="5910344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ventana de Login es la primera interfaz que los usuarios encuentran al acceder a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BookHub</a:t>
            </a:r>
            <a:r>
              <a:rPr lang="es-E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dirty="0"/>
          </a:p>
        </p:txBody>
      </p:sp>
      <p:grpSp>
        <p:nvGrpSpPr>
          <p:cNvPr id="3428" name="Google Shape;3428;p69"/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/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/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051" name="Imagen 1">
            <a:extLst>
              <a:ext uri="{FF2B5EF4-FFF2-40B4-BE49-F238E27FC236}">
                <a16:creationId xmlns:a16="http://schemas.microsoft.com/office/drawing/2014/main" id="{541C5A34-6BC2-3B01-DF9B-A56A338AD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1528580"/>
            <a:ext cx="6115050" cy="2819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9" name="Google Shape;4049;p73"/>
          <p:cNvSpPr txBox="1">
            <a:spLocks noGrp="1"/>
          </p:cNvSpPr>
          <p:nvPr>
            <p:ph type="title"/>
          </p:nvPr>
        </p:nvSpPr>
        <p:spPr>
          <a:xfrm>
            <a:off x="713225" y="3037772"/>
            <a:ext cx="4361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00" dirty="0"/>
              <a:t>Formulario de registro de usuario</a:t>
            </a:r>
          </a:p>
        </p:txBody>
      </p:sp>
      <p:sp>
        <p:nvSpPr>
          <p:cNvPr id="4050" name="Google Shape;4050;p73"/>
          <p:cNvSpPr txBox="1">
            <a:spLocks noGrp="1"/>
          </p:cNvSpPr>
          <p:nvPr>
            <p:ph type="subTitle" idx="1"/>
          </p:nvPr>
        </p:nvSpPr>
        <p:spPr>
          <a:xfrm>
            <a:off x="713225" y="3879575"/>
            <a:ext cx="4361400" cy="3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Page</a:t>
            </a:r>
            <a:endParaRPr dirty="0"/>
          </a:p>
        </p:txBody>
      </p:sp>
      <p:grpSp>
        <p:nvGrpSpPr>
          <p:cNvPr id="4051" name="Google Shape;4051;p73"/>
          <p:cNvGrpSpPr/>
          <p:nvPr/>
        </p:nvGrpSpPr>
        <p:grpSpPr>
          <a:xfrm>
            <a:off x="5473156" y="1886487"/>
            <a:ext cx="2957621" cy="2611109"/>
            <a:chOff x="6423875" y="640263"/>
            <a:chExt cx="3460825" cy="3055000"/>
          </a:xfrm>
        </p:grpSpPr>
        <p:sp>
          <p:nvSpPr>
            <p:cNvPr id="4052" name="Google Shape;4052;p73"/>
            <p:cNvSpPr/>
            <p:nvPr/>
          </p:nvSpPr>
          <p:spPr>
            <a:xfrm>
              <a:off x="7811675" y="1343113"/>
              <a:ext cx="891300" cy="760250"/>
            </a:xfrm>
            <a:custGeom>
              <a:avLst/>
              <a:gdLst/>
              <a:ahLst/>
              <a:cxnLst/>
              <a:rect l="l" t="t" r="r" b="b"/>
              <a:pathLst>
                <a:path w="35652" h="30410" extrusionOk="0">
                  <a:moveTo>
                    <a:pt x="13034" y="0"/>
                  </a:moveTo>
                  <a:cubicBezTo>
                    <a:pt x="6864" y="0"/>
                    <a:pt x="1611" y="224"/>
                    <a:pt x="1151" y="914"/>
                  </a:cubicBezTo>
                  <a:cubicBezTo>
                    <a:pt x="0" y="2600"/>
                    <a:pt x="1205" y="27037"/>
                    <a:pt x="1205" y="27037"/>
                  </a:cubicBezTo>
                  <a:lnTo>
                    <a:pt x="34447" y="30410"/>
                  </a:lnTo>
                  <a:cubicBezTo>
                    <a:pt x="34447" y="30410"/>
                    <a:pt x="35652" y="1048"/>
                    <a:pt x="33832" y="673"/>
                  </a:cubicBezTo>
                  <a:cubicBezTo>
                    <a:pt x="32772" y="468"/>
                    <a:pt x="21946" y="0"/>
                    <a:pt x="130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73"/>
            <p:cNvSpPr/>
            <p:nvPr/>
          </p:nvSpPr>
          <p:spPr>
            <a:xfrm>
              <a:off x="7856500" y="1343113"/>
              <a:ext cx="891325" cy="760250"/>
            </a:xfrm>
            <a:custGeom>
              <a:avLst/>
              <a:gdLst/>
              <a:ahLst/>
              <a:cxnLst/>
              <a:rect l="l" t="t" r="r" b="b"/>
              <a:pathLst>
                <a:path w="35653" h="30410" extrusionOk="0">
                  <a:moveTo>
                    <a:pt x="13009" y="0"/>
                  </a:moveTo>
                  <a:cubicBezTo>
                    <a:pt x="6837" y="0"/>
                    <a:pt x="1584" y="224"/>
                    <a:pt x="1125" y="914"/>
                  </a:cubicBezTo>
                  <a:cubicBezTo>
                    <a:pt x="0" y="2600"/>
                    <a:pt x="1205" y="27037"/>
                    <a:pt x="1205" y="27037"/>
                  </a:cubicBezTo>
                  <a:lnTo>
                    <a:pt x="34448" y="30410"/>
                  </a:lnTo>
                  <a:cubicBezTo>
                    <a:pt x="34448" y="30410"/>
                    <a:pt x="35652" y="1048"/>
                    <a:pt x="33832" y="673"/>
                  </a:cubicBezTo>
                  <a:cubicBezTo>
                    <a:pt x="32757" y="468"/>
                    <a:pt x="21924" y="0"/>
                    <a:pt x="130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73"/>
            <p:cNvSpPr/>
            <p:nvPr/>
          </p:nvSpPr>
          <p:spPr>
            <a:xfrm>
              <a:off x="7899325" y="1393188"/>
              <a:ext cx="340625" cy="383650"/>
            </a:xfrm>
            <a:custGeom>
              <a:avLst/>
              <a:gdLst/>
              <a:ahLst/>
              <a:cxnLst/>
              <a:rect l="l" t="t" r="r" b="b"/>
              <a:pathLst>
                <a:path w="13625" h="15346" extrusionOk="0">
                  <a:moveTo>
                    <a:pt x="11741" y="1"/>
                  </a:moveTo>
                  <a:cubicBezTo>
                    <a:pt x="5885" y="1"/>
                    <a:pt x="1025" y="241"/>
                    <a:pt x="589" y="919"/>
                  </a:cubicBezTo>
                  <a:cubicBezTo>
                    <a:pt x="0" y="1775"/>
                    <a:pt x="54" y="8788"/>
                    <a:pt x="215" y="15345"/>
                  </a:cubicBezTo>
                  <a:cubicBezTo>
                    <a:pt x="4765" y="14168"/>
                    <a:pt x="9663" y="9564"/>
                    <a:pt x="12420" y="3381"/>
                  </a:cubicBezTo>
                  <a:cubicBezTo>
                    <a:pt x="12901" y="2284"/>
                    <a:pt x="13303" y="1160"/>
                    <a:pt x="13624" y="9"/>
                  </a:cubicBezTo>
                  <a:cubicBezTo>
                    <a:pt x="12988" y="3"/>
                    <a:pt x="12359" y="1"/>
                    <a:pt x="11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73"/>
            <p:cNvSpPr/>
            <p:nvPr/>
          </p:nvSpPr>
          <p:spPr>
            <a:xfrm>
              <a:off x="8225875" y="1374963"/>
              <a:ext cx="458375" cy="688925"/>
            </a:xfrm>
            <a:custGeom>
              <a:avLst/>
              <a:gdLst/>
              <a:ahLst/>
              <a:cxnLst/>
              <a:rect l="l" t="t" r="r" b="b"/>
              <a:pathLst>
                <a:path w="18335" h="27557" extrusionOk="0">
                  <a:moveTo>
                    <a:pt x="6072" y="0"/>
                  </a:moveTo>
                  <a:cubicBezTo>
                    <a:pt x="3094" y="0"/>
                    <a:pt x="621" y="109"/>
                    <a:pt x="241" y="229"/>
                  </a:cubicBezTo>
                  <a:cubicBezTo>
                    <a:pt x="161" y="256"/>
                    <a:pt x="80" y="523"/>
                    <a:pt x="0" y="978"/>
                  </a:cubicBezTo>
                  <a:cubicBezTo>
                    <a:pt x="842" y="890"/>
                    <a:pt x="2958" y="816"/>
                    <a:pt x="5430" y="816"/>
                  </a:cubicBezTo>
                  <a:cubicBezTo>
                    <a:pt x="10423" y="816"/>
                    <a:pt x="16870" y="1118"/>
                    <a:pt x="17210" y="2210"/>
                  </a:cubicBezTo>
                  <a:cubicBezTo>
                    <a:pt x="17665" y="3735"/>
                    <a:pt x="16166" y="23462"/>
                    <a:pt x="15845" y="27557"/>
                  </a:cubicBezTo>
                  <a:lnTo>
                    <a:pt x="16407" y="27476"/>
                  </a:lnTo>
                  <a:cubicBezTo>
                    <a:pt x="16407" y="27476"/>
                    <a:pt x="18335" y="3093"/>
                    <a:pt x="17826" y="1380"/>
                  </a:cubicBezTo>
                  <a:cubicBezTo>
                    <a:pt x="17491" y="307"/>
                    <a:pt x="11070" y="0"/>
                    <a:pt x="6072" y="0"/>
                  </a:cubicBezTo>
                  <a:close/>
                </a:path>
              </a:pathLst>
            </a:custGeom>
            <a:solidFill>
              <a:srgbClr val="C66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73"/>
            <p:cNvSpPr/>
            <p:nvPr/>
          </p:nvSpPr>
          <p:spPr>
            <a:xfrm>
              <a:off x="7914725" y="1374563"/>
              <a:ext cx="734725" cy="678625"/>
            </a:xfrm>
            <a:custGeom>
              <a:avLst/>
              <a:gdLst/>
              <a:ahLst/>
              <a:cxnLst/>
              <a:rect l="l" t="t" r="r" b="b"/>
              <a:pathLst>
                <a:path w="29389" h="27145" extrusionOk="0">
                  <a:moveTo>
                    <a:pt x="11168" y="0"/>
                  </a:moveTo>
                  <a:cubicBezTo>
                    <a:pt x="5868" y="0"/>
                    <a:pt x="1358" y="224"/>
                    <a:pt x="964" y="914"/>
                  </a:cubicBezTo>
                  <a:cubicBezTo>
                    <a:pt x="0" y="2600"/>
                    <a:pt x="1044" y="27037"/>
                    <a:pt x="1044" y="27037"/>
                  </a:cubicBezTo>
                  <a:lnTo>
                    <a:pt x="1927" y="27144"/>
                  </a:lnTo>
                  <a:cubicBezTo>
                    <a:pt x="1740" y="23049"/>
                    <a:pt x="1017" y="3270"/>
                    <a:pt x="1874" y="1771"/>
                  </a:cubicBezTo>
                  <a:cubicBezTo>
                    <a:pt x="2272" y="1079"/>
                    <a:pt x="6820" y="855"/>
                    <a:pt x="12148" y="855"/>
                  </a:cubicBezTo>
                  <a:cubicBezTo>
                    <a:pt x="18984" y="855"/>
                    <a:pt x="27102" y="1224"/>
                    <a:pt x="29389" y="1449"/>
                  </a:cubicBezTo>
                  <a:cubicBezTo>
                    <a:pt x="29282" y="994"/>
                    <a:pt x="29175" y="727"/>
                    <a:pt x="29041" y="673"/>
                  </a:cubicBezTo>
                  <a:cubicBezTo>
                    <a:pt x="28123" y="468"/>
                    <a:pt x="18823" y="0"/>
                    <a:pt x="111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73"/>
            <p:cNvSpPr/>
            <p:nvPr/>
          </p:nvSpPr>
          <p:spPr>
            <a:xfrm>
              <a:off x="7780875" y="1291688"/>
              <a:ext cx="1057950" cy="790950"/>
            </a:xfrm>
            <a:custGeom>
              <a:avLst/>
              <a:gdLst/>
              <a:ahLst/>
              <a:cxnLst/>
              <a:rect l="l" t="t" r="r" b="b"/>
              <a:pathLst>
                <a:path w="42318" h="31638" extrusionOk="0">
                  <a:moveTo>
                    <a:pt x="21039" y="0"/>
                  </a:moveTo>
                  <a:cubicBezTo>
                    <a:pt x="19834" y="0"/>
                    <a:pt x="12447" y="1847"/>
                    <a:pt x="11644" y="2356"/>
                  </a:cubicBezTo>
                  <a:cubicBezTo>
                    <a:pt x="10841" y="2837"/>
                    <a:pt x="804" y="20074"/>
                    <a:pt x="1" y="29228"/>
                  </a:cubicBezTo>
                  <a:lnTo>
                    <a:pt x="33565" y="31637"/>
                  </a:lnTo>
                  <a:cubicBezTo>
                    <a:pt x="33565" y="31637"/>
                    <a:pt x="42317" y="27836"/>
                    <a:pt x="41996" y="25909"/>
                  </a:cubicBezTo>
                  <a:cubicBezTo>
                    <a:pt x="41675" y="23982"/>
                    <a:pt x="30193" y="2811"/>
                    <a:pt x="29390" y="2570"/>
                  </a:cubicBezTo>
                  <a:cubicBezTo>
                    <a:pt x="28587" y="2329"/>
                    <a:pt x="22243" y="0"/>
                    <a:pt x="210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73"/>
            <p:cNvSpPr/>
            <p:nvPr/>
          </p:nvSpPr>
          <p:spPr>
            <a:xfrm>
              <a:off x="8538350" y="1386038"/>
              <a:ext cx="292450" cy="562100"/>
            </a:xfrm>
            <a:custGeom>
              <a:avLst/>
              <a:gdLst/>
              <a:ahLst/>
              <a:cxnLst/>
              <a:rect l="l" t="t" r="r" b="b"/>
              <a:pathLst>
                <a:path w="11698" h="22484" extrusionOk="0">
                  <a:moveTo>
                    <a:pt x="1" y="0"/>
                  </a:moveTo>
                  <a:lnTo>
                    <a:pt x="1" y="0"/>
                  </a:lnTo>
                  <a:cubicBezTo>
                    <a:pt x="1044" y="10867"/>
                    <a:pt x="4042" y="21787"/>
                    <a:pt x="5354" y="22216"/>
                  </a:cubicBezTo>
                  <a:cubicBezTo>
                    <a:pt x="5954" y="22422"/>
                    <a:pt x="7660" y="22484"/>
                    <a:pt x="9437" y="22484"/>
                  </a:cubicBezTo>
                  <a:cubicBezTo>
                    <a:pt x="10195" y="22484"/>
                    <a:pt x="10966" y="22472"/>
                    <a:pt x="11670" y="22456"/>
                  </a:cubicBezTo>
                  <a:cubicBezTo>
                    <a:pt x="11697" y="22349"/>
                    <a:pt x="11697" y="22242"/>
                    <a:pt x="11697" y="22135"/>
                  </a:cubicBezTo>
                  <a:cubicBezTo>
                    <a:pt x="11403" y="20476"/>
                    <a:pt x="2891" y="460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73"/>
            <p:cNvSpPr/>
            <p:nvPr/>
          </p:nvSpPr>
          <p:spPr>
            <a:xfrm>
              <a:off x="7786250" y="1355238"/>
              <a:ext cx="281050" cy="628350"/>
            </a:xfrm>
            <a:custGeom>
              <a:avLst/>
              <a:gdLst/>
              <a:ahLst/>
              <a:cxnLst/>
              <a:rect l="l" t="t" r="r" b="b"/>
              <a:pathLst>
                <a:path w="11242" h="25134" extrusionOk="0">
                  <a:moveTo>
                    <a:pt x="11242" y="1"/>
                  </a:moveTo>
                  <a:lnTo>
                    <a:pt x="11242" y="1"/>
                  </a:lnTo>
                  <a:cubicBezTo>
                    <a:pt x="9716" y="1928"/>
                    <a:pt x="1526" y="16248"/>
                    <a:pt x="0" y="25134"/>
                  </a:cubicBezTo>
                  <a:cubicBezTo>
                    <a:pt x="2061" y="25134"/>
                    <a:pt x="6236" y="25053"/>
                    <a:pt x="7227" y="24625"/>
                  </a:cubicBezTo>
                  <a:cubicBezTo>
                    <a:pt x="8458" y="24117"/>
                    <a:pt x="10894" y="11697"/>
                    <a:pt x="112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73"/>
            <p:cNvSpPr/>
            <p:nvPr/>
          </p:nvSpPr>
          <p:spPr>
            <a:xfrm>
              <a:off x="8073300" y="1291688"/>
              <a:ext cx="495850" cy="561000"/>
            </a:xfrm>
            <a:custGeom>
              <a:avLst/>
              <a:gdLst/>
              <a:ahLst/>
              <a:cxnLst/>
              <a:rect l="l" t="t" r="r" b="b"/>
              <a:pathLst>
                <a:path w="19834" h="22440" extrusionOk="0">
                  <a:moveTo>
                    <a:pt x="9342" y="0"/>
                  </a:moveTo>
                  <a:cubicBezTo>
                    <a:pt x="8164" y="0"/>
                    <a:pt x="1018" y="1767"/>
                    <a:pt x="0" y="2302"/>
                  </a:cubicBezTo>
                  <a:cubicBezTo>
                    <a:pt x="1044" y="12848"/>
                    <a:pt x="1928" y="21279"/>
                    <a:pt x="3079" y="21975"/>
                  </a:cubicBezTo>
                  <a:cubicBezTo>
                    <a:pt x="3597" y="22299"/>
                    <a:pt x="6214" y="22440"/>
                    <a:pt x="9198" y="22440"/>
                  </a:cubicBezTo>
                  <a:cubicBezTo>
                    <a:pt x="13606" y="22440"/>
                    <a:pt x="18814" y="22132"/>
                    <a:pt x="19245" y="21654"/>
                  </a:cubicBezTo>
                  <a:cubicBezTo>
                    <a:pt x="19834" y="21011"/>
                    <a:pt x="18362" y="7923"/>
                    <a:pt x="17666" y="2570"/>
                  </a:cubicBezTo>
                  <a:cubicBezTo>
                    <a:pt x="16783" y="2275"/>
                    <a:pt x="10546" y="0"/>
                    <a:pt x="93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73"/>
            <p:cNvSpPr/>
            <p:nvPr/>
          </p:nvSpPr>
          <p:spPr>
            <a:xfrm>
              <a:off x="8170325" y="1862213"/>
              <a:ext cx="714125" cy="162875"/>
            </a:xfrm>
            <a:custGeom>
              <a:avLst/>
              <a:gdLst/>
              <a:ahLst/>
              <a:cxnLst/>
              <a:rect l="l" t="t" r="r" b="b"/>
              <a:pathLst>
                <a:path w="28565" h="6515" extrusionOk="0">
                  <a:moveTo>
                    <a:pt x="20281" y="1"/>
                  </a:moveTo>
                  <a:cubicBezTo>
                    <a:pt x="20150" y="1"/>
                    <a:pt x="20019" y="4"/>
                    <a:pt x="19887" y="10"/>
                  </a:cubicBezTo>
                  <a:cubicBezTo>
                    <a:pt x="15391" y="251"/>
                    <a:pt x="1633" y="3945"/>
                    <a:pt x="803" y="4346"/>
                  </a:cubicBezTo>
                  <a:cubicBezTo>
                    <a:pt x="0" y="4721"/>
                    <a:pt x="375" y="6300"/>
                    <a:pt x="375" y="6300"/>
                  </a:cubicBezTo>
                  <a:lnTo>
                    <a:pt x="26070" y="6514"/>
                  </a:lnTo>
                  <a:cubicBezTo>
                    <a:pt x="28565" y="3396"/>
                    <a:pt x="24627" y="1"/>
                    <a:pt x="20281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73"/>
            <p:cNvSpPr/>
            <p:nvPr/>
          </p:nvSpPr>
          <p:spPr>
            <a:xfrm>
              <a:off x="7780875" y="1870138"/>
              <a:ext cx="725375" cy="156950"/>
            </a:xfrm>
            <a:custGeom>
              <a:avLst/>
              <a:gdLst/>
              <a:ahLst/>
              <a:cxnLst/>
              <a:rect l="l" t="t" r="r" b="b"/>
              <a:pathLst>
                <a:path w="29015" h="6278" extrusionOk="0">
                  <a:moveTo>
                    <a:pt x="7665" y="1"/>
                  </a:moveTo>
                  <a:cubicBezTo>
                    <a:pt x="3255" y="1"/>
                    <a:pt x="104" y="2898"/>
                    <a:pt x="1" y="6117"/>
                  </a:cubicBezTo>
                  <a:lnTo>
                    <a:pt x="27944" y="6278"/>
                  </a:lnTo>
                  <a:cubicBezTo>
                    <a:pt x="27944" y="6278"/>
                    <a:pt x="29015" y="4511"/>
                    <a:pt x="28265" y="4083"/>
                  </a:cubicBezTo>
                  <a:cubicBezTo>
                    <a:pt x="27543" y="3655"/>
                    <a:pt x="12875" y="229"/>
                    <a:pt x="8191" y="14"/>
                  </a:cubicBezTo>
                  <a:cubicBezTo>
                    <a:pt x="8014" y="5"/>
                    <a:pt x="7839" y="1"/>
                    <a:pt x="7665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73"/>
            <p:cNvSpPr/>
            <p:nvPr/>
          </p:nvSpPr>
          <p:spPr>
            <a:xfrm>
              <a:off x="8413900" y="1942563"/>
              <a:ext cx="188725" cy="69800"/>
            </a:xfrm>
            <a:custGeom>
              <a:avLst/>
              <a:gdLst/>
              <a:ahLst/>
              <a:cxnLst/>
              <a:rect l="l" t="t" r="r" b="b"/>
              <a:pathLst>
                <a:path w="7549" h="2792" extrusionOk="0">
                  <a:moveTo>
                    <a:pt x="3711" y="1"/>
                  </a:moveTo>
                  <a:cubicBezTo>
                    <a:pt x="2498" y="1"/>
                    <a:pt x="664" y="1053"/>
                    <a:pt x="0" y="2738"/>
                  </a:cubicBezTo>
                  <a:lnTo>
                    <a:pt x="7548" y="2792"/>
                  </a:lnTo>
                  <a:cubicBezTo>
                    <a:pt x="7548" y="2792"/>
                    <a:pt x="7280" y="1186"/>
                    <a:pt x="6852" y="838"/>
                  </a:cubicBezTo>
                  <a:cubicBezTo>
                    <a:pt x="5915" y="410"/>
                    <a:pt x="4925" y="115"/>
                    <a:pt x="3881" y="8"/>
                  </a:cubicBezTo>
                  <a:cubicBezTo>
                    <a:pt x="3826" y="3"/>
                    <a:pt x="3769" y="1"/>
                    <a:pt x="3711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73"/>
            <p:cNvSpPr/>
            <p:nvPr/>
          </p:nvSpPr>
          <p:spPr>
            <a:xfrm>
              <a:off x="7758800" y="1858188"/>
              <a:ext cx="297125" cy="154850"/>
            </a:xfrm>
            <a:custGeom>
              <a:avLst/>
              <a:gdLst/>
              <a:ahLst/>
              <a:cxnLst/>
              <a:rect l="l" t="t" r="r" b="b"/>
              <a:pathLst>
                <a:path w="11885" h="6194" extrusionOk="0">
                  <a:moveTo>
                    <a:pt x="8584" y="0"/>
                  </a:moveTo>
                  <a:cubicBezTo>
                    <a:pt x="5532" y="0"/>
                    <a:pt x="1380" y="993"/>
                    <a:pt x="1" y="6033"/>
                  </a:cubicBezTo>
                  <a:lnTo>
                    <a:pt x="9074" y="6193"/>
                  </a:lnTo>
                  <a:cubicBezTo>
                    <a:pt x="9369" y="4454"/>
                    <a:pt x="10975" y="1991"/>
                    <a:pt x="11724" y="947"/>
                  </a:cubicBezTo>
                  <a:cubicBezTo>
                    <a:pt x="11885" y="680"/>
                    <a:pt x="11751" y="332"/>
                    <a:pt x="11456" y="278"/>
                  </a:cubicBezTo>
                  <a:cubicBezTo>
                    <a:pt x="10833" y="157"/>
                    <a:pt x="9795" y="0"/>
                    <a:pt x="8584" y="0"/>
                  </a:cubicBezTo>
                  <a:close/>
                </a:path>
              </a:pathLst>
            </a:custGeom>
            <a:solidFill>
              <a:srgbClr val="DDC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73"/>
            <p:cNvSpPr/>
            <p:nvPr/>
          </p:nvSpPr>
          <p:spPr>
            <a:xfrm>
              <a:off x="7819025" y="1858463"/>
              <a:ext cx="216150" cy="113900"/>
            </a:xfrm>
            <a:custGeom>
              <a:avLst/>
              <a:gdLst/>
              <a:ahLst/>
              <a:cxnLst/>
              <a:rect l="l" t="t" r="r" b="b"/>
              <a:pathLst>
                <a:path w="8646" h="4556" extrusionOk="0">
                  <a:moveTo>
                    <a:pt x="6156" y="1"/>
                  </a:moveTo>
                  <a:cubicBezTo>
                    <a:pt x="4212" y="1"/>
                    <a:pt x="1830" y="409"/>
                    <a:pt x="1" y="2007"/>
                  </a:cubicBezTo>
                  <a:cubicBezTo>
                    <a:pt x="81" y="2676"/>
                    <a:pt x="402" y="3292"/>
                    <a:pt x="911" y="3774"/>
                  </a:cubicBezTo>
                  <a:cubicBezTo>
                    <a:pt x="1488" y="4301"/>
                    <a:pt x="2248" y="4555"/>
                    <a:pt x="3074" y="4555"/>
                  </a:cubicBezTo>
                  <a:cubicBezTo>
                    <a:pt x="4469" y="4555"/>
                    <a:pt x="6054" y="3833"/>
                    <a:pt x="7281" y="2489"/>
                  </a:cubicBezTo>
                  <a:cubicBezTo>
                    <a:pt x="7870" y="1820"/>
                    <a:pt x="8351" y="1043"/>
                    <a:pt x="8646" y="214"/>
                  </a:cubicBezTo>
                  <a:cubicBezTo>
                    <a:pt x="8015" y="106"/>
                    <a:pt x="7142" y="1"/>
                    <a:pt x="6156" y="1"/>
                  </a:cubicBezTo>
                  <a:close/>
                </a:path>
              </a:pathLst>
            </a:custGeom>
            <a:solidFill>
              <a:srgbClr val="EFDE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73"/>
            <p:cNvSpPr/>
            <p:nvPr/>
          </p:nvSpPr>
          <p:spPr>
            <a:xfrm>
              <a:off x="8569800" y="1851188"/>
              <a:ext cx="296450" cy="161850"/>
            </a:xfrm>
            <a:custGeom>
              <a:avLst/>
              <a:gdLst/>
              <a:ahLst/>
              <a:cxnLst/>
              <a:rect l="l" t="t" r="r" b="b"/>
              <a:pathLst>
                <a:path w="11858" h="6474" extrusionOk="0">
                  <a:moveTo>
                    <a:pt x="4405" y="1"/>
                  </a:moveTo>
                  <a:cubicBezTo>
                    <a:pt x="2712" y="1"/>
                    <a:pt x="1162" y="379"/>
                    <a:pt x="268" y="612"/>
                  </a:cubicBezTo>
                  <a:cubicBezTo>
                    <a:pt x="81" y="639"/>
                    <a:pt x="1" y="879"/>
                    <a:pt x="108" y="1040"/>
                  </a:cubicBezTo>
                  <a:cubicBezTo>
                    <a:pt x="777" y="1977"/>
                    <a:pt x="2570" y="4627"/>
                    <a:pt x="2865" y="6473"/>
                  </a:cubicBezTo>
                  <a:lnTo>
                    <a:pt x="11858" y="6313"/>
                  </a:lnTo>
                  <a:cubicBezTo>
                    <a:pt x="10784" y="1164"/>
                    <a:pt x="7375" y="1"/>
                    <a:pt x="4405" y="1"/>
                  </a:cubicBezTo>
                  <a:close/>
                </a:path>
              </a:pathLst>
            </a:custGeom>
            <a:solidFill>
              <a:srgbClr val="DDC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73"/>
            <p:cNvSpPr/>
            <p:nvPr/>
          </p:nvSpPr>
          <p:spPr>
            <a:xfrm>
              <a:off x="8612625" y="1851188"/>
              <a:ext cx="215500" cy="131825"/>
            </a:xfrm>
            <a:custGeom>
              <a:avLst/>
              <a:gdLst/>
              <a:ahLst/>
              <a:cxnLst/>
              <a:rect l="l" t="t" r="r" b="b"/>
              <a:pathLst>
                <a:path w="8620" h="5273" extrusionOk="0">
                  <a:moveTo>
                    <a:pt x="2640" y="1"/>
                  </a:moveTo>
                  <a:cubicBezTo>
                    <a:pt x="1680" y="1"/>
                    <a:pt x="768" y="120"/>
                    <a:pt x="1" y="264"/>
                  </a:cubicBezTo>
                  <a:cubicBezTo>
                    <a:pt x="54" y="1254"/>
                    <a:pt x="402" y="2191"/>
                    <a:pt x="937" y="2994"/>
                  </a:cubicBezTo>
                  <a:cubicBezTo>
                    <a:pt x="1944" y="4459"/>
                    <a:pt x="3497" y="5272"/>
                    <a:pt x="4991" y="5272"/>
                  </a:cubicBezTo>
                  <a:cubicBezTo>
                    <a:pt x="5762" y="5272"/>
                    <a:pt x="6518" y="5056"/>
                    <a:pt x="7174" y="4600"/>
                  </a:cubicBezTo>
                  <a:cubicBezTo>
                    <a:pt x="7843" y="4145"/>
                    <a:pt x="8351" y="3449"/>
                    <a:pt x="8619" y="2673"/>
                  </a:cubicBezTo>
                  <a:cubicBezTo>
                    <a:pt x="7043" y="565"/>
                    <a:pt x="4726" y="1"/>
                    <a:pt x="2640" y="1"/>
                  </a:cubicBezTo>
                  <a:close/>
                </a:path>
              </a:pathLst>
            </a:custGeom>
            <a:solidFill>
              <a:srgbClr val="EFDE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73"/>
            <p:cNvSpPr/>
            <p:nvPr/>
          </p:nvSpPr>
          <p:spPr>
            <a:xfrm>
              <a:off x="8432625" y="1011988"/>
              <a:ext cx="75650" cy="111525"/>
            </a:xfrm>
            <a:custGeom>
              <a:avLst/>
              <a:gdLst/>
              <a:ahLst/>
              <a:cxnLst/>
              <a:rect l="l" t="t" r="r" b="b"/>
              <a:pathLst>
                <a:path w="3026" h="4461" extrusionOk="0">
                  <a:moveTo>
                    <a:pt x="2139" y="1"/>
                  </a:moveTo>
                  <a:cubicBezTo>
                    <a:pt x="1607" y="1"/>
                    <a:pt x="906" y="640"/>
                    <a:pt x="482" y="1686"/>
                  </a:cubicBezTo>
                  <a:cubicBezTo>
                    <a:pt x="1" y="2944"/>
                    <a:pt x="134" y="4176"/>
                    <a:pt x="750" y="4417"/>
                  </a:cubicBezTo>
                  <a:cubicBezTo>
                    <a:pt x="826" y="4446"/>
                    <a:pt x="904" y="4461"/>
                    <a:pt x="984" y="4461"/>
                  </a:cubicBezTo>
                  <a:cubicBezTo>
                    <a:pt x="1552" y="4461"/>
                    <a:pt x="2195" y="3742"/>
                    <a:pt x="2570" y="2757"/>
                  </a:cubicBezTo>
                  <a:cubicBezTo>
                    <a:pt x="3025" y="1633"/>
                    <a:pt x="2972" y="428"/>
                    <a:pt x="2436" y="81"/>
                  </a:cubicBezTo>
                  <a:cubicBezTo>
                    <a:pt x="2346" y="27"/>
                    <a:pt x="2246" y="1"/>
                    <a:pt x="2139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73"/>
            <p:cNvSpPr/>
            <p:nvPr/>
          </p:nvSpPr>
          <p:spPr>
            <a:xfrm>
              <a:off x="7975600" y="1291688"/>
              <a:ext cx="503900" cy="217500"/>
            </a:xfrm>
            <a:custGeom>
              <a:avLst/>
              <a:gdLst/>
              <a:ahLst/>
              <a:cxnLst/>
              <a:rect l="l" t="t" r="r" b="b"/>
              <a:pathLst>
                <a:path w="20156" h="8700" extrusionOk="0">
                  <a:moveTo>
                    <a:pt x="13250" y="0"/>
                  </a:moveTo>
                  <a:cubicBezTo>
                    <a:pt x="12045" y="0"/>
                    <a:pt x="4658" y="1847"/>
                    <a:pt x="3855" y="2329"/>
                  </a:cubicBezTo>
                  <a:cubicBezTo>
                    <a:pt x="3561" y="2516"/>
                    <a:pt x="1928" y="5086"/>
                    <a:pt x="1" y="8699"/>
                  </a:cubicBezTo>
                  <a:cubicBezTo>
                    <a:pt x="3132" y="8431"/>
                    <a:pt x="6210" y="7816"/>
                    <a:pt x="9208" y="6933"/>
                  </a:cubicBezTo>
                  <a:cubicBezTo>
                    <a:pt x="13839" y="5541"/>
                    <a:pt x="17746" y="3774"/>
                    <a:pt x="20155" y="2061"/>
                  </a:cubicBezTo>
                  <a:cubicBezTo>
                    <a:pt x="17960" y="1312"/>
                    <a:pt x="14160" y="0"/>
                    <a:pt x="13250" y="0"/>
                  </a:cubicBezTo>
                  <a:close/>
                </a:path>
              </a:pathLst>
            </a:custGeom>
            <a:solidFill>
              <a:srgbClr val="FFFCF7">
                <a:alpha val="195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73"/>
            <p:cNvSpPr/>
            <p:nvPr/>
          </p:nvSpPr>
          <p:spPr>
            <a:xfrm>
              <a:off x="7956200" y="640263"/>
              <a:ext cx="636375" cy="605275"/>
            </a:xfrm>
            <a:custGeom>
              <a:avLst/>
              <a:gdLst/>
              <a:ahLst/>
              <a:cxnLst/>
              <a:rect l="l" t="t" r="r" b="b"/>
              <a:pathLst>
                <a:path w="25455" h="24211" extrusionOk="0">
                  <a:moveTo>
                    <a:pt x="12539" y="1"/>
                  </a:moveTo>
                  <a:cubicBezTo>
                    <a:pt x="11824" y="1"/>
                    <a:pt x="10938" y="104"/>
                    <a:pt x="9850" y="389"/>
                  </a:cubicBezTo>
                  <a:cubicBezTo>
                    <a:pt x="5862" y="1406"/>
                    <a:pt x="215" y="11925"/>
                    <a:pt x="108" y="12621"/>
                  </a:cubicBezTo>
                  <a:cubicBezTo>
                    <a:pt x="0" y="13344"/>
                    <a:pt x="2436" y="17439"/>
                    <a:pt x="2436" y="17439"/>
                  </a:cubicBezTo>
                  <a:lnTo>
                    <a:pt x="4738" y="17465"/>
                  </a:lnTo>
                  <a:lnTo>
                    <a:pt x="3614" y="18750"/>
                  </a:lnTo>
                  <a:cubicBezTo>
                    <a:pt x="3614" y="18750"/>
                    <a:pt x="6050" y="20811"/>
                    <a:pt x="11081" y="23434"/>
                  </a:cubicBezTo>
                  <a:lnTo>
                    <a:pt x="16006" y="24210"/>
                  </a:lnTo>
                  <a:cubicBezTo>
                    <a:pt x="22296" y="22337"/>
                    <a:pt x="25455" y="13611"/>
                    <a:pt x="25455" y="13611"/>
                  </a:cubicBezTo>
                  <a:lnTo>
                    <a:pt x="23875" y="13129"/>
                  </a:lnTo>
                  <a:lnTo>
                    <a:pt x="25374" y="12166"/>
                  </a:lnTo>
                  <a:cubicBezTo>
                    <a:pt x="25401" y="9650"/>
                    <a:pt x="23929" y="2798"/>
                    <a:pt x="21199" y="1058"/>
                  </a:cubicBezTo>
                  <a:cubicBezTo>
                    <a:pt x="20151" y="397"/>
                    <a:pt x="19022" y="192"/>
                    <a:pt x="18025" y="192"/>
                  </a:cubicBezTo>
                  <a:cubicBezTo>
                    <a:pt x="16398" y="192"/>
                    <a:pt x="15123" y="737"/>
                    <a:pt x="15123" y="737"/>
                  </a:cubicBezTo>
                  <a:cubicBezTo>
                    <a:pt x="15123" y="737"/>
                    <a:pt x="14444" y="1"/>
                    <a:pt x="12539" y="1"/>
                  </a:cubicBezTo>
                  <a:close/>
                </a:path>
              </a:pathLst>
            </a:custGeom>
            <a:solidFill>
              <a:srgbClr val="9B3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73"/>
            <p:cNvSpPr/>
            <p:nvPr/>
          </p:nvSpPr>
          <p:spPr>
            <a:xfrm>
              <a:off x="7956200" y="684113"/>
              <a:ext cx="636375" cy="561425"/>
            </a:xfrm>
            <a:custGeom>
              <a:avLst/>
              <a:gdLst/>
              <a:ahLst/>
              <a:cxnLst/>
              <a:rect l="l" t="t" r="r" b="b"/>
              <a:pathLst>
                <a:path w="25455" h="22457" extrusionOk="0">
                  <a:moveTo>
                    <a:pt x="7575" y="0"/>
                  </a:moveTo>
                  <a:cubicBezTo>
                    <a:pt x="4015" y="3158"/>
                    <a:pt x="188" y="10305"/>
                    <a:pt x="108" y="10867"/>
                  </a:cubicBezTo>
                  <a:cubicBezTo>
                    <a:pt x="0" y="11590"/>
                    <a:pt x="2436" y="15685"/>
                    <a:pt x="2436" y="15685"/>
                  </a:cubicBezTo>
                  <a:lnTo>
                    <a:pt x="4738" y="15711"/>
                  </a:lnTo>
                  <a:lnTo>
                    <a:pt x="3614" y="16996"/>
                  </a:lnTo>
                  <a:cubicBezTo>
                    <a:pt x="3614" y="16996"/>
                    <a:pt x="6050" y="19057"/>
                    <a:pt x="11081" y="21680"/>
                  </a:cubicBezTo>
                  <a:lnTo>
                    <a:pt x="16006" y="22456"/>
                  </a:lnTo>
                  <a:cubicBezTo>
                    <a:pt x="22296" y="20583"/>
                    <a:pt x="25455" y="11857"/>
                    <a:pt x="25455" y="11857"/>
                  </a:cubicBezTo>
                  <a:lnTo>
                    <a:pt x="23902" y="11349"/>
                  </a:lnTo>
                  <a:lnTo>
                    <a:pt x="25374" y="10412"/>
                  </a:lnTo>
                  <a:lnTo>
                    <a:pt x="25374" y="10358"/>
                  </a:lnTo>
                  <a:cubicBezTo>
                    <a:pt x="23908" y="10878"/>
                    <a:pt x="22378" y="11139"/>
                    <a:pt x="20849" y="11139"/>
                  </a:cubicBezTo>
                  <a:cubicBezTo>
                    <a:pt x="19226" y="11139"/>
                    <a:pt x="17604" y="10844"/>
                    <a:pt x="16060" y="10251"/>
                  </a:cubicBezTo>
                  <a:cubicBezTo>
                    <a:pt x="11055" y="8431"/>
                    <a:pt x="7763" y="4229"/>
                    <a:pt x="7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73"/>
            <p:cNvSpPr/>
            <p:nvPr/>
          </p:nvSpPr>
          <p:spPr>
            <a:xfrm>
              <a:off x="8169650" y="1286338"/>
              <a:ext cx="260325" cy="408200"/>
            </a:xfrm>
            <a:custGeom>
              <a:avLst/>
              <a:gdLst/>
              <a:ahLst/>
              <a:cxnLst/>
              <a:rect l="l" t="t" r="r" b="b"/>
              <a:pathLst>
                <a:path w="10413" h="16328" extrusionOk="0">
                  <a:moveTo>
                    <a:pt x="5407" y="0"/>
                  </a:moveTo>
                  <a:cubicBezTo>
                    <a:pt x="4738" y="0"/>
                    <a:pt x="2276" y="776"/>
                    <a:pt x="1" y="1365"/>
                  </a:cubicBezTo>
                  <a:cubicBezTo>
                    <a:pt x="1955" y="8940"/>
                    <a:pt x="6960" y="16327"/>
                    <a:pt x="6960" y="16327"/>
                  </a:cubicBezTo>
                  <a:cubicBezTo>
                    <a:pt x="6960" y="16327"/>
                    <a:pt x="10011" y="8378"/>
                    <a:pt x="10413" y="1606"/>
                  </a:cubicBezTo>
                  <a:cubicBezTo>
                    <a:pt x="8405" y="937"/>
                    <a:pt x="6077" y="0"/>
                    <a:pt x="5407" y="0"/>
                  </a:cubicBezTo>
                  <a:close/>
                </a:path>
              </a:pathLst>
            </a:custGeom>
            <a:solidFill>
              <a:srgbClr val="DDC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73"/>
            <p:cNvSpPr/>
            <p:nvPr/>
          </p:nvSpPr>
          <p:spPr>
            <a:xfrm>
              <a:off x="8169650" y="1286988"/>
              <a:ext cx="260325" cy="174000"/>
            </a:xfrm>
            <a:custGeom>
              <a:avLst/>
              <a:gdLst/>
              <a:ahLst/>
              <a:cxnLst/>
              <a:rect l="l" t="t" r="r" b="b"/>
              <a:pathLst>
                <a:path w="10413" h="6960" extrusionOk="0">
                  <a:moveTo>
                    <a:pt x="5407" y="1"/>
                  </a:moveTo>
                  <a:cubicBezTo>
                    <a:pt x="4738" y="1"/>
                    <a:pt x="2276" y="750"/>
                    <a:pt x="1" y="1339"/>
                  </a:cubicBezTo>
                  <a:cubicBezTo>
                    <a:pt x="509" y="3240"/>
                    <a:pt x="1152" y="5140"/>
                    <a:pt x="1928" y="6960"/>
                  </a:cubicBezTo>
                  <a:cubicBezTo>
                    <a:pt x="4792" y="6103"/>
                    <a:pt x="7575" y="4979"/>
                    <a:pt x="10225" y="3587"/>
                  </a:cubicBezTo>
                  <a:cubicBezTo>
                    <a:pt x="10306" y="2918"/>
                    <a:pt x="10359" y="2249"/>
                    <a:pt x="10413" y="1580"/>
                  </a:cubicBezTo>
                  <a:cubicBezTo>
                    <a:pt x="8405" y="911"/>
                    <a:pt x="6077" y="1"/>
                    <a:pt x="5407" y="1"/>
                  </a:cubicBezTo>
                  <a:close/>
                </a:path>
              </a:pathLst>
            </a:custGeom>
            <a:solidFill>
              <a:srgbClr val="C6A88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73"/>
            <p:cNvSpPr/>
            <p:nvPr/>
          </p:nvSpPr>
          <p:spPr>
            <a:xfrm>
              <a:off x="8197750" y="1052138"/>
              <a:ext cx="186725" cy="298900"/>
            </a:xfrm>
            <a:custGeom>
              <a:avLst/>
              <a:gdLst/>
              <a:ahLst/>
              <a:cxnLst/>
              <a:rect l="l" t="t" r="r" b="b"/>
              <a:pathLst>
                <a:path w="7469" h="11956" extrusionOk="0">
                  <a:moveTo>
                    <a:pt x="6505" y="0"/>
                  </a:moveTo>
                  <a:lnTo>
                    <a:pt x="804" y="482"/>
                  </a:lnTo>
                  <a:cubicBezTo>
                    <a:pt x="804" y="482"/>
                    <a:pt x="108" y="7923"/>
                    <a:pt x="1" y="10332"/>
                  </a:cubicBezTo>
                  <a:cubicBezTo>
                    <a:pt x="524" y="11685"/>
                    <a:pt x="1607" y="11956"/>
                    <a:pt x="2757" y="11956"/>
                  </a:cubicBezTo>
                  <a:cubicBezTo>
                    <a:pt x="3313" y="11956"/>
                    <a:pt x="3885" y="11892"/>
                    <a:pt x="4417" y="11857"/>
                  </a:cubicBezTo>
                  <a:cubicBezTo>
                    <a:pt x="6023" y="11723"/>
                    <a:pt x="7361" y="11911"/>
                    <a:pt x="7468" y="10385"/>
                  </a:cubicBezTo>
                  <a:lnTo>
                    <a:pt x="6505" y="0"/>
                  </a:ln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73"/>
            <p:cNvSpPr/>
            <p:nvPr/>
          </p:nvSpPr>
          <p:spPr>
            <a:xfrm>
              <a:off x="8162300" y="821288"/>
              <a:ext cx="306475" cy="479125"/>
            </a:xfrm>
            <a:custGeom>
              <a:avLst/>
              <a:gdLst/>
              <a:ahLst/>
              <a:cxnLst/>
              <a:rect l="l" t="t" r="r" b="b"/>
              <a:pathLst>
                <a:path w="12259" h="19165" extrusionOk="0">
                  <a:moveTo>
                    <a:pt x="7495" y="0"/>
                  </a:moveTo>
                  <a:cubicBezTo>
                    <a:pt x="5835" y="2007"/>
                    <a:pt x="2730" y="7494"/>
                    <a:pt x="0" y="9582"/>
                  </a:cubicBezTo>
                  <a:cubicBezTo>
                    <a:pt x="54" y="11857"/>
                    <a:pt x="81" y="15818"/>
                    <a:pt x="6906" y="19164"/>
                  </a:cubicBezTo>
                  <a:cubicBezTo>
                    <a:pt x="6906" y="19164"/>
                    <a:pt x="12259" y="15417"/>
                    <a:pt x="12152" y="8940"/>
                  </a:cubicBezTo>
                  <a:cubicBezTo>
                    <a:pt x="12098" y="4015"/>
                    <a:pt x="9743" y="2650"/>
                    <a:pt x="7495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73"/>
            <p:cNvSpPr/>
            <p:nvPr/>
          </p:nvSpPr>
          <p:spPr>
            <a:xfrm>
              <a:off x="8101400" y="1024463"/>
              <a:ext cx="81000" cy="109075"/>
            </a:xfrm>
            <a:custGeom>
              <a:avLst/>
              <a:gdLst/>
              <a:ahLst/>
              <a:cxnLst/>
              <a:rect l="l" t="t" r="r" b="b"/>
              <a:pathLst>
                <a:path w="3240" h="4363" extrusionOk="0">
                  <a:moveTo>
                    <a:pt x="918" y="0"/>
                  </a:moveTo>
                  <a:cubicBezTo>
                    <a:pt x="879" y="0"/>
                    <a:pt x="841" y="4"/>
                    <a:pt x="804" y="10"/>
                  </a:cubicBezTo>
                  <a:cubicBezTo>
                    <a:pt x="188" y="144"/>
                    <a:pt x="1" y="1268"/>
                    <a:pt x="536" y="2526"/>
                  </a:cubicBezTo>
                  <a:cubicBezTo>
                    <a:pt x="982" y="3630"/>
                    <a:pt x="1758" y="4363"/>
                    <a:pt x="2358" y="4363"/>
                  </a:cubicBezTo>
                  <a:cubicBezTo>
                    <a:pt x="2441" y="4363"/>
                    <a:pt x="2522" y="4349"/>
                    <a:pt x="2597" y="4319"/>
                  </a:cubicBezTo>
                  <a:cubicBezTo>
                    <a:pt x="3213" y="4051"/>
                    <a:pt x="3239" y="2981"/>
                    <a:pt x="2784" y="1857"/>
                  </a:cubicBezTo>
                  <a:cubicBezTo>
                    <a:pt x="2331" y="798"/>
                    <a:pt x="1545" y="0"/>
                    <a:pt x="918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73"/>
            <p:cNvSpPr/>
            <p:nvPr/>
          </p:nvSpPr>
          <p:spPr>
            <a:xfrm>
              <a:off x="8179700" y="1268263"/>
              <a:ext cx="222850" cy="133850"/>
            </a:xfrm>
            <a:custGeom>
              <a:avLst/>
              <a:gdLst/>
              <a:ahLst/>
              <a:cxnLst/>
              <a:rect l="l" t="t" r="r" b="b"/>
              <a:pathLst>
                <a:path w="8914" h="5354" extrusionOk="0">
                  <a:moveTo>
                    <a:pt x="803" y="0"/>
                  </a:moveTo>
                  <a:lnTo>
                    <a:pt x="0" y="1928"/>
                  </a:lnTo>
                  <a:cubicBezTo>
                    <a:pt x="0" y="1928"/>
                    <a:pt x="1071" y="4845"/>
                    <a:pt x="3881" y="5354"/>
                  </a:cubicBezTo>
                  <a:lnTo>
                    <a:pt x="5166" y="3507"/>
                  </a:lnTo>
                  <a:lnTo>
                    <a:pt x="6504" y="5059"/>
                  </a:lnTo>
                  <a:cubicBezTo>
                    <a:pt x="7655" y="4310"/>
                    <a:pt x="8512" y="3186"/>
                    <a:pt x="8913" y="1874"/>
                  </a:cubicBezTo>
                  <a:lnTo>
                    <a:pt x="8083" y="455"/>
                  </a:lnTo>
                  <a:cubicBezTo>
                    <a:pt x="6999" y="1721"/>
                    <a:pt x="5931" y="2286"/>
                    <a:pt x="4852" y="2286"/>
                  </a:cubicBezTo>
                  <a:cubicBezTo>
                    <a:pt x="3535" y="2286"/>
                    <a:pt x="2201" y="1443"/>
                    <a:pt x="803" y="0"/>
                  </a:cubicBezTo>
                  <a:close/>
                </a:path>
              </a:pathLst>
            </a:custGeom>
            <a:solidFill>
              <a:srgbClr val="DDC6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73"/>
            <p:cNvSpPr/>
            <p:nvPr/>
          </p:nvSpPr>
          <p:spPr>
            <a:xfrm>
              <a:off x="8166975" y="1319113"/>
              <a:ext cx="265000" cy="382775"/>
            </a:xfrm>
            <a:custGeom>
              <a:avLst/>
              <a:gdLst/>
              <a:ahLst/>
              <a:cxnLst/>
              <a:rect l="l" t="t" r="r" b="b"/>
              <a:pathLst>
                <a:path w="10600" h="15311" extrusionOk="0">
                  <a:moveTo>
                    <a:pt x="295" y="1"/>
                  </a:moveTo>
                  <a:lnTo>
                    <a:pt x="1" y="81"/>
                  </a:lnTo>
                  <a:cubicBezTo>
                    <a:pt x="1955" y="7682"/>
                    <a:pt x="7067" y="15311"/>
                    <a:pt x="7067" y="15311"/>
                  </a:cubicBezTo>
                  <a:cubicBezTo>
                    <a:pt x="7067" y="15311"/>
                    <a:pt x="10198" y="7093"/>
                    <a:pt x="10600" y="322"/>
                  </a:cubicBezTo>
                  <a:lnTo>
                    <a:pt x="10252" y="215"/>
                  </a:lnTo>
                  <a:cubicBezTo>
                    <a:pt x="9610" y="6692"/>
                    <a:pt x="6986" y="14053"/>
                    <a:pt x="6986" y="14053"/>
                  </a:cubicBezTo>
                  <a:cubicBezTo>
                    <a:pt x="6986" y="14053"/>
                    <a:pt x="2436" y="7120"/>
                    <a:pt x="2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73"/>
            <p:cNvSpPr/>
            <p:nvPr/>
          </p:nvSpPr>
          <p:spPr>
            <a:xfrm>
              <a:off x="8117475" y="1051363"/>
              <a:ext cx="47525" cy="63825"/>
            </a:xfrm>
            <a:custGeom>
              <a:avLst/>
              <a:gdLst/>
              <a:ahLst/>
              <a:cxnLst/>
              <a:rect l="l" t="t" r="r" b="b"/>
              <a:pathLst>
                <a:path w="1901" h="2553" extrusionOk="0">
                  <a:moveTo>
                    <a:pt x="543" y="0"/>
                  </a:moveTo>
                  <a:cubicBezTo>
                    <a:pt x="522" y="0"/>
                    <a:pt x="502" y="2"/>
                    <a:pt x="482" y="4"/>
                  </a:cubicBezTo>
                  <a:cubicBezTo>
                    <a:pt x="107" y="85"/>
                    <a:pt x="0" y="727"/>
                    <a:pt x="294" y="1477"/>
                  </a:cubicBezTo>
                  <a:cubicBezTo>
                    <a:pt x="549" y="2125"/>
                    <a:pt x="1004" y="2553"/>
                    <a:pt x="1347" y="2553"/>
                  </a:cubicBezTo>
                  <a:cubicBezTo>
                    <a:pt x="1401" y="2553"/>
                    <a:pt x="1452" y="2542"/>
                    <a:pt x="1499" y="2520"/>
                  </a:cubicBezTo>
                  <a:cubicBezTo>
                    <a:pt x="1874" y="2387"/>
                    <a:pt x="1900" y="1744"/>
                    <a:pt x="1633" y="1075"/>
                  </a:cubicBezTo>
                  <a:cubicBezTo>
                    <a:pt x="1379" y="442"/>
                    <a:pt x="910" y="0"/>
                    <a:pt x="543" y="0"/>
                  </a:cubicBezTo>
                  <a:close/>
                </a:path>
              </a:pathLst>
            </a:custGeom>
            <a:solidFill>
              <a:srgbClr val="CC4F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73"/>
            <p:cNvSpPr/>
            <p:nvPr/>
          </p:nvSpPr>
          <p:spPr>
            <a:xfrm>
              <a:off x="8133525" y="1086738"/>
              <a:ext cx="33475" cy="35700"/>
            </a:xfrm>
            <a:custGeom>
              <a:avLst/>
              <a:gdLst/>
              <a:ahLst/>
              <a:cxnLst/>
              <a:rect l="l" t="t" r="r" b="b"/>
              <a:pathLst>
                <a:path w="1339" h="1428" extrusionOk="0">
                  <a:moveTo>
                    <a:pt x="505" y="1"/>
                  </a:moveTo>
                  <a:cubicBezTo>
                    <a:pt x="479" y="1"/>
                    <a:pt x="454" y="3"/>
                    <a:pt x="429" y="8"/>
                  </a:cubicBezTo>
                  <a:cubicBezTo>
                    <a:pt x="134" y="88"/>
                    <a:pt x="0" y="490"/>
                    <a:pt x="188" y="891"/>
                  </a:cubicBezTo>
                  <a:cubicBezTo>
                    <a:pt x="321" y="1223"/>
                    <a:pt x="600" y="1427"/>
                    <a:pt x="844" y="1427"/>
                  </a:cubicBezTo>
                  <a:cubicBezTo>
                    <a:pt x="895" y="1427"/>
                    <a:pt x="944" y="1418"/>
                    <a:pt x="991" y="1400"/>
                  </a:cubicBezTo>
                  <a:cubicBezTo>
                    <a:pt x="1258" y="1293"/>
                    <a:pt x="1339" y="918"/>
                    <a:pt x="1178" y="570"/>
                  </a:cubicBezTo>
                  <a:cubicBezTo>
                    <a:pt x="1057" y="230"/>
                    <a:pt x="759" y="1"/>
                    <a:pt x="505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73"/>
            <p:cNvSpPr/>
            <p:nvPr/>
          </p:nvSpPr>
          <p:spPr>
            <a:xfrm>
              <a:off x="8298800" y="1405488"/>
              <a:ext cx="22775" cy="19375"/>
            </a:xfrm>
            <a:custGeom>
              <a:avLst/>
              <a:gdLst/>
              <a:ahLst/>
              <a:cxnLst/>
              <a:rect l="l" t="t" r="r" b="b"/>
              <a:pathLst>
                <a:path w="911" h="775" extrusionOk="0">
                  <a:moveTo>
                    <a:pt x="493" y="1"/>
                  </a:moveTo>
                  <a:cubicBezTo>
                    <a:pt x="388" y="1"/>
                    <a:pt x="284" y="42"/>
                    <a:pt x="215" y="132"/>
                  </a:cubicBezTo>
                  <a:cubicBezTo>
                    <a:pt x="0" y="400"/>
                    <a:pt x="161" y="775"/>
                    <a:pt x="509" y="775"/>
                  </a:cubicBezTo>
                  <a:cubicBezTo>
                    <a:pt x="723" y="748"/>
                    <a:pt x="911" y="560"/>
                    <a:pt x="884" y="320"/>
                  </a:cubicBezTo>
                  <a:cubicBezTo>
                    <a:pt x="850" y="118"/>
                    <a:pt x="669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73"/>
            <p:cNvSpPr/>
            <p:nvPr/>
          </p:nvSpPr>
          <p:spPr>
            <a:xfrm>
              <a:off x="8251300" y="1009938"/>
              <a:ext cx="42850" cy="62325"/>
            </a:xfrm>
            <a:custGeom>
              <a:avLst/>
              <a:gdLst/>
              <a:ahLst/>
              <a:cxnLst/>
              <a:rect l="l" t="t" r="r" b="b"/>
              <a:pathLst>
                <a:path w="1714" h="2493" extrusionOk="0">
                  <a:moveTo>
                    <a:pt x="864" y="1"/>
                  </a:moveTo>
                  <a:cubicBezTo>
                    <a:pt x="853" y="1"/>
                    <a:pt x="841" y="1"/>
                    <a:pt x="830" y="2"/>
                  </a:cubicBezTo>
                  <a:cubicBezTo>
                    <a:pt x="375" y="55"/>
                    <a:pt x="0" y="618"/>
                    <a:pt x="0" y="1287"/>
                  </a:cubicBezTo>
                  <a:cubicBezTo>
                    <a:pt x="0" y="1966"/>
                    <a:pt x="383" y="2492"/>
                    <a:pt x="849" y="2492"/>
                  </a:cubicBezTo>
                  <a:cubicBezTo>
                    <a:pt x="860" y="2492"/>
                    <a:pt x="872" y="2492"/>
                    <a:pt x="883" y="2491"/>
                  </a:cubicBezTo>
                  <a:cubicBezTo>
                    <a:pt x="1338" y="2438"/>
                    <a:pt x="1713" y="1876"/>
                    <a:pt x="1713" y="1206"/>
                  </a:cubicBezTo>
                  <a:cubicBezTo>
                    <a:pt x="1687" y="527"/>
                    <a:pt x="1329" y="1"/>
                    <a:pt x="864" y="1"/>
                  </a:cubicBezTo>
                  <a:close/>
                </a:path>
              </a:pathLst>
            </a:custGeom>
            <a:solidFill>
              <a:srgbClr val="5A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73"/>
            <p:cNvSpPr/>
            <p:nvPr/>
          </p:nvSpPr>
          <p:spPr>
            <a:xfrm>
              <a:off x="8220500" y="953263"/>
              <a:ext cx="83675" cy="41200"/>
            </a:xfrm>
            <a:custGeom>
              <a:avLst/>
              <a:gdLst/>
              <a:ahLst/>
              <a:cxnLst/>
              <a:rect l="l" t="t" r="r" b="b"/>
              <a:pathLst>
                <a:path w="3347" h="1648" extrusionOk="0">
                  <a:moveTo>
                    <a:pt x="2825" y="0"/>
                  </a:moveTo>
                  <a:cubicBezTo>
                    <a:pt x="2776" y="0"/>
                    <a:pt x="2726" y="7"/>
                    <a:pt x="2677" y="21"/>
                  </a:cubicBezTo>
                  <a:lnTo>
                    <a:pt x="349" y="690"/>
                  </a:lnTo>
                  <a:cubicBezTo>
                    <a:pt x="135" y="743"/>
                    <a:pt x="1" y="904"/>
                    <a:pt x="54" y="1038"/>
                  </a:cubicBezTo>
                  <a:lnTo>
                    <a:pt x="242" y="1493"/>
                  </a:lnTo>
                  <a:cubicBezTo>
                    <a:pt x="262" y="1592"/>
                    <a:pt x="385" y="1647"/>
                    <a:pt x="523" y="1647"/>
                  </a:cubicBezTo>
                  <a:cubicBezTo>
                    <a:pt x="571" y="1647"/>
                    <a:pt x="622" y="1640"/>
                    <a:pt x="670" y="1627"/>
                  </a:cubicBezTo>
                  <a:lnTo>
                    <a:pt x="3025" y="957"/>
                  </a:lnTo>
                  <a:cubicBezTo>
                    <a:pt x="3213" y="904"/>
                    <a:pt x="3347" y="743"/>
                    <a:pt x="3293" y="609"/>
                  </a:cubicBezTo>
                  <a:lnTo>
                    <a:pt x="3132" y="154"/>
                  </a:lnTo>
                  <a:cubicBezTo>
                    <a:pt x="3093" y="55"/>
                    <a:pt x="2965" y="0"/>
                    <a:pt x="2825" y="0"/>
                  </a:cubicBezTo>
                  <a:close/>
                </a:path>
              </a:pathLst>
            </a:custGeom>
            <a:solidFill>
              <a:srgbClr val="9B3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73"/>
            <p:cNvSpPr/>
            <p:nvPr/>
          </p:nvSpPr>
          <p:spPr>
            <a:xfrm>
              <a:off x="8396500" y="1017913"/>
              <a:ext cx="39475" cy="61025"/>
            </a:xfrm>
            <a:custGeom>
              <a:avLst/>
              <a:gdLst/>
              <a:ahLst/>
              <a:cxnLst/>
              <a:rect l="l" t="t" r="r" b="b"/>
              <a:pathLst>
                <a:path w="1579" h="2441" extrusionOk="0">
                  <a:moveTo>
                    <a:pt x="912" y="0"/>
                  </a:moveTo>
                  <a:cubicBezTo>
                    <a:pt x="894" y="0"/>
                    <a:pt x="875" y="2"/>
                    <a:pt x="857" y="4"/>
                  </a:cubicBezTo>
                  <a:cubicBezTo>
                    <a:pt x="429" y="31"/>
                    <a:pt x="54" y="620"/>
                    <a:pt x="27" y="1289"/>
                  </a:cubicBezTo>
                  <a:cubicBezTo>
                    <a:pt x="1" y="1941"/>
                    <a:pt x="305" y="2441"/>
                    <a:pt x="718" y="2441"/>
                  </a:cubicBezTo>
                  <a:cubicBezTo>
                    <a:pt x="728" y="2441"/>
                    <a:pt x="739" y="2440"/>
                    <a:pt x="750" y="2440"/>
                  </a:cubicBezTo>
                  <a:cubicBezTo>
                    <a:pt x="1178" y="2386"/>
                    <a:pt x="1526" y="1824"/>
                    <a:pt x="1553" y="1155"/>
                  </a:cubicBezTo>
                  <a:cubicBezTo>
                    <a:pt x="1578" y="517"/>
                    <a:pt x="1287" y="0"/>
                    <a:pt x="912" y="0"/>
                  </a:cubicBezTo>
                  <a:close/>
                </a:path>
              </a:pathLst>
            </a:custGeom>
            <a:solidFill>
              <a:srgbClr val="5A49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73"/>
            <p:cNvSpPr/>
            <p:nvPr/>
          </p:nvSpPr>
          <p:spPr>
            <a:xfrm>
              <a:off x="8396500" y="959963"/>
              <a:ext cx="56225" cy="41200"/>
            </a:xfrm>
            <a:custGeom>
              <a:avLst/>
              <a:gdLst/>
              <a:ahLst/>
              <a:cxnLst/>
              <a:rect l="l" t="t" r="r" b="b"/>
              <a:pathLst>
                <a:path w="2249" h="1648" extrusionOk="0">
                  <a:moveTo>
                    <a:pt x="357" y="0"/>
                  </a:moveTo>
                  <a:cubicBezTo>
                    <a:pt x="286" y="0"/>
                    <a:pt x="231" y="36"/>
                    <a:pt x="214" y="101"/>
                  </a:cubicBezTo>
                  <a:lnTo>
                    <a:pt x="54" y="449"/>
                  </a:lnTo>
                  <a:cubicBezTo>
                    <a:pt x="0" y="556"/>
                    <a:pt x="81" y="689"/>
                    <a:pt x="214" y="743"/>
                  </a:cubicBezTo>
                  <a:lnTo>
                    <a:pt x="1767" y="1599"/>
                  </a:lnTo>
                  <a:cubicBezTo>
                    <a:pt x="1823" y="1633"/>
                    <a:pt x="1879" y="1648"/>
                    <a:pt x="1929" y="1648"/>
                  </a:cubicBezTo>
                  <a:cubicBezTo>
                    <a:pt x="1999" y="1648"/>
                    <a:pt x="2057" y="1619"/>
                    <a:pt x="2088" y="1573"/>
                  </a:cubicBezTo>
                  <a:lnTo>
                    <a:pt x="2222" y="1198"/>
                  </a:lnTo>
                  <a:cubicBezTo>
                    <a:pt x="2249" y="1064"/>
                    <a:pt x="2168" y="957"/>
                    <a:pt x="2061" y="904"/>
                  </a:cubicBezTo>
                  <a:lnTo>
                    <a:pt x="509" y="47"/>
                  </a:lnTo>
                  <a:cubicBezTo>
                    <a:pt x="456" y="15"/>
                    <a:pt x="403" y="0"/>
                    <a:pt x="357" y="0"/>
                  </a:cubicBezTo>
                  <a:close/>
                </a:path>
              </a:pathLst>
            </a:custGeom>
            <a:solidFill>
              <a:srgbClr val="9B36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73"/>
            <p:cNvSpPr/>
            <p:nvPr/>
          </p:nvSpPr>
          <p:spPr>
            <a:xfrm>
              <a:off x="8327575" y="1089613"/>
              <a:ext cx="44175" cy="50200"/>
            </a:xfrm>
            <a:custGeom>
              <a:avLst/>
              <a:gdLst/>
              <a:ahLst/>
              <a:cxnLst/>
              <a:rect l="l" t="t" r="r" b="b"/>
              <a:pathLst>
                <a:path w="1767" h="2008" extrusionOk="0">
                  <a:moveTo>
                    <a:pt x="937" y="0"/>
                  </a:moveTo>
                  <a:lnTo>
                    <a:pt x="937" y="0"/>
                  </a:lnTo>
                  <a:cubicBezTo>
                    <a:pt x="1258" y="669"/>
                    <a:pt x="1392" y="1231"/>
                    <a:pt x="1018" y="1579"/>
                  </a:cubicBezTo>
                  <a:cubicBezTo>
                    <a:pt x="772" y="1800"/>
                    <a:pt x="438" y="1931"/>
                    <a:pt x="95" y="1931"/>
                  </a:cubicBezTo>
                  <a:cubicBezTo>
                    <a:pt x="64" y="1931"/>
                    <a:pt x="32" y="1929"/>
                    <a:pt x="0" y="1927"/>
                  </a:cubicBezTo>
                  <a:lnTo>
                    <a:pt x="0" y="1954"/>
                  </a:lnTo>
                  <a:cubicBezTo>
                    <a:pt x="0" y="1954"/>
                    <a:pt x="255" y="2007"/>
                    <a:pt x="562" y="2007"/>
                  </a:cubicBezTo>
                  <a:cubicBezTo>
                    <a:pt x="870" y="2007"/>
                    <a:pt x="1232" y="1954"/>
                    <a:pt x="1446" y="1740"/>
                  </a:cubicBezTo>
                  <a:cubicBezTo>
                    <a:pt x="1767" y="1365"/>
                    <a:pt x="1473" y="776"/>
                    <a:pt x="937" y="0"/>
                  </a:cubicBezTo>
                  <a:close/>
                </a:path>
              </a:pathLst>
            </a:custGeom>
            <a:solidFill>
              <a:srgbClr val="D275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73"/>
            <p:cNvSpPr/>
            <p:nvPr/>
          </p:nvSpPr>
          <p:spPr>
            <a:xfrm>
              <a:off x="8285425" y="1162538"/>
              <a:ext cx="87000" cy="22225"/>
            </a:xfrm>
            <a:custGeom>
              <a:avLst/>
              <a:gdLst/>
              <a:ahLst/>
              <a:cxnLst/>
              <a:rect l="l" t="t" r="r" b="b"/>
              <a:pathLst>
                <a:path w="3480" h="889" extrusionOk="0">
                  <a:moveTo>
                    <a:pt x="188" y="0"/>
                  </a:moveTo>
                  <a:lnTo>
                    <a:pt x="0" y="455"/>
                  </a:lnTo>
                  <a:cubicBezTo>
                    <a:pt x="40" y="476"/>
                    <a:pt x="790" y="888"/>
                    <a:pt x="2057" y="888"/>
                  </a:cubicBezTo>
                  <a:cubicBezTo>
                    <a:pt x="2477" y="888"/>
                    <a:pt x="2954" y="843"/>
                    <a:pt x="3480" y="723"/>
                  </a:cubicBezTo>
                  <a:lnTo>
                    <a:pt x="3399" y="509"/>
                  </a:lnTo>
                  <a:cubicBezTo>
                    <a:pt x="3071" y="589"/>
                    <a:pt x="2738" y="629"/>
                    <a:pt x="2406" y="629"/>
                  </a:cubicBezTo>
                  <a:cubicBezTo>
                    <a:pt x="1630" y="629"/>
                    <a:pt x="863" y="413"/>
                    <a:pt x="188" y="0"/>
                  </a:cubicBezTo>
                  <a:close/>
                </a:path>
              </a:pathLst>
            </a:custGeom>
            <a:solidFill>
              <a:srgbClr val="D275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73"/>
            <p:cNvSpPr/>
            <p:nvPr/>
          </p:nvSpPr>
          <p:spPr>
            <a:xfrm>
              <a:off x="8316525" y="1200263"/>
              <a:ext cx="40525" cy="13925"/>
            </a:xfrm>
            <a:custGeom>
              <a:avLst/>
              <a:gdLst/>
              <a:ahLst/>
              <a:cxnLst/>
              <a:rect l="l" t="t" r="r" b="b"/>
              <a:pathLst>
                <a:path w="1621" h="557" extrusionOk="0">
                  <a:moveTo>
                    <a:pt x="1500" y="1"/>
                  </a:moveTo>
                  <a:cubicBezTo>
                    <a:pt x="1370" y="1"/>
                    <a:pt x="1123" y="146"/>
                    <a:pt x="790" y="204"/>
                  </a:cubicBezTo>
                  <a:cubicBezTo>
                    <a:pt x="705" y="215"/>
                    <a:pt x="621" y="218"/>
                    <a:pt x="543" y="218"/>
                  </a:cubicBezTo>
                  <a:cubicBezTo>
                    <a:pt x="425" y="218"/>
                    <a:pt x="318" y="211"/>
                    <a:pt x="232" y="211"/>
                  </a:cubicBezTo>
                  <a:cubicBezTo>
                    <a:pt x="88" y="211"/>
                    <a:pt x="1" y="231"/>
                    <a:pt x="14" y="338"/>
                  </a:cubicBezTo>
                  <a:cubicBezTo>
                    <a:pt x="54" y="477"/>
                    <a:pt x="268" y="557"/>
                    <a:pt x="551" y="557"/>
                  </a:cubicBezTo>
                  <a:cubicBezTo>
                    <a:pt x="650" y="557"/>
                    <a:pt x="759" y="547"/>
                    <a:pt x="871" y="526"/>
                  </a:cubicBezTo>
                  <a:cubicBezTo>
                    <a:pt x="1299" y="445"/>
                    <a:pt x="1620" y="258"/>
                    <a:pt x="1593" y="71"/>
                  </a:cubicBezTo>
                  <a:cubicBezTo>
                    <a:pt x="1579" y="20"/>
                    <a:pt x="1547" y="1"/>
                    <a:pt x="1500" y="1"/>
                  </a:cubicBezTo>
                  <a:close/>
                </a:path>
              </a:pathLst>
            </a:custGeom>
            <a:solidFill>
              <a:srgbClr val="D275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73"/>
            <p:cNvSpPr/>
            <p:nvPr/>
          </p:nvSpPr>
          <p:spPr>
            <a:xfrm>
              <a:off x="9185400" y="3254263"/>
              <a:ext cx="412900" cy="441000"/>
            </a:xfrm>
            <a:custGeom>
              <a:avLst/>
              <a:gdLst/>
              <a:ahLst/>
              <a:cxnLst/>
              <a:rect l="l" t="t" r="r" b="b"/>
              <a:pathLst>
                <a:path w="16516" h="17640" extrusionOk="0">
                  <a:moveTo>
                    <a:pt x="7174" y="1"/>
                  </a:moveTo>
                  <a:cubicBezTo>
                    <a:pt x="3106" y="1"/>
                    <a:pt x="1" y="13865"/>
                    <a:pt x="1" y="13865"/>
                  </a:cubicBezTo>
                  <a:cubicBezTo>
                    <a:pt x="1" y="13865"/>
                    <a:pt x="3052" y="14079"/>
                    <a:pt x="3052" y="17639"/>
                  </a:cubicBezTo>
                  <a:lnTo>
                    <a:pt x="15686" y="17639"/>
                  </a:lnTo>
                  <a:cubicBezTo>
                    <a:pt x="15686" y="17639"/>
                    <a:pt x="16515" y="13490"/>
                    <a:pt x="11858" y="13490"/>
                  </a:cubicBezTo>
                  <a:cubicBezTo>
                    <a:pt x="11858" y="13490"/>
                    <a:pt x="11778" y="11296"/>
                    <a:pt x="10225" y="11296"/>
                  </a:cubicBezTo>
                  <a:cubicBezTo>
                    <a:pt x="10225" y="11296"/>
                    <a:pt x="11216" y="1"/>
                    <a:pt x="7174" y="1"/>
                  </a:cubicBezTo>
                  <a:close/>
                </a:path>
              </a:pathLst>
            </a:custGeom>
            <a:solidFill>
              <a:srgbClr val="C9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73"/>
            <p:cNvSpPr/>
            <p:nvPr/>
          </p:nvSpPr>
          <p:spPr>
            <a:xfrm>
              <a:off x="6722300" y="3254263"/>
              <a:ext cx="412900" cy="441000"/>
            </a:xfrm>
            <a:custGeom>
              <a:avLst/>
              <a:gdLst/>
              <a:ahLst/>
              <a:cxnLst/>
              <a:rect l="l" t="t" r="r" b="b"/>
              <a:pathLst>
                <a:path w="16516" h="17640" extrusionOk="0">
                  <a:moveTo>
                    <a:pt x="9342" y="1"/>
                  </a:moveTo>
                  <a:cubicBezTo>
                    <a:pt x="5300" y="1"/>
                    <a:pt x="6317" y="11296"/>
                    <a:pt x="6317" y="11296"/>
                  </a:cubicBezTo>
                  <a:cubicBezTo>
                    <a:pt x="4738" y="11296"/>
                    <a:pt x="4685" y="13490"/>
                    <a:pt x="4685" y="13490"/>
                  </a:cubicBezTo>
                  <a:cubicBezTo>
                    <a:pt x="1" y="13490"/>
                    <a:pt x="857" y="17639"/>
                    <a:pt x="857" y="17639"/>
                  </a:cubicBezTo>
                  <a:lnTo>
                    <a:pt x="13464" y="17639"/>
                  </a:lnTo>
                  <a:cubicBezTo>
                    <a:pt x="13464" y="14079"/>
                    <a:pt x="16515" y="13865"/>
                    <a:pt x="16515" y="13865"/>
                  </a:cubicBezTo>
                  <a:cubicBezTo>
                    <a:pt x="16515" y="13865"/>
                    <a:pt x="13410" y="1"/>
                    <a:pt x="9342" y="1"/>
                  </a:cubicBezTo>
                  <a:close/>
                </a:path>
              </a:pathLst>
            </a:custGeom>
            <a:solidFill>
              <a:srgbClr val="C95B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73"/>
            <p:cNvSpPr/>
            <p:nvPr/>
          </p:nvSpPr>
          <p:spPr>
            <a:xfrm>
              <a:off x="9420950" y="1835663"/>
              <a:ext cx="113100" cy="157975"/>
            </a:xfrm>
            <a:custGeom>
              <a:avLst/>
              <a:gdLst/>
              <a:ahLst/>
              <a:cxnLst/>
              <a:rect l="l" t="t" r="r" b="b"/>
              <a:pathLst>
                <a:path w="4524" h="6319" extrusionOk="0">
                  <a:moveTo>
                    <a:pt x="3314" y="1"/>
                  </a:moveTo>
                  <a:cubicBezTo>
                    <a:pt x="3298" y="1"/>
                    <a:pt x="3282" y="1"/>
                    <a:pt x="3266" y="2"/>
                  </a:cubicBezTo>
                  <a:lnTo>
                    <a:pt x="27" y="2"/>
                  </a:lnTo>
                  <a:lnTo>
                    <a:pt x="27" y="1367"/>
                  </a:lnTo>
                  <a:lnTo>
                    <a:pt x="2302" y="1260"/>
                  </a:lnTo>
                  <a:cubicBezTo>
                    <a:pt x="2319" y="1259"/>
                    <a:pt x="2335" y="1258"/>
                    <a:pt x="2351" y="1258"/>
                  </a:cubicBezTo>
                  <a:cubicBezTo>
                    <a:pt x="2786" y="1258"/>
                    <a:pt x="3159" y="1598"/>
                    <a:pt x="3159" y="2063"/>
                  </a:cubicBezTo>
                  <a:lnTo>
                    <a:pt x="3132" y="3990"/>
                  </a:lnTo>
                  <a:cubicBezTo>
                    <a:pt x="3079" y="4445"/>
                    <a:pt x="2731" y="4819"/>
                    <a:pt x="2249" y="4900"/>
                  </a:cubicBezTo>
                  <a:lnTo>
                    <a:pt x="0" y="4846"/>
                  </a:lnTo>
                  <a:lnTo>
                    <a:pt x="0" y="6318"/>
                  </a:lnTo>
                  <a:lnTo>
                    <a:pt x="3159" y="6104"/>
                  </a:lnTo>
                  <a:cubicBezTo>
                    <a:pt x="3855" y="5970"/>
                    <a:pt x="4363" y="5408"/>
                    <a:pt x="4417" y="4686"/>
                  </a:cubicBezTo>
                  <a:lnTo>
                    <a:pt x="4497" y="1233"/>
                  </a:lnTo>
                  <a:cubicBezTo>
                    <a:pt x="4523" y="553"/>
                    <a:pt x="3987" y="1"/>
                    <a:pt x="33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73"/>
            <p:cNvSpPr/>
            <p:nvPr/>
          </p:nvSpPr>
          <p:spPr>
            <a:xfrm>
              <a:off x="9232250" y="1787088"/>
              <a:ext cx="237575" cy="243175"/>
            </a:xfrm>
            <a:custGeom>
              <a:avLst/>
              <a:gdLst/>
              <a:ahLst/>
              <a:cxnLst/>
              <a:rect l="l" t="t" r="r" b="b"/>
              <a:pathLst>
                <a:path w="9503" h="9727" extrusionOk="0">
                  <a:moveTo>
                    <a:pt x="4431" y="0"/>
                  </a:moveTo>
                  <a:cubicBezTo>
                    <a:pt x="2621" y="0"/>
                    <a:pt x="857" y="134"/>
                    <a:pt x="482" y="392"/>
                  </a:cubicBezTo>
                  <a:cubicBezTo>
                    <a:pt x="1" y="687"/>
                    <a:pt x="241" y="8930"/>
                    <a:pt x="402" y="9278"/>
                  </a:cubicBezTo>
                  <a:cubicBezTo>
                    <a:pt x="573" y="9609"/>
                    <a:pt x="2292" y="9726"/>
                    <a:pt x="4134" y="9726"/>
                  </a:cubicBezTo>
                  <a:cubicBezTo>
                    <a:pt x="6324" y="9726"/>
                    <a:pt x="8688" y="9560"/>
                    <a:pt x="8833" y="9385"/>
                  </a:cubicBezTo>
                  <a:cubicBezTo>
                    <a:pt x="9128" y="9064"/>
                    <a:pt x="9502" y="1088"/>
                    <a:pt x="8753" y="473"/>
                  </a:cubicBezTo>
                  <a:cubicBezTo>
                    <a:pt x="8365" y="154"/>
                    <a:pt x="6372" y="0"/>
                    <a:pt x="4431" y="0"/>
                  </a:cubicBezTo>
                  <a:close/>
                </a:path>
              </a:pathLst>
            </a:custGeom>
            <a:solidFill>
              <a:srgbClr val="C12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73"/>
            <p:cNvSpPr/>
            <p:nvPr/>
          </p:nvSpPr>
          <p:spPr>
            <a:xfrm>
              <a:off x="9238950" y="1787438"/>
              <a:ext cx="200100" cy="192800"/>
            </a:xfrm>
            <a:custGeom>
              <a:avLst/>
              <a:gdLst/>
              <a:ahLst/>
              <a:cxnLst/>
              <a:rect l="l" t="t" r="r" b="b"/>
              <a:pathLst>
                <a:path w="8004" h="7712" extrusionOk="0">
                  <a:moveTo>
                    <a:pt x="4181" y="1"/>
                  </a:moveTo>
                  <a:cubicBezTo>
                    <a:pt x="2367" y="1"/>
                    <a:pt x="595" y="129"/>
                    <a:pt x="214" y="378"/>
                  </a:cubicBezTo>
                  <a:cubicBezTo>
                    <a:pt x="107" y="432"/>
                    <a:pt x="27" y="887"/>
                    <a:pt x="0" y="1529"/>
                  </a:cubicBezTo>
                  <a:cubicBezTo>
                    <a:pt x="375" y="5062"/>
                    <a:pt x="2008" y="7712"/>
                    <a:pt x="3962" y="7712"/>
                  </a:cubicBezTo>
                  <a:cubicBezTo>
                    <a:pt x="6130" y="7712"/>
                    <a:pt x="7923" y="4420"/>
                    <a:pt x="8003" y="271"/>
                  </a:cubicBezTo>
                  <a:cubicBezTo>
                    <a:pt x="7215" y="89"/>
                    <a:pt x="5684" y="1"/>
                    <a:pt x="41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73"/>
            <p:cNvSpPr/>
            <p:nvPr/>
          </p:nvSpPr>
          <p:spPr>
            <a:xfrm>
              <a:off x="9253000" y="1804238"/>
              <a:ext cx="32800" cy="103075"/>
            </a:xfrm>
            <a:custGeom>
              <a:avLst/>
              <a:gdLst/>
              <a:ahLst/>
              <a:cxnLst/>
              <a:rect l="l" t="t" r="r" b="b"/>
              <a:pathLst>
                <a:path w="1312" h="4123" extrusionOk="0">
                  <a:moveTo>
                    <a:pt x="589" y="1"/>
                  </a:moveTo>
                  <a:cubicBezTo>
                    <a:pt x="214" y="81"/>
                    <a:pt x="0" y="429"/>
                    <a:pt x="81" y="804"/>
                  </a:cubicBezTo>
                  <a:cubicBezTo>
                    <a:pt x="214" y="1981"/>
                    <a:pt x="643" y="3132"/>
                    <a:pt x="1312" y="4123"/>
                  </a:cubicBezTo>
                  <a:lnTo>
                    <a:pt x="1258" y="830"/>
                  </a:lnTo>
                  <a:cubicBezTo>
                    <a:pt x="1312" y="402"/>
                    <a:pt x="1017" y="54"/>
                    <a:pt x="5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73"/>
            <p:cNvSpPr/>
            <p:nvPr/>
          </p:nvSpPr>
          <p:spPr>
            <a:xfrm>
              <a:off x="9291125" y="1803538"/>
              <a:ext cx="33500" cy="28825"/>
            </a:xfrm>
            <a:custGeom>
              <a:avLst/>
              <a:gdLst/>
              <a:ahLst/>
              <a:cxnLst/>
              <a:rect l="l" t="t" r="r" b="b"/>
              <a:pathLst>
                <a:path w="1340" h="1153" extrusionOk="0">
                  <a:moveTo>
                    <a:pt x="766" y="0"/>
                  </a:moveTo>
                  <a:cubicBezTo>
                    <a:pt x="603" y="0"/>
                    <a:pt x="438" y="69"/>
                    <a:pt x="322" y="216"/>
                  </a:cubicBezTo>
                  <a:cubicBezTo>
                    <a:pt x="1" y="591"/>
                    <a:pt x="269" y="1153"/>
                    <a:pt x="750" y="1153"/>
                  </a:cubicBezTo>
                  <a:cubicBezTo>
                    <a:pt x="1098" y="1126"/>
                    <a:pt x="1339" y="805"/>
                    <a:pt x="1312" y="457"/>
                  </a:cubicBezTo>
                  <a:cubicBezTo>
                    <a:pt x="1264" y="164"/>
                    <a:pt x="1018" y="0"/>
                    <a:pt x="7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73"/>
            <p:cNvSpPr/>
            <p:nvPr/>
          </p:nvSpPr>
          <p:spPr>
            <a:xfrm>
              <a:off x="9248975" y="1110313"/>
              <a:ext cx="276375" cy="644425"/>
            </a:xfrm>
            <a:custGeom>
              <a:avLst/>
              <a:gdLst/>
              <a:ahLst/>
              <a:cxnLst/>
              <a:rect l="l" t="t" r="r" b="b"/>
              <a:pathLst>
                <a:path w="11055" h="25777" extrusionOk="0">
                  <a:moveTo>
                    <a:pt x="7890" y="1"/>
                  </a:moveTo>
                  <a:cubicBezTo>
                    <a:pt x="7865" y="1"/>
                    <a:pt x="7841" y="1"/>
                    <a:pt x="7816" y="2"/>
                  </a:cubicBezTo>
                  <a:cubicBezTo>
                    <a:pt x="8940" y="296"/>
                    <a:pt x="9208" y="1046"/>
                    <a:pt x="9208" y="2304"/>
                  </a:cubicBezTo>
                  <a:cubicBezTo>
                    <a:pt x="9208" y="3562"/>
                    <a:pt x="5461" y="4177"/>
                    <a:pt x="4899" y="7657"/>
                  </a:cubicBezTo>
                  <a:cubicBezTo>
                    <a:pt x="4337" y="11136"/>
                    <a:pt x="6210" y="12260"/>
                    <a:pt x="7281" y="13679"/>
                  </a:cubicBezTo>
                  <a:cubicBezTo>
                    <a:pt x="8378" y="15098"/>
                    <a:pt x="7120" y="20531"/>
                    <a:pt x="4899" y="20825"/>
                  </a:cubicBezTo>
                  <a:cubicBezTo>
                    <a:pt x="2383" y="21173"/>
                    <a:pt x="1" y="22164"/>
                    <a:pt x="3748" y="25643"/>
                  </a:cubicBezTo>
                  <a:lnTo>
                    <a:pt x="4176" y="25777"/>
                  </a:lnTo>
                  <a:cubicBezTo>
                    <a:pt x="5595" y="24920"/>
                    <a:pt x="3427" y="22672"/>
                    <a:pt x="5354" y="21387"/>
                  </a:cubicBezTo>
                  <a:cubicBezTo>
                    <a:pt x="6478" y="20665"/>
                    <a:pt x="8378" y="19086"/>
                    <a:pt x="8887" y="17212"/>
                  </a:cubicBezTo>
                  <a:cubicBezTo>
                    <a:pt x="9395" y="15338"/>
                    <a:pt x="9155" y="15338"/>
                    <a:pt x="8004" y="14295"/>
                  </a:cubicBezTo>
                  <a:cubicBezTo>
                    <a:pt x="6826" y="13277"/>
                    <a:pt x="6210" y="11109"/>
                    <a:pt x="6050" y="8005"/>
                  </a:cubicBezTo>
                  <a:cubicBezTo>
                    <a:pt x="5916" y="4900"/>
                    <a:pt x="8780" y="4846"/>
                    <a:pt x="9931" y="4150"/>
                  </a:cubicBezTo>
                  <a:cubicBezTo>
                    <a:pt x="11055" y="3428"/>
                    <a:pt x="10627" y="2250"/>
                    <a:pt x="9877" y="1099"/>
                  </a:cubicBezTo>
                  <a:cubicBezTo>
                    <a:pt x="9436" y="424"/>
                    <a:pt x="8692" y="1"/>
                    <a:pt x="78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73"/>
            <p:cNvSpPr/>
            <p:nvPr/>
          </p:nvSpPr>
          <p:spPr>
            <a:xfrm>
              <a:off x="8342300" y="1788813"/>
              <a:ext cx="432275" cy="196800"/>
            </a:xfrm>
            <a:custGeom>
              <a:avLst/>
              <a:gdLst/>
              <a:ahLst/>
              <a:cxnLst/>
              <a:rect l="l" t="t" r="r" b="b"/>
              <a:pathLst>
                <a:path w="17291" h="7872" extrusionOk="0">
                  <a:moveTo>
                    <a:pt x="8455" y="0"/>
                  </a:moveTo>
                  <a:cubicBezTo>
                    <a:pt x="7554" y="0"/>
                    <a:pt x="6614" y="136"/>
                    <a:pt x="5648" y="457"/>
                  </a:cubicBezTo>
                  <a:cubicBezTo>
                    <a:pt x="2436" y="1501"/>
                    <a:pt x="0" y="7871"/>
                    <a:pt x="0" y="7871"/>
                  </a:cubicBezTo>
                  <a:lnTo>
                    <a:pt x="15016" y="6265"/>
                  </a:lnTo>
                  <a:lnTo>
                    <a:pt x="17291" y="4258"/>
                  </a:lnTo>
                  <a:cubicBezTo>
                    <a:pt x="17291" y="4258"/>
                    <a:pt x="13496" y="0"/>
                    <a:pt x="8455" y="0"/>
                  </a:cubicBezTo>
                  <a:close/>
                </a:path>
              </a:pathLst>
            </a:custGeom>
            <a:solidFill>
              <a:srgbClr val="DDBE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73"/>
            <p:cNvSpPr/>
            <p:nvPr/>
          </p:nvSpPr>
          <p:spPr>
            <a:xfrm>
              <a:off x="7973600" y="1730213"/>
              <a:ext cx="380100" cy="240000"/>
            </a:xfrm>
            <a:custGeom>
              <a:avLst/>
              <a:gdLst/>
              <a:ahLst/>
              <a:cxnLst/>
              <a:rect l="l" t="t" r="r" b="b"/>
              <a:pathLst>
                <a:path w="15204" h="9600" extrusionOk="0">
                  <a:moveTo>
                    <a:pt x="5042" y="0"/>
                  </a:moveTo>
                  <a:cubicBezTo>
                    <a:pt x="2304" y="0"/>
                    <a:pt x="0" y="526"/>
                    <a:pt x="0" y="526"/>
                  </a:cubicBezTo>
                  <a:lnTo>
                    <a:pt x="1044" y="7164"/>
                  </a:lnTo>
                  <a:lnTo>
                    <a:pt x="15203" y="9599"/>
                  </a:lnTo>
                  <a:cubicBezTo>
                    <a:pt x="15177" y="7137"/>
                    <a:pt x="14347" y="4782"/>
                    <a:pt x="12848" y="2828"/>
                  </a:cubicBezTo>
                  <a:cubicBezTo>
                    <a:pt x="11150" y="559"/>
                    <a:pt x="7865" y="0"/>
                    <a:pt x="5042" y="0"/>
                  </a:cubicBezTo>
                  <a:close/>
                </a:path>
              </a:pathLst>
            </a:custGeom>
            <a:solidFill>
              <a:srgbClr val="CCA7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9" name="Google Shape;4099;p73"/>
            <p:cNvSpPr/>
            <p:nvPr/>
          </p:nvSpPr>
          <p:spPr>
            <a:xfrm>
              <a:off x="7910025" y="1791788"/>
              <a:ext cx="444350" cy="189800"/>
            </a:xfrm>
            <a:custGeom>
              <a:avLst/>
              <a:gdLst/>
              <a:ahLst/>
              <a:cxnLst/>
              <a:rect l="l" t="t" r="r" b="b"/>
              <a:pathLst>
                <a:path w="17774" h="7592" extrusionOk="0">
                  <a:moveTo>
                    <a:pt x="8993" y="1"/>
                  </a:moveTo>
                  <a:cubicBezTo>
                    <a:pt x="4623" y="1"/>
                    <a:pt x="1" y="2533"/>
                    <a:pt x="1" y="2533"/>
                  </a:cubicBezTo>
                  <a:lnTo>
                    <a:pt x="2865" y="6574"/>
                  </a:lnTo>
                  <a:lnTo>
                    <a:pt x="17773" y="7591"/>
                  </a:lnTo>
                  <a:cubicBezTo>
                    <a:pt x="17773" y="6253"/>
                    <a:pt x="16354" y="2292"/>
                    <a:pt x="12206" y="579"/>
                  </a:cubicBezTo>
                  <a:cubicBezTo>
                    <a:pt x="11205" y="166"/>
                    <a:pt x="10107" y="1"/>
                    <a:pt x="8993" y="1"/>
                  </a:cubicBezTo>
                  <a:close/>
                </a:path>
              </a:pathLst>
            </a:custGeom>
            <a:solidFill>
              <a:srgbClr val="DDBE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0" name="Google Shape;4100;p73"/>
            <p:cNvSpPr/>
            <p:nvPr/>
          </p:nvSpPr>
          <p:spPr>
            <a:xfrm>
              <a:off x="7897975" y="1837663"/>
              <a:ext cx="895350" cy="165325"/>
            </a:xfrm>
            <a:custGeom>
              <a:avLst/>
              <a:gdLst/>
              <a:ahLst/>
              <a:cxnLst/>
              <a:rect l="l" t="t" r="r" b="b"/>
              <a:pathLst>
                <a:path w="35814" h="6613" extrusionOk="0">
                  <a:moveTo>
                    <a:pt x="25973" y="1"/>
                  </a:moveTo>
                  <a:cubicBezTo>
                    <a:pt x="22288" y="1"/>
                    <a:pt x="19527" y="3498"/>
                    <a:pt x="18362" y="4927"/>
                  </a:cubicBezTo>
                  <a:cubicBezTo>
                    <a:pt x="18236" y="5078"/>
                    <a:pt x="18069" y="5152"/>
                    <a:pt x="17905" y="5152"/>
                  </a:cubicBezTo>
                  <a:cubicBezTo>
                    <a:pt x="17720" y="5152"/>
                    <a:pt x="17539" y="5058"/>
                    <a:pt x="17425" y="4873"/>
                  </a:cubicBezTo>
                  <a:cubicBezTo>
                    <a:pt x="16729" y="3776"/>
                    <a:pt x="15016" y="832"/>
                    <a:pt x="11831" y="751"/>
                  </a:cubicBezTo>
                  <a:cubicBezTo>
                    <a:pt x="11773" y="750"/>
                    <a:pt x="11715" y="749"/>
                    <a:pt x="11656" y="749"/>
                  </a:cubicBezTo>
                  <a:cubicBezTo>
                    <a:pt x="7196" y="749"/>
                    <a:pt x="1" y="4686"/>
                    <a:pt x="1" y="4686"/>
                  </a:cubicBezTo>
                  <a:lnTo>
                    <a:pt x="322" y="5837"/>
                  </a:lnTo>
                  <a:lnTo>
                    <a:pt x="17746" y="6613"/>
                  </a:lnTo>
                  <a:lnTo>
                    <a:pt x="35010" y="5917"/>
                  </a:lnTo>
                  <a:lnTo>
                    <a:pt x="35813" y="4151"/>
                  </a:lnTo>
                  <a:cubicBezTo>
                    <a:pt x="35813" y="4151"/>
                    <a:pt x="30942" y="109"/>
                    <a:pt x="26097" y="2"/>
                  </a:cubicBezTo>
                  <a:cubicBezTo>
                    <a:pt x="26056" y="1"/>
                    <a:pt x="26014" y="1"/>
                    <a:pt x="25973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1" name="Google Shape;4101;p73"/>
            <p:cNvSpPr/>
            <p:nvPr/>
          </p:nvSpPr>
          <p:spPr>
            <a:xfrm>
              <a:off x="8619325" y="1885213"/>
              <a:ext cx="164625" cy="95700"/>
            </a:xfrm>
            <a:custGeom>
              <a:avLst/>
              <a:gdLst/>
              <a:ahLst/>
              <a:cxnLst/>
              <a:rect l="l" t="t" r="r" b="b"/>
              <a:pathLst>
                <a:path w="6585" h="3828" extrusionOk="0">
                  <a:moveTo>
                    <a:pt x="0" y="0"/>
                  </a:moveTo>
                  <a:cubicBezTo>
                    <a:pt x="0" y="0"/>
                    <a:pt x="1981" y="215"/>
                    <a:pt x="6237" y="3828"/>
                  </a:cubicBezTo>
                  <a:lnTo>
                    <a:pt x="6585" y="3052"/>
                  </a:lnTo>
                  <a:cubicBezTo>
                    <a:pt x="2409" y="54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DDBE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2" name="Google Shape;4102;p73"/>
            <p:cNvSpPr/>
            <p:nvPr/>
          </p:nvSpPr>
          <p:spPr>
            <a:xfrm>
              <a:off x="8392475" y="1906913"/>
              <a:ext cx="215500" cy="70650"/>
            </a:xfrm>
            <a:custGeom>
              <a:avLst/>
              <a:gdLst/>
              <a:ahLst/>
              <a:cxnLst/>
              <a:rect l="l" t="t" r="r" b="b"/>
              <a:pathLst>
                <a:path w="8620" h="2826" extrusionOk="0">
                  <a:moveTo>
                    <a:pt x="6419" y="1"/>
                  </a:moveTo>
                  <a:cubicBezTo>
                    <a:pt x="4470" y="1"/>
                    <a:pt x="1680" y="468"/>
                    <a:pt x="1" y="2826"/>
                  </a:cubicBezTo>
                  <a:cubicBezTo>
                    <a:pt x="2448" y="1133"/>
                    <a:pt x="5378" y="201"/>
                    <a:pt x="8369" y="201"/>
                  </a:cubicBezTo>
                  <a:cubicBezTo>
                    <a:pt x="8452" y="201"/>
                    <a:pt x="8536" y="201"/>
                    <a:pt x="8619" y="203"/>
                  </a:cubicBezTo>
                  <a:cubicBezTo>
                    <a:pt x="8619" y="203"/>
                    <a:pt x="7701" y="1"/>
                    <a:pt x="6419" y="1"/>
                  </a:cubicBezTo>
                  <a:close/>
                </a:path>
              </a:pathLst>
            </a:custGeom>
            <a:solidFill>
              <a:srgbClr val="DDBE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73"/>
            <p:cNvSpPr/>
            <p:nvPr/>
          </p:nvSpPr>
          <p:spPr>
            <a:xfrm>
              <a:off x="8503550" y="1946063"/>
              <a:ext cx="211475" cy="31500"/>
            </a:xfrm>
            <a:custGeom>
              <a:avLst/>
              <a:gdLst/>
              <a:ahLst/>
              <a:cxnLst/>
              <a:rect l="l" t="t" r="r" b="b"/>
              <a:pathLst>
                <a:path w="8459" h="1260" extrusionOk="0">
                  <a:moveTo>
                    <a:pt x="4569" y="1"/>
                  </a:moveTo>
                  <a:cubicBezTo>
                    <a:pt x="2910" y="1"/>
                    <a:pt x="1235" y="418"/>
                    <a:pt x="1" y="1260"/>
                  </a:cubicBezTo>
                  <a:cubicBezTo>
                    <a:pt x="1670" y="822"/>
                    <a:pt x="3387" y="601"/>
                    <a:pt x="5107" y="601"/>
                  </a:cubicBezTo>
                  <a:cubicBezTo>
                    <a:pt x="6228" y="601"/>
                    <a:pt x="7349" y="695"/>
                    <a:pt x="8459" y="885"/>
                  </a:cubicBezTo>
                  <a:cubicBezTo>
                    <a:pt x="7357" y="297"/>
                    <a:pt x="5969" y="1"/>
                    <a:pt x="4569" y="1"/>
                  </a:cubicBezTo>
                  <a:close/>
                </a:path>
              </a:pathLst>
            </a:custGeom>
            <a:solidFill>
              <a:srgbClr val="DDBE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73"/>
            <p:cNvSpPr/>
            <p:nvPr/>
          </p:nvSpPr>
          <p:spPr>
            <a:xfrm>
              <a:off x="8094700" y="1876413"/>
              <a:ext cx="228875" cy="105850"/>
            </a:xfrm>
            <a:custGeom>
              <a:avLst/>
              <a:gdLst/>
              <a:ahLst/>
              <a:cxnLst/>
              <a:rect l="l" t="t" r="r" b="b"/>
              <a:pathLst>
                <a:path w="9155" h="4234" extrusionOk="0">
                  <a:moveTo>
                    <a:pt x="3064" y="0"/>
                  </a:moveTo>
                  <a:cubicBezTo>
                    <a:pt x="2046" y="0"/>
                    <a:pt x="1014" y="230"/>
                    <a:pt x="1" y="593"/>
                  </a:cubicBezTo>
                  <a:cubicBezTo>
                    <a:pt x="757" y="543"/>
                    <a:pt x="1481" y="469"/>
                    <a:pt x="2211" y="469"/>
                  </a:cubicBezTo>
                  <a:cubicBezTo>
                    <a:pt x="4219" y="469"/>
                    <a:pt x="6269" y="1034"/>
                    <a:pt x="9155" y="4233"/>
                  </a:cubicBezTo>
                  <a:cubicBezTo>
                    <a:pt x="7414" y="1082"/>
                    <a:pt x="5273" y="0"/>
                    <a:pt x="3064" y="0"/>
                  </a:cubicBezTo>
                  <a:close/>
                </a:path>
              </a:pathLst>
            </a:custGeom>
            <a:solidFill>
              <a:srgbClr val="DDBE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5" name="Google Shape;4105;p73"/>
            <p:cNvSpPr/>
            <p:nvPr/>
          </p:nvSpPr>
          <p:spPr>
            <a:xfrm>
              <a:off x="8324225" y="1967513"/>
              <a:ext cx="59575" cy="51700"/>
            </a:xfrm>
            <a:custGeom>
              <a:avLst/>
              <a:gdLst/>
              <a:ahLst/>
              <a:cxnLst/>
              <a:rect l="l" t="t" r="r" b="b"/>
              <a:pathLst>
                <a:path w="2383" h="2068" extrusionOk="0">
                  <a:moveTo>
                    <a:pt x="1018" y="0"/>
                  </a:moveTo>
                  <a:cubicBezTo>
                    <a:pt x="456" y="0"/>
                    <a:pt x="1" y="455"/>
                    <a:pt x="1" y="1044"/>
                  </a:cubicBezTo>
                  <a:cubicBezTo>
                    <a:pt x="1" y="1660"/>
                    <a:pt x="503" y="2068"/>
                    <a:pt x="1027" y="2068"/>
                  </a:cubicBezTo>
                  <a:cubicBezTo>
                    <a:pt x="1277" y="2068"/>
                    <a:pt x="1533" y="1975"/>
                    <a:pt x="1740" y="1767"/>
                  </a:cubicBezTo>
                  <a:cubicBezTo>
                    <a:pt x="2383" y="1098"/>
                    <a:pt x="1928" y="0"/>
                    <a:pt x="1018" y="0"/>
                  </a:cubicBezTo>
                  <a:close/>
                </a:path>
              </a:pathLst>
            </a:custGeom>
            <a:solidFill>
              <a:srgbClr val="7C4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6" name="Google Shape;4106;p73"/>
            <p:cNvSpPr/>
            <p:nvPr/>
          </p:nvSpPr>
          <p:spPr>
            <a:xfrm>
              <a:off x="8330250" y="1974863"/>
              <a:ext cx="46875" cy="39875"/>
            </a:xfrm>
            <a:custGeom>
              <a:avLst/>
              <a:gdLst/>
              <a:ahLst/>
              <a:cxnLst/>
              <a:rect l="l" t="t" r="r" b="b"/>
              <a:pathLst>
                <a:path w="1875" h="1595" extrusionOk="0">
                  <a:moveTo>
                    <a:pt x="830" y="1"/>
                  </a:moveTo>
                  <a:cubicBezTo>
                    <a:pt x="375" y="1"/>
                    <a:pt x="0" y="376"/>
                    <a:pt x="27" y="804"/>
                  </a:cubicBezTo>
                  <a:cubicBezTo>
                    <a:pt x="27" y="1290"/>
                    <a:pt x="416" y="1595"/>
                    <a:pt x="816" y="1595"/>
                  </a:cubicBezTo>
                  <a:cubicBezTo>
                    <a:pt x="1011" y="1595"/>
                    <a:pt x="1208" y="1523"/>
                    <a:pt x="1366" y="1366"/>
                  </a:cubicBezTo>
                  <a:cubicBezTo>
                    <a:pt x="1874" y="857"/>
                    <a:pt x="1526" y="1"/>
                    <a:pt x="830" y="1"/>
                  </a:cubicBezTo>
                  <a:close/>
                </a:path>
              </a:pathLst>
            </a:custGeom>
            <a:solidFill>
              <a:srgbClr val="492B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7" name="Google Shape;4107;p73"/>
            <p:cNvSpPr/>
            <p:nvPr/>
          </p:nvSpPr>
          <p:spPr>
            <a:xfrm>
              <a:off x="7873200" y="1973463"/>
              <a:ext cx="962325" cy="46525"/>
            </a:xfrm>
            <a:custGeom>
              <a:avLst/>
              <a:gdLst/>
              <a:ahLst/>
              <a:cxnLst/>
              <a:rect l="l" t="t" r="r" b="b"/>
              <a:pathLst>
                <a:path w="38493" h="1861" extrusionOk="0">
                  <a:moveTo>
                    <a:pt x="1183" y="1"/>
                  </a:moveTo>
                  <a:cubicBezTo>
                    <a:pt x="0" y="1"/>
                    <a:pt x="0" y="1799"/>
                    <a:pt x="1183" y="1799"/>
                  </a:cubicBezTo>
                  <a:cubicBezTo>
                    <a:pt x="1208" y="1799"/>
                    <a:pt x="1234" y="1798"/>
                    <a:pt x="1260" y="1797"/>
                  </a:cubicBezTo>
                  <a:lnTo>
                    <a:pt x="18015" y="1797"/>
                  </a:lnTo>
                  <a:cubicBezTo>
                    <a:pt x="18063" y="1845"/>
                    <a:pt x="18128" y="1861"/>
                    <a:pt x="18207" y="1861"/>
                  </a:cubicBezTo>
                  <a:cubicBezTo>
                    <a:pt x="18303" y="1861"/>
                    <a:pt x="18418" y="1838"/>
                    <a:pt x="18550" y="1823"/>
                  </a:cubicBezTo>
                  <a:cubicBezTo>
                    <a:pt x="18697" y="1838"/>
                    <a:pt x="18819" y="1861"/>
                    <a:pt x="18913" y="1861"/>
                  </a:cubicBezTo>
                  <a:cubicBezTo>
                    <a:pt x="18991" y="1861"/>
                    <a:pt x="19049" y="1845"/>
                    <a:pt x="19085" y="1797"/>
                  </a:cubicBezTo>
                  <a:lnTo>
                    <a:pt x="37259" y="1797"/>
                  </a:lnTo>
                  <a:cubicBezTo>
                    <a:pt x="37285" y="1798"/>
                    <a:pt x="37309" y="1799"/>
                    <a:pt x="37334" y="1799"/>
                  </a:cubicBezTo>
                  <a:cubicBezTo>
                    <a:pt x="38492" y="1799"/>
                    <a:pt x="38492" y="1"/>
                    <a:pt x="37334" y="1"/>
                  </a:cubicBezTo>
                  <a:cubicBezTo>
                    <a:pt x="37309" y="1"/>
                    <a:pt x="37285" y="2"/>
                    <a:pt x="37259" y="3"/>
                  </a:cubicBezTo>
                  <a:lnTo>
                    <a:pt x="18978" y="672"/>
                  </a:lnTo>
                  <a:lnTo>
                    <a:pt x="1260" y="3"/>
                  </a:lnTo>
                  <a:cubicBezTo>
                    <a:pt x="1234" y="2"/>
                    <a:pt x="1208" y="1"/>
                    <a:pt x="1183" y="1"/>
                  </a:cubicBezTo>
                  <a:close/>
                </a:path>
              </a:pathLst>
            </a:custGeom>
            <a:solidFill>
              <a:srgbClr val="683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8" name="Google Shape;4108;p73"/>
            <p:cNvSpPr/>
            <p:nvPr/>
          </p:nvSpPr>
          <p:spPr>
            <a:xfrm>
              <a:off x="8105425" y="1978213"/>
              <a:ext cx="571475" cy="41775"/>
            </a:xfrm>
            <a:custGeom>
              <a:avLst/>
              <a:gdLst/>
              <a:ahLst/>
              <a:cxnLst/>
              <a:rect l="l" t="t" r="r" b="b"/>
              <a:pathLst>
                <a:path w="22859" h="1671" extrusionOk="0">
                  <a:moveTo>
                    <a:pt x="22858" y="1"/>
                  </a:moveTo>
                  <a:lnTo>
                    <a:pt x="9689" y="482"/>
                  </a:lnTo>
                  <a:lnTo>
                    <a:pt x="0" y="134"/>
                  </a:lnTo>
                  <a:lnTo>
                    <a:pt x="0" y="134"/>
                  </a:lnTo>
                  <a:cubicBezTo>
                    <a:pt x="321" y="723"/>
                    <a:pt x="803" y="1232"/>
                    <a:pt x="1392" y="1607"/>
                  </a:cubicBezTo>
                  <a:lnTo>
                    <a:pt x="8753" y="1607"/>
                  </a:lnTo>
                  <a:cubicBezTo>
                    <a:pt x="8789" y="1655"/>
                    <a:pt x="8847" y="1671"/>
                    <a:pt x="8925" y="1671"/>
                  </a:cubicBezTo>
                  <a:cubicBezTo>
                    <a:pt x="9019" y="1671"/>
                    <a:pt x="9142" y="1648"/>
                    <a:pt x="9288" y="1633"/>
                  </a:cubicBezTo>
                  <a:cubicBezTo>
                    <a:pt x="9420" y="1648"/>
                    <a:pt x="9535" y="1671"/>
                    <a:pt x="9631" y="1671"/>
                  </a:cubicBezTo>
                  <a:cubicBezTo>
                    <a:pt x="9710" y="1671"/>
                    <a:pt x="9775" y="1655"/>
                    <a:pt x="9823" y="1607"/>
                  </a:cubicBezTo>
                  <a:lnTo>
                    <a:pt x="21413" y="1607"/>
                  </a:lnTo>
                  <a:cubicBezTo>
                    <a:pt x="22002" y="1205"/>
                    <a:pt x="22510" y="670"/>
                    <a:pt x="22858" y="1"/>
                  </a:cubicBezTo>
                  <a:close/>
                </a:path>
              </a:pathLst>
            </a:custGeom>
            <a:solidFill>
              <a:srgbClr val="7C49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09" name="Google Shape;4109;p73"/>
            <p:cNvGrpSpPr/>
            <p:nvPr/>
          </p:nvGrpSpPr>
          <p:grpSpPr>
            <a:xfrm>
              <a:off x="6674800" y="914963"/>
              <a:ext cx="825075" cy="1107450"/>
              <a:chOff x="6674800" y="914963"/>
              <a:chExt cx="825075" cy="1107450"/>
            </a:xfrm>
          </p:grpSpPr>
          <p:sp>
            <p:nvSpPr>
              <p:cNvPr id="4110" name="Google Shape;4110;p73"/>
              <p:cNvSpPr/>
              <p:nvPr/>
            </p:nvSpPr>
            <p:spPr>
              <a:xfrm>
                <a:off x="7071600" y="1363288"/>
                <a:ext cx="31475" cy="604925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24197" extrusionOk="0">
                    <a:moveTo>
                      <a:pt x="0" y="0"/>
                    </a:moveTo>
                    <a:lnTo>
                      <a:pt x="0" y="24196"/>
                    </a:lnTo>
                    <a:lnTo>
                      <a:pt x="1258" y="24196"/>
                    </a:ln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1" name="Google Shape;4111;p73"/>
              <p:cNvSpPr/>
              <p:nvPr/>
            </p:nvSpPr>
            <p:spPr>
              <a:xfrm>
                <a:off x="7071600" y="1363288"/>
                <a:ext cx="31475" cy="378750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15150" extrusionOk="0">
                    <a:moveTo>
                      <a:pt x="0" y="0"/>
                    </a:moveTo>
                    <a:lnTo>
                      <a:pt x="0" y="14346"/>
                    </a:lnTo>
                    <a:cubicBezTo>
                      <a:pt x="321" y="14748"/>
                      <a:pt x="750" y="15042"/>
                      <a:pt x="1258" y="15149"/>
                    </a:cubicBezTo>
                    <a:lnTo>
                      <a:pt x="12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2" name="Google Shape;4112;p73"/>
              <p:cNvSpPr/>
              <p:nvPr/>
            </p:nvSpPr>
            <p:spPr>
              <a:xfrm>
                <a:off x="6849450" y="1922013"/>
                <a:ext cx="475100" cy="100400"/>
              </a:xfrm>
              <a:custGeom>
                <a:avLst/>
                <a:gdLst/>
                <a:ahLst/>
                <a:cxnLst/>
                <a:rect l="l" t="t" r="r" b="b"/>
                <a:pathLst>
                  <a:path w="19004" h="4016" extrusionOk="0">
                    <a:moveTo>
                      <a:pt x="9582" y="0"/>
                    </a:moveTo>
                    <a:lnTo>
                      <a:pt x="0" y="4015"/>
                    </a:lnTo>
                    <a:lnTo>
                      <a:pt x="19004" y="4015"/>
                    </a:lnTo>
                    <a:lnTo>
                      <a:pt x="958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3" name="Google Shape;4113;p73"/>
              <p:cNvSpPr/>
              <p:nvPr/>
            </p:nvSpPr>
            <p:spPr>
              <a:xfrm>
                <a:off x="6694200" y="932363"/>
                <a:ext cx="785600" cy="448350"/>
              </a:xfrm>
              <a:custGeom>
                <a:avLst/>
                <a:gdLst/>
                <a:ahLst/>
                <a:cxnLst/>
                <a:rect l="l" t="t" r="r" b="b"/>
                <a:pathLst>
                  <a:path w="31424" h="17934" extrusionOk="0">
                    <a:moveTo>
                      <a:pt x="3882" y="0"/>
                    </a:moveTo>
                    <a:lnTo>
                      <a:pt x="0" y="17933"/>
                    </a:lnTo>
                    <a:lnTo>
                      <a:pt x="31423" y="17933"/>
                    </a:lnTo>
                    <a:lnTo>
                      <a:pt x="27569" y="0"/>
                    </a:lnTo>
                    <a:close/>
                  </a:path>
                </a:pathLst>
              </a:custGeom>
              <a:solidFill>
                <a:srgbClr val="A3141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4" name="Google Shape;4114;p73"/>
              <p:cNvSpPr/>
              <p:nvPr/>
            </p:nvSpPr>
            <p:spPr>
              <a:xfrm>
                <a:off x="6816650" y="961788"/>
                <a:ext cx="586200" cy="370850"/>
              </a:xfrm>
              <a:custGeom>
                <a:avLst/>
                <a:gdLst/>
                <a:ahLst/>
                <a:cxnLst/>
                <a:rect l="l" t="t" r="r" b="b"/>
                <a:pathLst>
                  <a:path w="23448" h="14834" extrusionOk="0">
                    <a:moveTo>
                      <a:pt x="54" y="1"/>
                    </a:moveTo>
                    <a:cubicBezTo>
                      <a:pt x="1" y="1071"/>
                      <a:pt x="81" y="2142"/>
                      <a:pt x="268" y="3186"/>
                    </a:cubicBezTo>
                    <a:cubicBezTo>
                      <a:pt x="1403" y="9841"/>
                      <a:pt x="6715" y="14833"/>
                      <a:pt x="12382" y="14833"/>
                    </a:cubicBezTo>
                    <a:cubicBezTo>
                      <a:pt x="12733" y="14833"/>
                      <a:pt x="13085" y="14814"/>
                      <a:pt x="13437" y="14775"/>
                    </a:cubicBezTo>
                    <a:cubicBezTo>
                      <a:pt x="19513" y="14106"/>
                      <a:pt x="23447" y="7790"/>
                      <a:pt x="22243" y="723"/>
                    </a:cubicBezTo>
                    <a:cubicBezTo>
                      <a:pt x="22216" y="483"/>
                      <a:pt x="22163" y="242"/>
                      <a:pt x="221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5" name="Google Shape;4115;p73"/>
              <p:cNvSpPr/>
              <p:nvPr/>
            </p:nvSpPr>
            <p:spPr>
              <a:xfrm>
                <a:off x="6774500" y="914963"/>
                <a:ext cx="625675" cy="28125"/>
              </a:xfrm>
              <a:custGeom>
                <a:avLst/>
                <a:gdLst/>
                <a:ahLst/>
                <a:cxnLst/>
                <a:rect l="l" t="t" r="r" b="b"/>
                <a:pathLst>
                  <a:path w="25027" h="1125" extrusionOk="0">
                    <a:moveTo>
                      <a:pt x="562" y="0"/>
                    </a:moveTo>
                    <a:cubicBezTo>
                      <a:pt x="241" y="0"/>
                      <a:pt x="0" y="268"/>
                      <a:pt x="0" y="589"/>
                    </a:cubicBezTo>
                    <a:cubicBezTo>
                      <a:pt x="0" y="883"/>
                      <a:pt x="241" y="1124"/>
                      <a:pt x="562" y="1124"/>
                    </a:cubicBezTo>
                    <a:lnTo>
                      <a:pt x="24464" y="1124"/>
                    </a:lnTo>
                    <a:cubicBezTo>
                      <a:pt x="24759" y="1124"/>
                      <a:pt x="24999" y="883"/>
                      <a:pt x="24999" y="589"/>
                    </a:cubicBezTo>
                    <a:cubicBezTo>
                      <a:pt x="25026" y="268"/>
                      <a:pt x="24785" y="0"/>
                      <a:pt x="24464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6" name="Google Shape;4116;p73"/>
              <p:cNvSpPr/>
              <p:nvPr/>
            </p:nvSpPr>
            <p:spPr>
              <a:xfrm>
                <a:off x="6681475" y="1384338"/>
                <a:ext cx="811025" cy="99925"/>
              </a:xfrm>
              <a:custGeom>
                <a:avLst/>
                <a:gdLst/>
                <a:ahLst/>
                <a:cxnLst/>
                <a:rect l="l" t="t" r="r" b="b"/>
                <a:pathLst>
                  <a:path w="32441" h="3997" extrusionOk="0">
                    <a:moveTo>
                      <a:pt x="22012" y="0"/>
                    </a:moveTo>
                    <a:cubicBezTo>
                      <a:pt x="21831" y="0"/>
                      <a:pt x="21650" y="76"/>
                      <a:pt x="21521" y="229"/>
                    </a:cubicBezTo>
                    <a:cubicBezTo>
                      <a:pt x="21413" y="95"/>
                      <a:pt x="21253" y="15"/>
                      <a:pt x="21092" y="15"/>
                    </a:cubicBezTo>
                    <a:lnTo>
                      <a:pt x="20851" y="15"/>
                    </a:lnTo>
                    <a:cubicBezTo>
                      <a:pt x="20691" y="15"/>
                      <a:pt x="20557" y="68"/>
                      <a:pt x="20477" y="175"/>
                    </a:cubicBezTo>
                    <a:cubicBezTo>
                      <a:pt x="20370" y="68"/>
                      <a:pt x="20209" y="15"/>
                      <a:pt x="20075" y="15"/>
                    </a:cubicBezTo>
                    <a:lnTo>
                      <a:pt x="19941" y="15"/>
                    </a:lnTo>
                    <a:cubicBezTo>
                      <a:pt x="19674" y="15"/>
                      <a:pt x="19460" y="175"/>
                      <a:pt x="19379" y="416"/>
                    </a:cubicBezTo>
                    <a:cubicBezTo>
                      <a:pt x="19272" y="175"/>
                      <a:pt x="19031" y="15"/>
                      <a:pt x="18764" y="15"/>
                    </a:cubicBezTo>
                    <a:cubicBezTo>
                      <a:pt x="18550" y="15"/>
                      <a:pt x="18335" y="148"/>
                      <a:pt x="18202" y="336"/>
                    </a:cubicBezTo>
                    <a:cubicBezTo>
                      <a:pt x="18121" y="148"/>
                      <a:pt x="17907" y="15"/>
                      <a:pt x="17693" y="15"/>
                    </a:cubicBezTo>
                    <a:lnTo>
                      <a:pt x="17559" y="15"/>
                    </a:lnTo>
                    <a:cubicBezTo>
                      <a:pt x="17399" y="15"/>
                      <a:pt x="17265" y="68"/>
                      <a:pt x="17158" y="175"/>
                    </a:cubicBezTo>
                    <a:cubicBezTo>
                      <a:pt x="17051" y="68"/>
                      <a:pt x="16917" y="15"/>
                      <a:pt x="16783" y="15"/>
                    </a:cubicBezTo>
                    <a:lnTo>
                      <a:pt x="16542" y="15"/>
                    </a:lnTo>
                    <a:cubicBezTo>
                      <a:pt x="16355" y="15"/>
                      <a:pt x="16194" y="95"/>
                      <a:pt x="16114" y="229"/>
                    </a:cubicBezTo>
                    <a:cubicBezTo>
                      <a:pt x="15980" y="95"/>
                      <a:pt x="15819" y="15"/>
                      <a:pt x="15632" y="15"/>
                    </a:cubicBezTo>
                    <a:cubicBezTo>
                      <a:pt x="15498" y="215"/>
                      <a:pt x="15284" y="316"/>
                      <a:pt x="15073" y="316"/>
                    </a:cubicBezTo>
                    <a:cubicBezTo>
                      <a:pt x="14863" y="316"/>
                      <a:pt x="14655" y="215"/>
                      <a:pt x="14535" y="15"/>
                    </a:cubicBezTo>
                    <a:cubicBezTo>
                      <a:pt x="14294" y="15"/>
                      <a:pt x="14080" y="148"/>
                      <a:pt x="13973" y="336"/>
                    </a:cubicBezTo>
                    <a:cubicBezTo>
                      <a:pt x="13866" y="148"/>
                      <a:pt x="13651" y="15"/>
                      <a:pt x="13437" y="15"/>
                    </a:cubicBezTo>
                    <a:lnTo>
                      <a:pt x="13303" y="15"/>
                    </a:lnTo>
                    <a:cubicBezTo>
                      <a:pt x="13170" y="15"/>
                      <a:pt x="13009" y="68"/>
                      <a:pt x="12902" y="175"/>
                    </a:cubicBezTo>
                    <a:cubicBezTo>
                      <a:pt x="12822" y="68"/>
                      <a:pt x="12688" y="15"/>
                      <a:pt x="12527" y="15"/>
                    </a:cubicBezTo>
                    <a:lnTo>
                      <a:pt x="12286" y="15"/>
                    </a:lnTo>
                    <a:cubicBezTo>
                      <a:pt x="12099" y="15"/>
                      <a:pt x="11912" y="122"/>
                      <a:pt x="11831" y="309"/>
                    </a:cubicBezTo>
                    <a:cubicBezTo>
                      <a:pt x="11698" y="122"/>
                      <a:pt x="11510" y="15"/>
                      <a:pt x="11296" y="15"/>
                    </a:cubicBezTo>
                    <a:cubicBezTo>
                      <a:pt x="11109" y="15"/>
                      <a:pt x="10921" y="95"/>
                      <a:pt x="10787" y="229"/>
                    </a:cubicBezTo>
                    <a:cubicBezTo>
                      <a:pt x="10707" y="95"/>
                      <a:pt x="10547" y="15"/>
                      <a:pt x="10359" y="15"/>
                    </a:cubicBezTo>
                    <a:lnTo>
                      <a:pt x="10118" y="15"/>
                    </a:lnTo>
                    <a:cubicBezTo>
                      <a:pt x="9985" y="15"/>
                      <a:pt x="9851" y="68"/>
                      <a:pt x="9744" y="175"/>
                    </a:cubicBezTo>
                    <a:cubicBezTo>
                      <a:pt x="9637" y="68"/>
                      <a:pt x="9503" y="15"/>
                      <a:pt x="9342" y="15"/>
                    </a:cubicBezTo>
                    <a:lnTo>
                      <a:pt x="9235" y="15"/>
                    </a:lnTo>
                    <a:cubicBezTo>
                      <a:pt x="8967" y="15"/>
                      <a:pt x="8753" y="175"/>
                      <a:pt x="8673" y="416"/>
                    </a:cubicBezTo>
                    <a:cubicBezTo>
                      <a:pt x="8560" y="148"/>
                      <a:pt x="8313" y="14"/>
                      <a:pt x="8065" y="14"/>
                    </a:cubicBezTo>
                    <a:cubicBezTo>
                      <a:pt x="7844" y="14"/>
                      <a:pt x="7622" y="121"/>
                      <a:pt x="7495" y="336"/>
                    </a:cubicBezTo>
                    <a:cubicBezTo>
                      <a:pt x="7415" y="148"/>
                      <a:pt x="7201" y="15"/>
                      <a:pt x="6987" y="15"/>
                    </a:cubicBezTo>
                    <a:lnTo>
                      <a:pt x="6853" y="15"/>
                    </a:lnTo>
                    <a:cubicBezTo>
                      <a:pt x="6692" y="15"/>
                      <a:pt x="6559" y="68"/>
                      <a:pt x="6451" y="175"/>
                    </a:cubicBezTo>
                    <a:cubicBezTo>
                      <a:pt x="6344" y="68"/>
                      <a:pt x="6211" y="15"/>
                      <a:pt x="6077" y="15"/>
                    </a:cubicBezTo>
                    <a:lnTo>
                      <a:pt x="5836" y="15"/>
                    </a:lnTo>
                    <a:cubicBezTo>
                      <a:pt x="5648" y="15"/>
                      <a:pt x="5488" y="95"/>
                      <a:pt x="5408" y="256"/>
                    </a:cubicBezTo>
                    <a:cubicBezTo>
                      <a:pt x="5271" y="94"/>
                      <a:pt x="5082" y="13"/>
                      <a:pt x="4898" y="13"/>
                    </a:cubicBezTo>
                    <a:cubicBezTo>
                      <a:pt x="4685" y="13"/>
                      <a:pt x="4478" y="121"/>
                      <a:pt x="4364" y="336"/>
                    </a:cubicBezTo>
                    <a:cubicBezTo>
                      <a:pt x="4257" y="148"/>
                      <a:pt x="4043" y="15"/>
                      <a:pt x="3828" y="15"/>
                    </a:cubicBezTo>
                    <a:cubicBezTo>
                      <a:pt x="3588" y="15"/>
                      <a:pt x="3373" y="148"/>
                      <a:pt x="3266" y="336"/>
                    </a:cubicBezTo>
                    <a:cubicBezTo>
                      <a:pt x="3159" y="148"/>
                      <a:pt x="2945" y="15"/>
                      <a:pt x="2731" y="15"/>
                    </a:cubicBezTo>
                    <a:lnTo>
                      <a:pt x="2597" y="15"/>
                    </a:lnTo>
                    <a:cubicBezTo>
                      <a:pt x="2463" y="15"/>
                      <a:pt x="2303" y="68"/>
                      <a:pt x="2196" y="175"/>
                    </a:cubicBezTo>
                    <a:cubicBezTo>
                      <a:pt x="2115" y="68"/>
                      <a:pt x="1955" y="15"/>
                      <a:pt x="1821" y="15"/>
                    </a:cubicBezTo>
                    <a:lnTo>
                      <a:pt x="1580" y="15"/>
                    </a:lnTo>
                    <a:cubicBezTo>
                      <a:pt x="1393" y="15"/>
                      <a:pt x="1259" y="95"/>
                      <a:pt x="1152" y="256"/>
                    </a:cubicBezTo>
                    <a:cubicBezTo>
                      <a:pt x="1018" y="95"/>
                      <a:pt x="857" y="15"/>
                      <a:pt x="670" y="15"/>
                    </a:cubicBezTo>
                    <a:cubicBezTo>
                      <a:pt x="295" y="15"/>
                      <a:pt x="1" y="309"/>
                      <a:pt x="1" y="684"/>
                    </a:cubicBezTo>
                    <a:lnTo>
                      <a:pt x="1" y="2798"/>
                    </a:lnTo>
                    <a:cubicBezTo>
                      <a:pt x="54" y="3160"/>
                      <a:pt x="349" y="3340"/>
                      <a:pt x="647" y="3340"/>
                    </a:cubicBezTo>
                    <a:cubicBezTo>
                      <a:pt x="944" y="3340"/>
                      <a:pt x="1246" y="3160"/>
                      <a:pt x="1312" y="2798"/>
                    </a:cubicBezTo>
                    <a:lnTo>
                      <a:pt x="1312" y="2209"/>
                    </a:lnTo>
                    <a:cubicBezTo>
                      <a:pt x="1393" y="2236"/>
                      <a:pt x="1473" y="2263"/>
                      <a:pt x="1553" y="2263"/>
                    </a:cubicBezTo>
                    <a:lnTo>
                      <a:pt x="1821" y="2263"/>
                    </a:lnTo>
                    <a:cubicBezTo>
                      <a:pt x="1875" y="2263"/>
                      <a:pt x="1928" y="2263"/>
                      <a:pt x="1982" y="2236"/>
                    </a:cubicBezTo>
                    <a:cubicBezTo>
                      <a:pt x="2008" y="2557"/>
                      <a:pt x="2276" y="2825"/>
                      <a:pt x="2597" y="2825"/>
                    </a:cubicBezTo>
                    <a:lnTo>
                      <a:pt x="2704" y="2825"/>
                    </a:lnTo>
                    <a:cubicBezTo>
                      <a:pt x="2892" y="2825"/>
                      <a:pt x="3025" y="2745"/>
                      <a:pt x="3159" y="2611"/>
                    </a:cubicBezTo>
                    <a:lnTo>
                      <a:pt x="3159" y="3414"/>
                    </a:lnTo>
                    <a:cubicBezTo>
                      <a:pt x="3079" y="3802"/>
                      <a:pt x="3440" y="3996"/>
                      <a:pt x="3805" y="3996"/>
                    </a:cubicBezTo>
                    <a:cubicBezTo>
                      <a:pt x="4170" y="3996"/>
                      <a:pt x="4538" y="3802"/>
                      <a:pt x="4471" y="3414"/>
                    </a:cubicBezTo>
                    <a:lnTo>
                      <a:pt x="4471" y="3280"/>
                    </a:lnTo>
                    <a:cubicBezTo>
                      <a:pt x="4578" y="3387"/>
                      <a:pt x="4738" y="3441"/>
                      <a:pt x="4899" y="3441"/>
                    </a:cubicBezTo>
                    <a:cubicBezTo>
                      <a:pt x="5274" y="3441"/>
                      <a:pt x="5568" y="3146"/>
                      <a:pt x="5568" y="2771"/>
                    </a:cubicBezTo>
                    <a:lnTo>
                      <a:pt x="5568" y="2183"/>
                    </a:lnTo>
                    <a:cubicBezTo>
                      <a:pt x="5648" y="2236"/>
                      <a:pt x="5729" y="2263"/>
                      <a:pt x="5836" y="2263"/>
                    </a:cubicBezTo>
                    <a:lnTo>
                      <a:pt x="6077" y="2263"/>
                    </a:lnTo>
                    <a:cubicBezTo>
                      <a:pt x="6130" y="2263"/>
                      <a:pt x="6211" y="2236"/>
                      <a:pt x="6264" y="2236"/>
                    </a:cubicBezTo>
                    <a:cubicBezTo>
                      <a:pt x="6264" y="2557"/>
                      <a:pt x="6532" y="2798"/>
                      <a:pt x="6853" y="2798"/>
                    </a:cubicBezTo>
                    <a:lnTo>
                      <a:pt x="6960" y="2798"/>
                    </a:lnTo>
                    <a:cubicBezTo>
                      <a:pt x="7147" y="2798"/>
                      <a:pt x="7308" y="2718"/>
                      <a:pt x="7415" y="2611"/>
                    </a:cubicBezTo>
                    <a:lnTo>
                      <a:pt x="7415" y="3414"/>
                    </a:lnTo>
                    <a:cubicBezTo>
                      <a:pt x="7335" y="3789"/>
                      <a:pt x="7696" y="3976"/>
                      <a:pt x="8061" y="3976"/>
                    </a:cubicBezTo>
                    <a:cubicBezTo>
                      <a:pt x="8425" y="3976"/>
                      <a:pt x="8793" y="3789"/>
                      <a:pt x="8727" y="3414"/>
                    </a:cubicBezTo>
                    <a:lnTo>
                      <a:pt x="8727" y="2504"/>
                    </a:lnTo>
                    <a:cubicBezTo>
                      <a:pt x="8834" y="2691"/>
                      <a:pt x="9021" y="2798"/>
                      <a:pt x="9208" y="2798"/>
                    </a:cubicBezTo>
                    <a:lnTo>
                      <a:pt x="9342" y="2798"/>
                    </a:lnTo>
                    <a:cubicBezTo>
                      <a:pt x="9663" y="2798"/>
                      <a:pt x="9931" y="2557"/>
                      <a:pt x="9931" y="2236"/>
                    </a:cubicBezTo>
                    <a:cubicBezTo>
                      <a:pt x="9985" y="2236"/>
                      <a:pt x="10065" y="2263"/>
                      <a:pt x="10118" y="2263"/>
                    </a:cubicBezTo>
                    <a:lnTo>
                      <a:pt x="10359" y="2263"/>
                    </a:lnTo>
                    <a:cubicBezTo>
                      <a:pt x="10466" y="2263"/>
                      <a:pt x="10547" y="2236"/>
                      <a:pt x="10627" y="2183"/>
                    </a:cubicBezTo>
                    <a:lnTo>
                      <a:pt x="10627" y="2771"/>
                    </a:lnTo>
                    <a:cubicBezTo>
                      <a:pt x="10694" y="3133"/>
                      <a:pt x="10988" y="3313"/>
                      <a:pt x="11283" y="3313"/>
                    </a:cubicBezTo>
                    <a:cubicBezTo>
                      <a:pt x="11577" y="3313"/>
                      <a:pt x="11872" y="3133"/>
                      <a:pt x="11938" y="2771"/>
                    </a:cubicBezTo>
                    <a:lnTo>
                      <a:pt x="11938" y="2129"/>
                    </a:lnTo>
                    <a:cubicBezTo>
                      <a:pt x="12045" y="2209"/>
                      <a:pt x="12153" y="2263"/>
                      <a:pt x="12286" y="2263"/>
                    </a:cubicBezTo>
                    <a:lnTo>
                      <a:pt x="12527" y="2263"/>
                    </a:lnTo>
                    <a:cubicBezTo>
                      <a:pt x="12581" y="2263"/>
                      <a:pt x="12634" y="2236"/>
                      <a:pt x="12715" y="2236"/>
                    </a:cubicBezTo>
                    <a:cubicBezTo>
                      <a:pt x="12715" y="2557"/>
                      <a:pt x="12982" y="2798"/>
                      <a:pt x="13303" y="2798"/>
                    </a:cubicBezTo>
                    <a:lnTo>
                      <a:pt x="13411" y="2798"/>
                    </a:lnTo>
                    <a:cubicBezTo>
                      <a:pt x="13598" y="2798"/>
                      <a:pt x="13732" y="2718"/>
                      <a:pt x="13866" y="2611"/>
                    </a:cubicBezTo>
                    <a:lnTo>
                      <a:pt x="13866" y="3414"/>
                    </a:lnTo>
                    <a:cubicBezTo>
                      <a:pt x="13785" y="3789"/>
                      <a:pt x="14147" y="3976"/>
                      <a:pt x="14511" y="3976"/>
                    </a:cubicBezTo>
                    <a:cubicBezTo>
                      <a:pt x="14876" y="3976"/>
                      <a:pt x="15244" y="3789"/>
                      <a:pt x="15177" y="3414"/>
                    </a:cubicBezTo>
                    <a:lnTo>
                      <a:pt x="15177" y="3253"/>
                    </a:lnTo>
                    <a:cubicBezTo>
                      <a:pt x="15284" y="3387"/>
                      <a:pt x="15445" y="3441"/>
                      <a:pt x="15605" y="3441"/>
                    </a:cubicBezTo>
                    <a:cubicBezTo>
                      <a:pt x="15980" y="3441"/>
                      <a:pt x="16274" y="3146"/>
                      <a:pt x="16274" y="2771"/>
                    </a:cubicBezTo>
                    <a:lnTo>
                      <a:pt x="16274" y="2183"/>
                    </a:lnTo>
                    <a:cubicBezTo>
                      <a:pt x="16355" y="2209"/>
                      <a:pt x="16435" y="2236"/>
                      <a:pt x="16542" y="2236"/>
                    </a:cubicBezTo>
                    <a:lnTo>
                      <a:pt x="16783" y="2236"/>
                    </a:lnTo>
                    <a:cubicBezTo>
                      <a:pt x="16837" y="2236"/>
                      <a:pt x="16917" y="2236"/>
                      <a:pt x="16970" y="2209"/>
                    </a:cubicBezTo>
                    <a:cubicBezTo>
                      <a:pt x="16970" y="2531"/>
                      <a:pt x="17238" y="2798"/>
                      <a:pt x="17559" y="2798"/>
                    </a:cubicBezTo>
                    <a:lnTo>
                      <a:pt x="17693" y="2798"/>
                    </a:lnTo>
                    <a:cubicBezTo>
                      <a:pt x="17854" y="2798"/>
                      <a:pt x="18014" y="2718"/>
                      <a:pt x="18121" y="2584"/>
                    </a:cubicBezTo>
                    <a:lnTo>
                      <a:pt x="18121" y="3387"/>
                    </a:lnTo>
                    <a:cubicBezTo>
                      <a:pt x="18054" y="3775"/>
                      <a:pt x="18416" y="3969"/>
                      <a:pt x="18777" y="3969"/>
                    </a:cubicBezTo>
                    <a:cubicBezTo>
                      <a:pt x="19138" y="3969"/>
                      <a:pt x="19500" y="3775"/>
                      <a:pt x="19433" y="3387"/>
                    </a:cubicBezTo>
                    <a:lnTo>
                      <a:pt x="19433" y="2504"/>
                    </a:lnTo>
                    <a:cubicBezTo>
                      <a:pt x="19540" y="2664"/>
                      <a:pt x="19727" y="2798"/>
                      <a:pt x="19941" y="2798"/>
                    </a:cubicBezTo>
                    <a:lnTo>
                      <a:pt x="20048" y="2798"/>
                    </a:lnTo>
                    <a:cubicBezTo>
                      <a:pt x="20370" y="2798"/>
                      <a:pt x="20637" y="2531"/>
                      <a:pt x="20637" y="2209"/>
                    </a:cubicBezTo>
                    <a:cubicBezTo>
                      <a:pt x="20718" y="2236"/>
                      <a:pt x="20771" y="2236"/>
                      <a:pt x="20825" y="2236"/>
                    </a:cubicBezTo>
                    <a:lnTo>
                      <a:pt x="21066" y="2236"/>
                    </a:lnTo>
                    <a:cubicBezTo>
                      <a:pt x="21173" y="2236"/>
                      <a:pt x="21253" y="2209"/>
                      <a:pt x="21333" y="2183"/>
                    </a:cubicBezTo>
                    <a:lnTo>
                      <a:pt x="21333" y="2771"/>
                    </a:lnTo>
                    <a:cubicBezTo>
                      <a:pt x="21400" y="3133"/>
                      <a:pt x="21701" y="3313"/>
                      <a:pt x="21999" y="3313"/>
                    </a:cubicBezTo>
                    <a:cubicBezTo>
                      <a:pt x="22297" y="3313"/>
                      <a:pt x="22591" y="3133"/>
                      <a:pt x="22645" y="2771"/>
                    </a:cubicBezTo>
                    <a:lnTo>
                      <a:pt x="22645" y="2584"/>
                    </a:lnTo>
                    <a:cubicBezTo>
                      <a:pt x="22752" y="2718"/>
                      <a:pt x="22939" y="2798"/>
                      <a:pt x="23100" y="2798"/>
                    </a:cubicBezTo>
                    <a:lnTo>
                      <a:pt x="23234" y="2798"/>
                    </a:lnTo>
                    <a:cubicBezTo>
                      <a:pt x="23394" y="2798"/>
                      <a:pt x="23555" y="2718"/>
                      <a:pt x="23662" y="2584"/>
                    </a:cubicBezTo>
                    <a:lnTo>
                      <a:pt x="23662" y="3387"/>
                    </a:lnTo>
                    <a:cubicBezTo>
                      <a:pt x="23595" y="3775"/>
                      <a:pt x="23963" y="3969"/>
                      <a:pt x="24328" y="3969"/>
                    </a:cubicBezTo>
                    <a:cubicBezTo>
                      <a:pt x="24692" y="3969"/>
                      <a:pt x="25054" y="3775"/>
                      <a:pt x="24973" y="3387"/>
                    </a:cubicBezTo>
                    <a:lnTo>
                      <a:pt x="24973" y="3253"/>
                    </a:lnTo>
                    <a:cubicBezTo>
                      <a:pt x="25107" y="3360"/>
                      <a:pt x="25241" y="3414"/>
                      <a:pt x="25402" y="3414"/>
                    </a:cubicBezTo>
                    <a:cubicBezTo>
                      <a:pt x="25776" y="3414"/>
                      <a:pt x="26071" y="3119"/>
                      <a:pt x="26071" y="2745"/>
                    </a:cubicBezTo>
                    <a:lnTo>
                      <a:pt x="26071" y="2156"/>
                    </a:lnTo>
                    <a:cubicBezTo>
                      <a:pt x="26151" y="2209"/>
                      <a:pt x="26258" y="2236"/>
                      <a:pt x="26338" y="2236"/>
                    </a:cubicBezTo>
                    <a:lnTo>
                      <a:pt x="26579" y="2236"/>
                    </a:lnTo>
                    <a:cubicBezTo>
                      <a:pt x="26660" y="2236"/>
                      <a:pt x="26713" y="2209"/>
                      <a:pt x="26767" y="2209"/>
                    </a:cubicBezTo>
                    <a:cubicBezTo>
                      <a:pt x="26767" y="2531"/>
                      <a:pt x="27034" y="2771"/>
                      <a:pt x="27355" y="2771"/>
                    </a:cubicBezTo>
                    <a:lnTo>
                      <a:pt x="27489" y="2771"/>
                    </a:lnTo>
                    <a:cubicBezTo>
                      <a:pt x="27650" y="2771"/>
                      <a:pt x="27810" y="2691"/>
                      <a:pt x="27918" y="2584"/>
                    </a:cubicBezTo>
                    <a:lnTo>
                      <a:pt x="27918" y="3387"/>
                    </a:lnTo>
                    <a:cubicBezTo>
                      <a:pt x="27851" y="3762"/>
                      <a:pt x="28219" y="3949"/>
                      <a:pt x="28583" y="3949"/>
                    </a:cubicBezTo>
                    <a:cubicBezTo>
                      <a:pt x="28948" y="3949"/>
                      <a:pt x="29309" y="3762"/>
                      <a:pt x="29229" y="3387"/>
                    </a:cubicBezTo>
                    <a:lnTo>
                      <a:pt x="29229" y="2477"/>
                    </a:lnTo>
                    <a:cubicBezTo>
                      <a:pt x="29336" y="2664"/>
                      <a:pt x="29523" y="2771"/>
                      <a:pt x="29738" y="2771"/>
                    </a:cubicBezTo>
                    <a:lnTo>
                      <a:pt x="29871" y="2771"/>
                    </a:lnTo>
                    <a:cubicBezTo>
                      <a:pt x="30193" y="2771"/>
                      <a:pt x="30433" y="2531"/>
                      <a:pt x="30460" y="2209"/>
                    </a:cubicBezTo>
                    <a:cubicBezTo>
                      <a:pt x="30514" y="2209"/>
                      <a:pt x="30567" y="2236"/>
                      <a:pt x="30621" y="2236"/>
                    </a:cubicBezTo>
                    <a:lnTo>
                      <a:pt x="30888" y="2236"/>
                    </a:lnTo>
                    <a:cubicBezTo>
                      <a:pt x="30969" y="2236"/>
                      <a:pt x="31049" y="2209"/>
                      <a:pt x="31129" y="2156"/>
                    </a:cubicBezTo>
                    <a:lnTo>
                      <a:pt x="31129" y="2745"/>
                    </a:lnTo>
                    <a:cubicBezTo>
                      <a:pt x="31210" y="3106"/>
                      <a:pt x="31504" y="3287"/>
                      <a:pt x="31795" y="3287"/>
                    </a:cubicBezTo>
                    <a:cubicBezTo>
                      <a:pt x="32086" y="3287"/>
                      <a:pt x="32374" y="3106"/>
                      <a:pt x="32441" y="2745"/>
                    </a:cubicBezTo>
                    <a:lnTo>
                      <a:pt x="32441" y="630"/>
                    </a:lnTo>
                    <a:cubicBezTo>
                      <a:pt x="32441" y="282"/>
                      <a:pt x="32146" y="15"/>
                      <a:pt x="31799" y="15"/>
                    </a:cubicBezTo>
                    <a:cubicBezTo>
                      <a:pt x="31611" y="15"/>
                      <a:pt x="31424" y="95"/>
                      <a:pt x="31290" y="256"/>
                    </a:cubicBezTo>
                    <a:cubicBezTo>
                      <a:pt x="31210" y="95"/>
                      <a:pt x="31049" y="15"/>
                      <a:pt x="30862" y="15"/>
                    </a:cubicBezTo>
                    <a:lnTo>
                      <a:pt x="30648" y="15"/>
                    </a:lnTo>
                    <a:cubicBezTo>
                      <a:pt x="30487" y="15"/>
                      <a:pt x="30353" y="68"/>
                      <a:pt x="30246" y="175"/>
                    </a:cubicBezTo>
                    <a:cubicBezTo>
                      <a:pt x="30139" y="68"/>
                      <a:pt x="30005" y="15"/>
                      <a:pt x="29871" y="15"/>
                    </a:cubicBezTo>
                    <a:lnTo>
                      <a:pt x="29738" y="15"/>
                    </a:lnTo>
                    <a:cubicBezTo>
                      <a:pt x="29497" y="15"/>
                      <a:pt x="29256" y="175"/>
                      <a:pt x="29175" y="416"/>
                    </a:cubicBezTo>
                    <a:cubicBezTo>
                      <a:pt x="29068" y="175"/>
                      <a:pt x="28828" y="15"/>
                      <a:pt x="28587" y="15"/>
                    </a:cubicBezTo>
                    <a:cubicBezTo>
                      <a:pt x="28346" y="15"/>
                      <a:pt x="28132" y="148"/>
                      <a:pt x="28025" y="363"/>
                    </a:cubicBezTo>
                    <a:cubicBezTo>
                      <a:pt x="27918" y="148"/>
                      <a:pt x="27703" y="15"/>
                      <a:pt x="27489" y="15"/>
                    </a:cubicBezTo>
                    <a:lnTo>
                      <a:pt x="27355" y="15"/>
                    </a:lnTo>
                    <a:cubicBezTo>
                      <a:pt x="27222" y="15"/>
                      <a:pt x="27088" y="68"/>
                      <a:pt x="26981" y="175"/>
                    </a:cubicBezTo>
                    <a:cubicBezTo>
                      <a:pt x="26874" y="68"/>
                      <a:pt x="26740" y="15"/>
                      <a:pt x="26606" y="15"/>
                    </a:cubicBezTo>
                    <a:lnTo>
                      <a:pt x="26338" y="15"/>
                    </a:lnTo>
                    <a:cubicBezTo>
                      <a:pt x="26178" y="15"/>
                      <a:pt x="26017" y="95"/>
                      <a:pt x="25910" y="256"/>
                    </a:cubicBezTo>
                    <a:cubicBezTo>
                      <a:pt x="25789" y="98"/>
                      <a:pt x="25612" y="22"/>
                      <a:pt x="25435" y="22"/>
                    </a:cubicBezTo>
                    <a:cubicBezTo>
                      <a:pt x="25223" y="22"/>
                      <a:pt x="25010" y="131"/>
                      <a:pt x="24893" y="336"/>
                    </a:cubicBezTo>
                    <a:cubicBezTo>
                      <a:pt x="24759" y="148"/>
                      <a:pt x="24545" y="15"/>
                      <a:pt x="24331" y="15"/>
                    </a:cubicBezTo>
                    <a:cubicBezTo>
                      <a:pt x="24090" y="15"/>
                      <a:pt x="23876" y="148"/>
                      <a:pt x="23769" y="363"/>
                    </a:cubicBezTo>
                    <a:cubicBezTo>
                      <a:pt x="23662" y="148"/>
                      <a:pt x="23474" y="15"/>
                      <a:pt x="23234" y="15"/>
                    </a:cubicBezTo>
                    <a:lnTo>
                      <a:pt x="23126" y="15"/>
                    </a:lnTo>
                    <a:cubicBezTo>
                      <a:pt x="22886" y="15"/>
                      <a:pt x="22671" y="148"/>
                      <a:pt x="22591" y="363"/>
                    </a:cubicBezTo>
                    <a:cubicBezTo>
                      <a:pt x="22471" y="123"/>
                      <a:pt x="22242" y="0"/>
                      <a:pt x="22012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7" name="Google Shape;4117;p73"/>
              <p:cNvSpPr/>
              <p:nvPr/>
            </p:nvSpPr>
            <p:spPr>
              <a:xfrm>
                <a:off x="6674800" y="1358588"/>
                <a:ext cx="825075" cy="36175"/>
              </a:xfrm>
              <a:custGeom>
                <a:avLst/>
                <a:gdLst/>
                <a:ahLst/>
                <a:cxnLst/>
                <a:rect l="l" t="t" r="r" b="b"/>
                <a:pathLst>
                  <a:path w="33003" h="1447" extrusionOk="0">
                    <a:moveTo>
                      <a:pt x="723" y="1"/>
                    </a:moveTo>
                    <a:cubicBezTo>
                      <a:pt x="321" y="1"/>
                      <a:pt x="0" y="322"/>
                      <a:pt x="0" y="723"/>
                    </a:cubicBezTo>
                    <a:cubicBezTo>
                      <a:pt x="0" y="1125"/>
                      <a:pt x="321" y="1446"/>
                      <a:pt x="723" y="1446"/>
                    </a:cubicBezTo>
                    <a:lnTo>
                      <a:pt x="32280" y="1446"/>
                    </a:lnTo>
                    <a:cubicBezTo>
                      <a:pt x="32681" y="1446"/>
                      <a:pt x="33002" y="1125"/>
                      <a:pt x="33002" y="723"/>
                    </a:cubicBezTo>
                    <a:cubicBezTo>
                      <a:pt x="33002" y="322"/>
                      <a:pt x="32681" y="1"/>
                      <a:pt x="32280" y="1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8" name="Google Shape;4118;p73"/>
              <p:cNvSpPr/>
              <p:nvPr/>
            </p:nvSpPr>
            <p:spPr>
              <a:xfrm>
                <a:off x="6739025" y="1358588"/>
                <a:ext cx="701300" cy="36175"/>
              </a:xfrm>
              <a:custGeom>
                <a:avLst/>
                <a:gdLst/>
                <a:ahLst/>
                <a:cxnLst/>
                <a:rect l="l" t="t" r="r" b="b"/>
                <a:pathLst>
                  <a:path w="28052" h="1447" extrusionOk="0">
                    <a:moveTo>
                      <a:pt x="643" y="1"/>
                    </a:moveTo>
                    <a:cubicBezTo>
                      <a:pt x="295" y="1"/>
                      <a:pt x="1" y="295"/>
                      <a:pt x="1" y="670"/>
                    </a:cubicBezTo>
                    <a:lnTo>
                      <a:pt x="1" y="777"/>
                    </a:lnTo>
                    <a:cubicBezTo>
                      <a:pt x="1" y="1152"/>
                      <a:pt x="295" y="1446"/>
                      <a:pt x="643" y="1446"/>
                    </a:cubicBezTo>
                    <a:lnTo>
                      <a:pt x="27382" y="1446"/>
                    </a:lnTo>
                    <a:cubicBezTo>
                      <a:pt x="27757" y="1446"/>
                      <a:pt x="28051" y="1152"/>
                      <a:pt x="28051" y="777"/>
                    </a:cubicBezTo>
                    <a:lnTo>
                      <a:pt x="28051" y="670"/>
                    </a:lnTo>
                    <a:cubicBezTo>
                      <a:pt x="28051" y="295"/>
                      <a:pt x="27757" y="1"/>
                      <a:pt x="27382" y="1"/>
                    </a:cubicBezTo>
                    <a:close/>
                  </a:path>
                </a:pathLst>
              </a:custGeom>
              <a:solidFill>
                <a:srgbClr val="EFA5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9" name="Google Shape;4119;p73"/>
              <p:cNvSpPr/>
              <p:nvPr/>
            </p:nvSpPr>
            <p:spPr>
              <a:xfrm>
                <a:off x="6797925" y="1022688"/>
                <a:ext cx="182025" cy="295775"/>
              </a:xfrm>
              <a:custGeom>
                <a:avLst/>
                <a:gdLst/>
                <a:ahLst/>
                <a:cxnLst/>
                <a:rect l="l" t="t" r="r" b="b"/>
                <a:pathLst>
                  <a:path w="7281" h="11831" extrusionOk="0">
                    <a:moveTo>
                      <a:pt x="188" y="0"/>
                    </a:moveTo>
                    <a:cubicBezTo>
                      <a:pt x="187" y="1"/>
                      <a:pt x="0" y="4819"/>
                      <a:pt x="1258" y="7896"/>
                    </a:cubicBezTo>
                    <a:cubicBezTo>
                      <a:pt x="2543" y="11055"/>
                      <a:pt x="7280" y="11831"/>
                      <a:pt x="7280" y="11831"/>
                    </a:cubicBezTo>
                    <a:cubicBezTo>
                      <a:pt x="7280" y="11831"/>
                      <a:pt x="1553" y="8887"/>
                      <a:pt x="188" y="0"/>
                    </a:cubicBezTo>
                    <a:close/>
                  </a:path>
                </a:pathLst>
              </a:custGeom>
              <a:solidFill>
                <a:srgbClr val="C427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0" name="Google Shape;4120;p73"/>
              <p:cNvSpPr/>
              <p:nvPr/>
            </p:nvSpPr>
            <p:spPr>
              <a:xfrm>
                <a:off x="7236200" y="1093613"/>
                <a:ext cx="166625" cy="251625"/>
              </a:xfrm>
              <a:custGeom>
                <a:avLst/>
                <a:gdLst/>
                <a:ahLst/>
                <a:cxnLst/>
                <a:rect l="l" t="t" r="r" b="b"/>
                <a:pathLst>
                  <a:path w="6665" h="10065" extrusionOk="0">
                    <a:moveTo>
                      <a:pt x="6424" y="1"/>
                    </a:moveTo>
                    <a:cubicBezTo>
                      <a:pt x="6424" y="2"/>
                      <a:pt x="6370" y="5568"/>
                      <a:pt x="1" y="10064"/>
                    </a:cubicBezTo>
                    <a:cubicBezTo>
                      <a:pt x="1" y="10064"/>
                      <a:pt x="2998" y="8833"/>
                      <a:pt x="4685" y="6505"/>
                    </a:cubicBezTo>
                    <a:cubicBezTo>
                      <a:pt x="6665" y="3748"/>
                      <a:pt x="6424" y="2"/>
                      <a:pt x="6424" y="1"/>
                    </a:cubicBezTo>
                    <a:close/>
                  </a:path>
                </a:pathLst>
              </a:custGeom>
              <a:solidFill>
                <a:srgbClr val="C427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1" name="Google Shape;4121;p73"/>
              <p:cNvSpPr/>
              <p:nvPr/>
            </p:nvSpPr>
            <p:spPr>
              <a:xfrm>
                <a:off x="7265650" y="947738"/>
                <a:ext cx="84325" cy="267025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10681" extrusionOk="0">
                    <a:moveTo>
                      <a:pt x="3373" y="1"/>
                    </a:moveTo>
                    <a:lnTo>
                      <a:pt x="1740" y="188"/>
                    </a:lnTo>
                    <a:cubicBezTo>
                      <a:pt x="2677" y="7629"/>
                      <a:pt x="0" y="10680"/>
                      <a:pt x="0" y="10680"/>
                    </a:cubicBezTo>
                    <a:cubicBezTo>
                      <a:pt x="2061" y="8807"/>
                      <a:pt x="2918" y="6558"/>
                      <a:pt x="3373" y="1"/>
                    </a:cubicBezTo>
                    <a:close/>
                  </a:path>
                </a:pathLst>
              </a:custGeom>
              <a:solidFill>
                <a:srgbClr val="A3141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2" name="Google Shape;4122;p73"/>
              <p:cNvSpPr/>
              <p:nvPr/>
            </p:nvSpPr>
            <p:spPr>
              <a:xfrm>
                <a:off x="6946475" y="947738"/>
                <a:ext cx="59575" cy="267025"/>
              </a:xfrm>
              <a:custGeom>
                <a:avLst/>
                <a:gdLst/>
                <a:ahLst/>
                <a:cxnLst/>
                <a:rect l="l" t="t" r="r" b="b"/>
                <a:pathLst>
                  <a:path w="2383" h="10681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21" y="6558"/>
                      <a:pt x="937" y="8807"/>
                      <a:pt x="2382" y="10680"/>
                    </a:cubicBezTo>
                    <a:cubicBezTo>
                      <a:pt x="2382" y="10680"/>
                      <a:pt x="482" y="7629"/>
                      <a:pt x="1151" y="188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A3141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23" name="Google Shape;4123;p73"/>
            <p:cNvSpPr/>
            <p:nvPr/>
          </p:nvSpPr>
          <p:spPr>
            <a:xfrm>
              <a:off x="8006375" y="1917338"/>
              <a:ext cx="222200" cy="38150"/>
            </a:xfrm>
            <a:custGeom>
              <a:avLst/>
              <a:gdLst/>
              <a:ahLst/>
              <a:cxnLst/>
              <a:rect l="l" t="t" r="r" b="b"/>
              <a:pathLst>
                <a:path w="8888" h="1526" extrusionOk="0">
                  <a:moveTo>
                    <a:pt x="5053" y="1"/>
                  </a:moveTo>
                  <a:cubicBezTo>
                    <a:pt x="3681" y="1"/>
                    <a:pt x="2039" y="413"/>
                    <a:pt x="1" y="1526"/>
                  </a:cubicBezTo>
                  <a:cubicBezTo>
                    <a:pt x="1330" y="1003"/>
                    <a:pt x="2846" y="687"/>
                    <a:pt x="4660" y="687"/>
                  </a:cubicBezTo>
                  <a:cubicBezTo>
                    <a:pt x="5914" y="687"/>
                    <a:pt x="7311" y="838"/>
                    <a:pt x="8887" y="1178"/>
                  </a:cubicBezTo>
                  <a:cubicBezTo>
                    <a:pt x="7832" y="536"/>
                    <a:pt x="6617" y="1"/>
                    <a:pt x="5053" y="1"/>
                  </a:cubicBezTo>
                  <a:close/>
                </a:path>
              </a:pathLst>
            </a:custGeom>
            <a:solidFill>
              <a:srgbClr val="DDBE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4" name="Google Shape;4124;p73"/>
            <p:cNvSpPr/>
            <p:nvPr/>
          </p:nvSpPr>
          <p:spPr>
            <a:xfrm>
              <a:off x="6618575" y="2007663"/>
              <a:ext cx="3066700" cy="1590575"/>
            </a:xfrm>
            <a:custGeom>
              <a:avLst/>
              <a:gdLst/>
              <a:ahLst/>
              <a:cxnLst/>
              <a:rect l="l" t="t" r="r" b="b"/>
              <a:pathLst>
                <a:path w="122668" h="63623" extrusionOk="0">
                  <a:moveTo>
                    <a:pt x="1" y="0"/>
                  </a:moveTo>
                  <a:lnTo>
                    <a:pt x="1098" y="63622"/>
                  </a:lnTo>
                  <a:lnTo>
                    <a:pt x="121704" y="63595"/>
                  </a:lnTo>
                  <a:lnTo>
                    <a:pt x="122668" y="0"/>
                  </a:ln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5" name="Google Shape;4125;p73"/>
            <p:cNvSpPr/>
            <p:nvPr/>
          </p:nvSpPr>
          <p:spPr>
            <a:xfrm>
              <a:off x="9534700" y="2006988"/>
              <a:ext cx="350000" cy="225525"/>
            </a:xfrm>
            <a:custGeom>
              <a:avLst/>
              <a:gdLst/>
              <a:ahLst/>
              <a:cxnLst/>
              <a:rect l="l" t="t" r="r" b="b"/>
              <a:pathLst>
                <a:path w="14000" h="9021" extrusionOk="0">
                  <a:moveTo>
                    <a:pt x="1" y="1"/>
                  </a:moveTo>
                  <a:lnTo>
                    <a:pt x="4123" y="9021"/>
                  </a:lnTo>
                  <a:cubicBezTo>
                    <a:pt x="8459" y="9021"/>
                    <a:pt x="7442" y="5327"/>
                    <a:pt x="7441" y="5327"/>
                  </a:cubicBezTo>
                  <a:lnTo>
                    <a:pt x="7441" y="5327"/>
                  </a:lnTo>
                  <a:cubicBezTo>
                    <a:pt x="7783" y="5368"/>
                    <a:pt x="8125" y="5388"/>
                    <a:pt x="8466" y="5388"/>
                  </a:cubicBezTo>
                  <a:cubicBezTo>
                    <a:pt x="9460" y="5388"/>
                    <a:pt x="10446" y="5218"/>
                    <a:pt x="11403" y="4899"/>
                  </a:cubicBezTo>
                  <a:cubicBezTo>
                    <a:pt x="13999" y="3882"/>
                    <a:pt x="13250" y="1"/>
                    <a:pt x="10466" y="1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6" name="Google Shape;4126;p73"/>
            <p:cNvSpPr/>
            <p:nvPr/>
          </p:nvSpPr>
          <p:spPr>
            <a:xfrm>
              <a:off x="9631050" y="2007663"/>
              <a:ext cx="242275" cy="123675"/>
            </a:xfrm>
            <a:custGeom>
              <a:avLst/>
              <a:gdLst/>
              <a:ahLst/>
              <a:cxnLst/>
              <a:rect l="l" t="t" r="r" b="b"/>
              <a:pathLst>
                <a:path w="9691" h="4947" extrusionOk="0">
                  <a:moveTo>
                    <a:pt x="1" y="0"/>
                  </a:moveTo>
                  <a:cubicBezTo>
                    <a:pt x="301" y="2998"/>
                    <a:pt x="2830" y="4946"/>
                    <a:pt x="5495" y="4946"/>
                  </a:cubicBezTo>
                  <a:cubicBezTo>
                    <a:pt x="6638" y="4946"/>
                    <a:pt x="7806" y="4588"/>
                    <a:pt x="8834" y="3801"/>
                  </a:cubicBezTo>
                  <a:cubicBezTo>
                    <a:pt x="9690" y="2302"/>
                    <a:pt x="8753" y="0"/>
                    <a:pt x="66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7" name="Google Shape;4127;p73"/>
            <p:cNvSpPr/>
            <p:nvPr/>
          </p:nvSpPr>
          <p:spPr>
            <a:xfrm>
              <a:off x="6423875" y="2006988"/>
              <a:ext cx="349975" cy="225525"/>
            </a:xfrm>
            <a:custGeom>
              <a:avLst/>
              <a:gdLst/>
              <a:ahLst/>
              <a:cxnLst/>
              <a:rect l="l" t="t" r="r" b="b"/>
              <a:pathLst>
                <a:path w="13999" h="9021" extrusionOk="0">
                  <a:moveTo>
                    <a:pt x="3533" y="1"/>
                  </a:moveTo>
                  <a:cubicBezTo>
                    <a:pt x="750" y="1"/>
                    <a:pt x="0" y="3882"/>
                    <a:pt x="2596" y="4899"/>
                  </a:cubicBezTo>
                  <a:cubicBezTo>
                    <a:pt x="3533" y="5218"/>
                    <a:pt x="4529" y="5388"/>
                    <a:pt x="5529" y="5388"/>
                  </a:cubicBezTo>
                  <a:cubicBezTo>
                    <a:pt x="5872" y="5388"/>
                    <a:pt x="6216" y="5368"/>
                    <a:pt x="6558" y="5327"/>
                  </a:cubicBezTo>
                  <a:lnTo>
                    <a:pt x="6558" y="5327"/>
                  </a:lnTo>
                  <a:cubicBezTo>
                    <a:pt x="6558" y="5327"/>
                    <a:pt x="5541" y="9021"/>
                    <a:pt x="9877" y="9021"/>
                  </a:cubicBezTo>
                  <a:lnTo>
                    <a:pt x="13999" y="1"/>
                  </a:ln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8" name="Google Shape;4128;p73"/>
            <p:cNvSpPr/>
            <p:nvPr/>
          </p:nvSpPr>
          <p:spPr>
            <a:xfrm>
              <a:off x="6618575" y="2007663"/>
              <a:ext cx="3066700" cy="68275"/>
            </a:xfrm>
            <a:custGeom>
              <a:avLst/>
              <a:gdLst/>
              <a:ahLst/>
              <a:cxnLst/>
              <a:rect l="l" t="t" r="r" b="b"/>
              <a:pathLst>
                <a:path w="122668" h="2731" extrusionOk="0">
                  <a:moveTo>
                    <a:pt x="1" y="0"/>
                  </a:moveTo>
                  <a:lnTo>
                    <a:pt x="55" y="2730"/>
                  </a:lnTo>
                  <a:lnTo>
                    <a:pt x="122641" y="2730"/>
                  </a:lnTo>
                  <a:lnTo>
                    <a:pt x="12266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9" name="Google Shape;4129;p73"/>
            <p:cNvSpPr/>
            <p:nvPr/>
          </p:nvSpPr>
          <p:spPr>
            <a:xfrm>
              <a:off x="6447950" y="3254263"/>
              <a:ext cx="534675" cy="441000"/>
            </a:xfrm>
            <a:custGeom>
              <a:avLst/>
              <a:gdLst/>
              <a:ahLst/>
              <a:cxnLst/>
              <a:rect l="l" t="t" r="r" b="b"/>
              <a:pathLst>
                <a:path w="21387" h="17640" extrusionOk="0">
                  <a:moveTo>
                    <a:pt x="12126" y="1"/>
                  </a:moveTo>
                  <a:cubicBezTo>
                    <a:pt x="6880" y="1"/>
                    <a:pt x="8164" y="11296"/>
                    <a:pt x="8164" y="11296"/>
                  </a:cubicBezTo>
                  <a:cubicBezTo>
                    <a:pt x="6157" y="11296"/>
                    <a:pt x="6050" y="13490"/>
                    <a:pt x="6050" y="13490"/>
                  </a:cubicBezTo>
                  <a:cubicBezTo>
                    <a:pt x="1" y="13490"/>
                    <a:pt x="1098" y="17639"/>
                    <a:pt x="1098" y="17639"/>
                  </a:cubicBezTo>
                  <a:lnTo>
                    <a:pt x="17425" y="17639"/>
                  </a:lnTo>
                  <a:cubicBezTo>
                    <a:pt x="17425" y="14079"/>
                    <a:pt x="21386" y="13865"/>
                    <a:pt x="21386" y="13865"/>
                  </a:cubicBezTo>
                  <a:cubicBezTo>
                    <a:pt x="21386" y="13865"/>
                    <a:pt x="17345" y="1"/>
                    <a:pt x="12126" y="1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0" name="Google Shape;4130;p73"/>
            <p:cNvSpPr/>
            <p:nvPr/>
          </p:nvSpPr>
          <p:spPr>
            <a:xfrm>
              <a:off x="9325925" y="3254263"/>
              <a:ext cx="534675" cy="441000"/>
            </a:xfrm>
            <a:custGeom>
              <a:avLst/>
              <a:gdLst/>
              <a:ahLst/>
              <a:cxnLst/>
              <a:rect l="l" t="t" r="r" b="b"/>
              <a:pathLst>
                <a:path w="21387" h="17640" extrusionOk="0">
                  <a:moveTo>
                    <a:pt x="9262" y="1"/>
                  </a:moveTo>
                  <a:cubicBezTo>
                    <a:pt x="4042" y="1"/>
                    <a:pt x="1" y="13865"/>
                    <a:pt x="1" y="13865"/>
                  </a:cubicBezTo>
                  <a:cubicBezTo>
                    <a:pt x="1" y="13865"/>
                    <a:pt x="3962" y="14079"/>
                    <a:pt x="3962" y="17639"/>
                  </a:cubicBezTo>
                  <a:lnTo>
                    <a:pt x="20289" y="17639"/>
                  </a:lnTo>
                  <a:cubicBezTo>
                    <a:pt x="20289" y="17639"/>
                    <a:pt x="21387" y="13490"/>
                    <a:pt x="15337" y="13490"/>
                  </a:cubicBezTo>
                  <a:cubicBezTo>
                    <a:pt x="15337" y="13490"/>
                    <a:pt x="15230" y="11296"/>
                    <a:pt x="13223" y="11296"/>
                  </a:cubicBezTo>
                  <a:cubicBezTo>
                    <a:pt x="13223" y="11296"/>
                    <a:pt x="14508" y="1"/>
                    <a:pt x="9262" y="1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1" name="Google Shape;4131;p73"/>
            <p:cNvSpPr/>
            <p:nvPr/>
          </p:nvSpPr>
          <p:spPr>
            <a:xfrm>
              <a:off x="6696200" y="2114713"/>
              <a:ext cx="2910125" cy="1436000"/>
            </a:xfrm>
            <a:custGeom>
              <a:avLst/>
              <a:gdLst/>
              <a:ahLst/>
              <a:cxnLst/>
              <a:rect l="l" t="t" r="r" b="b"/>
              <a:pathLst>
                <a:path w="116405" h="57440" extrusionOk="0">
                  <a:moveTo>
                    <a:pt x="1" y="1"/>
                  </a:moveTo>
                  <a:lnTo>
                    <a:pt x="1071" y="57440"/>
                  </a:lnTo>
                  <a:lnTo>
                    <a:pt x="115521" y="57440"/>
                  </a:lnTo>
                  <a:lnTo>
                    <a:pt x="116405" y="1"/>
                  </a:lnTo>
                  <a:close/>
                </a:path>
              </a:pathLst>
            </a:custGeom>
            <a:solidFill>
              <a:srgbClr val="8942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2" name="Google Shape;4132;p73"/>
            <p:cNvSpPr/>
            <p:nvPr/>
          </p:nvSpPr>
          <p:spPr>
            <a:xfrm>
              <a:off x="6696200" y="2114713"/>
              <a:ext cx="2910125" cy="1013775"/>
            </a:xfrm>
            <a:custGeom>
              <a:avLst/>
              <a:gdLst/>
              <a:ahLst/>
              <a:cxnLst/>
              <a:rect l="l" t="t" r="r" b="b"/>
              <a:pathLst>
                <a:path w="116405" h="40551" extrusionOk="0">
                  <a:moveTo>
                    <a:pt x="1" y="1"/>
                  </a:moveTo>
                  <a:lnTo>
                    <a:pt x="697" y="37178"/>
                  </a:lnTo>
                  <a:cubicBezTo>
                    <a:pt x="12420" y="23260"/>
                    <a:pt x="33217" y="11804"/>
                    <a:pt x="56931" y="11804"/>
                  </a:cubicBezTo>
                  <a:cubicBezTo>
                    <a:pt x="82492" y="11804"/>
                    <a:pt x="104681" y="24786"/>
                    <a:pt x="115762" y="40551"/>
                  </a:cubicBezTo>
                  <a:lnTo>
                    <a:pt x="116405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3" name="Google Shape;4133;p73"/>
            <p:cNvSpPr/>
            <p:nvPr/>
          </p:nvSpPr>
          <p:spPr>
            <a:xfrm>
              <a:off x="6721625" y="3501838"/>
              <a:ext cx="2863300" cy="48875"/>
            </a:xfrm>
            <a:custGeom>
              <a:avLst/>
              <a:gdLst/>
              <a:ahLst/>
              <a:cxnLst/>
              <a:rect l="l" t="t" r="r" b="b"/>
              <a:pathLst>
                <a:path w="114532" h="1955" extrusionOk="0">
                  <a:moveTo>
                    <a:pt x="1" y="1"/>
                  </a:moveTo>
                  <a:lnTo>
                    <a:pt x="54" y="1955"/>
                  </a:lnTo>
                  <a:lnTo>
                    <a:pt x="114504" y="1955"/>
                  </a:lnTo>
                  <a:lnTo>
                    <a:pt x="114531" y="1"/>
                  </a:ln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4" name="Google Shape;4134;p73"/>
            <p:cNvSpPr/>
            <p:nvPr/>
          </p:nvSpPr>
          <p:spPr>
            <a:xfrm>
              <a:off x="7455675" y="2114713"/>
              <a:ext cx="147250" cy="1436000"/>
            </a:xfrm>
            <a:custGeom>
              <a:avLst/>
              <a:gdLst/>
              <a:ahLst/>
              <a:cxnLst/>
              <a:rect l="l" t="t" r="r" b="b"/>
              <a:pathLst>
                <a:path w="5890" h="57440" extrusionOk="0">
                  <a:moveTo>
                    <a:pt x="1" y="1"/>
                  </a:moveTo>
                  <a:lnTo>
                    <a:pt x="483" y="57440"/>
                  </a:lnTo>
                  <a:lnTo>
                    <a:pt x="5488" y="57440"/>
                  </a:lnTo>
                  <a:lnTo>
                    <a:pt x="5889" y="1"/>
                  </a:ln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5" name="Google Shape;4135;p73"/>
            <p:cNvSpPr/>
            <p:nvPr/>
          </p:nvSpPr>
          <p:spPr>
            <a:xfrm>
              <a:off x="8704975" y="2114713"/>
              <a:ext cx="133850" cy="1436000"/>
            </a:xfrm>
            <a:custGeom>
              <a:avLst/>
              <a:gdLst/>
              <a:ahLst/>
              <a:cxnLst/>
              <a:rect l="l" t="t" r="r" b="b"/>
              <a:pathLst>
                <a:path w="5354" h="57440" extrusionOk="0">
                  <a:moveTo>
                    <a:pt x="0" y="1"/>
                  </a:moveTo>
                  <a:lnTo>
                    <a:pt x="455" y="57440"/>
                  </a:lnTo>
                  <a:lnTo>
                    <a:pt x="4979" y="57440"/>
                  </a:lnTo>
                  <a:lnTo>
                    <a:pt x="5353" y="1"/>
                  </a:ln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6" name="Google Shape;4136;p73"/>
            <p:cNvSpPr/>
            <p:nvPr/>
          </p:nvSpPr>
          <p:spPr>
            <a:xfrm>
              <a:off x="6696200" y="2114713"/>
              <a:ext cx="2910125" cy="1436000"/>
            </a:xfrm>
            <a:custGeom>
              <a:avLst/>
              <a:gdLst/>
              <a:ahLst/>
              <a:cxnLst/>
              <a:rect l="l" t="t" r="r" b="b"/>
              <a:pathLst>
                <a:path w="116405" h="57440" extrusionOk="0">
                  <a:moveTo>
                    <a:pt x="1" y="1"/>
                  </a:moveTo>
                  <a:lnTo>
                    <a:pt x="1071" y="57440"/>
                  </a:lnTo>
                  <a:lnTo>
                    <a:pt x="2383" y="57440"/>
                  </a:lnTo>
                  <a:lnTo>
                    <a:pt x="2410" y="2196"/>
                  </a:lnTo>
                  <a:lnTo>
                    <a:pt x="113273" y="1901"/>
                  </a:lnTo>
                  <a:lnTo>
                    <a:pt x="113674" y="57440"/>
                  </a:lnTo>
                  <a:lnTo>
                    <a:pt x="115521" y="57440"/>
                  </a:lnTo>
                  <a:lnTo>
                    <a:pt x="116405" y="1"/>
                  </a:ln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7" name="Google Shape;4137;p73"/>
            <p:cNvSpPr/>
            <p:nvPr/>
          </p:nvSpPr>
          <p:spPr>
            <a:xfrm>
              <a:off x="9738125" y="2022388"/>
              <a:ext cx="107750" cy="91825"/>
            </a:xfrm>
            <a:custGeom>
              <a:avLst/>
              <a:gdLst/>
              <a:ahLst/>
              <a:cxnLst/>
              <a:rect l="l" t="t" r="r" b="b"/>
              <a:pathLst>
                <a:path w="4310" h="3673" extrusionOk="0">
                  <a:moveTo>
                    <a:pt x="1847" y="0"/>
                  </a:moveTo>
                  <a:cubicBezTo>
                    <a:pt x="830" y="0"/>
                    <a:pt x="0" y="803"/>
                    <a:pt x="0" y="1820"/>
                  </a:cubicBezTo>
                  <a:cubicBezTo>
                    <a:pt x="0" y="2942"/>
                    <a:pt x="906" y="3672"/>
                    <a:pt x="1848" y="3672"/>
                  </a:cubicBezTo>
                  <a:cubicBezTo>
                    <a:pt x="2299" y="3672"/>
                    <a:pt x="2759" y="3505"/>
                    <a:pt x="3132" y="3132"/>
                  </a:cubicBezTo>
                  <a:cubicBezTo>
                    <a:pt x="4310" y="1981"/>
                    <a:pt x="3480" y="0"/>
                    <a:pt x="1847" y="0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8" name="Google Shape;4138;p73"/>
            <p:cNvSpPr/>
            <p:nvPr/>
          </p:nvSpPr>
          <p:spPr>
            <a:xfrm>
              <a:off x="6431900" y="2007663"/>
              <a:ext cx="295775" cy="118450"/>
            </a:xfrm>
            <a:custGeom>
              <a:avLst/>
              <a:gdLst/>
              <a:ahLst/>
              <a:cxnLst/>
              <a:rect l="l" t="t" r="r" b="b"/>
              <a:pathLst>
                <a:path w="11831" h="4738" extrusionOk="0">
                  <a:moveTo>
                    <a:pt x="3212" y="0"/>
                  </a:moveTo>
                  <a:cubicBezTo>
                    <a:pt x="937" y="0"/>
                    <a:pt x="0" y="2570"/>
                    <a:pt x="1178" y="4069"/>
                  </a:cubicBezTo>
                  <a:cubicBezTo>
                    <a:pt x="2249" y="4524"/>
                    <a:pt x="3400" y="4738"/>
                    <a:pt x="4577" y="4738"/>
                  </a:cubicBezTo>
                  <a:cubicBezTo>
                    <a:pt x="8191" y="4738"/>
                    <a:pt x="11188" y="2704"/>
                    <a:pt x="1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9" name="Google Shape;4139;p73"/>
            <p:cNvSpPr/>
            <p:nvPr/>
          </p:nvSpPr>
          <p:spPr>
            <a:xfrm>
              <a:off x="6481425" y="2031088"/>
              <a:ext cx="75625" cy="76300"/>
            </a:xfrm>
            <a:custGeom>
              <a:avLst/>
              <a:gdLst/>
              <a:ahLst/>
              <a:cxnLst/>
              <a:rect l="l" t="t" r="r" b="b"/>
              <a:pathLst>
                <a:path w="3025" h="3052" extrusionOk="0">
                  <a:moveTo>
                    <a:pt x="1499" y="0"/>
                  </a:moveTo>
                  <a:cubicBezTo>
                    <a:pt x="669" y="0"/>
                    <a:pt x="0" y="696"/>
                    <a:pt x="0" y="1526"/>
                  </a:cubicBezTo>
                  <a:cubicBezTo>
                    <a:pt x="0" y="2356"/>
                    <a:pt x="669" y="3051"/>
                    <a:pt x="1499" y="3051"/>
                  </a:cubicBezTo>
                  <a:cubicBezTo>
                    <a:pt x="2329" y="3051"/>
                    <a:pt x="3025" y="2356"/>
                    <a:pt x="3025" y="1526"/>
                  </a:cubicBezTo>
                  <a:cubicBezTo>
                    <a:pt x="3025" y="696"/>
                    <a:pt x="2329" y="0"/>
                    <a:pt x="1499" y="0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0" name="Google Shape;4140;p73"/>
            <p:cNvSpPr/>
            <p:nvPr/>
          </p:nvSpPr>
          <p:spPr>
            <a:xfrm>
              <a:off x="6474050" y="3535963"/>
              <a:ext cx="269025" cy="133850"/>
            </a:xfrm>
            <a:custGeom>
              <a:avLst/>
              <a:gdLst/>
              <a:ahLst/>
              <a:cxnLst/>
              <a:rect l="l" t="t" r="r" b="b"/>
              <a:pathLst>
                <a:path w="10761" h="5354" extrusionOk="0">
                  <a:moveTo>
                    <a:pt x="7120" y="1"/>
                  </a:moveTo>
                  <a:lnTo>
                    <a:pt x="7120" y="28"/>
                  </a:lnTo>
                  <a:cubicBezTo>
                    <a:pt x="5113" y="28"/>
                    <a:pt x="5006" y="2222"/>
                    <a:pt x="5006" y="2222"/>
                  </a:cubicBezTo>
                  <a:cubicBezTo>
                    <a:pt x="1044" y="2222"/>
                    <a:pt x="161" y="3989"/>
                    <a:pt x="1" y="5220"/>
                  </a:cubicBezTo>
                  <a:cubicBezTo>
                    <a:pt x="804" y="5300"/>
                    <a:pt x="1633" y="5354"/>
                    <a:pt x="2436" y="5354"/>
                  </a:cubicBezTo>
                  <a:cubicBezTo>
                    <a:pt x="7040" y="5354"/>
                    <a:pt x="10760" y="4042"/>
                    <a:pt x="10760" y="2410"/>
                  </a:cubicBezTo>
                  <a:cubicBezTo>
                    <a:pt x="10760" y="1419"/>
                    <a:pt x="9315" y="509"/>
                    <a:pt x="71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1" name="Google Shape;4141;p73"/>
            <p:cNvSpPr/>
            <p:nvPr/>
          </p:nvSpPr>
          <p:spPr>
            <a:xfrm>
              <a:off x="9572175" y="3536638"/>
              <a:ext cx="288425" cy="158625"/>
            </a:xfrm>
            <a:custGeom>
              <a:avLst/>
              <a:gdLst/>
              <a:ahLst/>
              <a:cxnLst/>
              <a:rect l="l" t="t" r="r" b="b"/>
              <a:pathLst>
                <a:path w="11537" h="6345" extrusionOk="0">
                  <a:moveTo>
                    <a:pt x="3427" y="1"/>
                  </a:moveTo>
                  <a:cubicBezTo>
                    <a:pt x="1366" y="777"/>
                    <a:pt x="1" y="2115"/>
                    <a:pt x="1" y="3614"/>
                  </a:cubicBezTo>
                  <a:cubicBezTo>
                    <a:pt x="1" y="4631"/>
                    <a:pt x="670" y="5595"/>
                    <a:pt x="1714" y="6344"/>
                  </a:cubicBezTo>
                  <a:lnTo>
                    <a:pt x="10412" y="6344"/>
                  </a:lnTo>
                  <a:cubicBezTo>
                    <a:pt x="10412" y="6344"/>
                    <a:pt x="11537" y="2195"/>
                    <a:pt x="5487" y="2195"/>
                  </a:cubicBezTo>
                  <a:cubicBezTo>
                    <a:pt x="5487" y="2195"/>
                    <a:pt x="5380" y="54"/>
                    <a:pt x="34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2" name="Google Shape;4142;p73"/>
            <p:cNvSpPr/>
            <p:nvPr/>
          </p:nvSpPr>
          <p:spPr>
            <a:xfrm>
              <a:off x="7644375" y="2203713"/>
              <a:ext cx="1012450" cy="1256000"/>
            </a:xfrm>
            <a:custGeom>
              <a:avLst/>
              <a:gdLst/>
              <a:ahLst/>
              <a:cxnLst/>
              <a:rect l="l" t="t" r="r" b="b"/>
              <a:pathLst>
                <a:path w="40498" h="50240" extrusionOk="0">
                  <a:moveTo>
                    <a:pt x="39105" y="1098"/>
                  </a:moveTo>
                  <a:lnTo>
                    <a:pt x="38570" y="47884"/>
                  </a:lnTo>
                  <a:lnTo>
                    <a:pt x="1393" y="48580"/>
                  </a:lnTo>
                  <a:lnTo>
                    <a:pt x="1393" y="48580"/>
                  </a:lnTo>
                  <a:lnTo>
                    <a:pt x="1901" y="1767"/>
                  </a:lnTo>
                  <a:lnTo>
                    <a:pt x="39105" y="1098"/>
                  </a:lnTo>
                  <a:close/>
                  <a:moveTo>
                    <a:pt x="1" y="1"/>
                  </a:moveTo>
                  <a:lnTo>
                    <a:pt x="1" y="50240"/>
                  </a:lnTo>
                  <a:lnTo>
                    <a:pt x="40497" y="50240"/>
                  </a:lnTo>
                  <a:lnTo>
                    <a:pt x="40497" y="1"/>
                  </a:ln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3" name="Google Shape;4143;p73"/>
            <p:cNvSpPr/>
            <p:nvPr/>
          </p:nvSpPr>
          <p:spPr>
            <a:xfrm>
              <a:off x="6797925" y="2203713"/>
              <a:ext cx="622975" cy="1256000"/>
            </a:xfrm>
            <a:custGeom>
              <a:avLst/>
              <a:gdLst/>
              <a:ahLst/>
              <a:cxnLst/>
              <a:rect l="l" t="t" r="r" b="b"/>
              <a:pathLst>
                <a:path w="24919" h="50240" extrusionOk="0">
                  <a:moveTo>
                    <a:pt x="1365" y="1500"/>
                  </a:moveTo>
                  <a:lnTo>
                    <a:pt x="24062" y="1660"/>
                  </a:lnTo>
                  <a:lnTo>
                    <a:pt x="23527" y="48875"/>
                  </a:lnTo>
                  <a:lnTo>
                    <a:pt x="830" y="49142"/>
                  </a:lnTo>
                  <a:lnTo>
                    <a:pt x="1365" y="1500"/>
                  </a:lnTo>
                  <a:close/>
                  <a:moveTo>
                    <a:pt x="0" y="1"/>
                  </a:moveTo>
                  <a:lnTo>
                    <a:pt x="0" y="50240"/>
                  </a:lnTo>
                  <a:lnTo>
                    <a:pt x="24919" y="50240"/>
                  </a:lnTo>
                  <a:lnTo>
                    <a:pt x="24919" y="1"/>
                  </a:ln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4" name="Google Shape;4144;p73"/>
            <p:cNvSpPr/>
            <p:nvPr/>
          </p:nvSpPr>
          <p:spPr>
            <a:xfrm>
              <a:off x="8876950" y="2203713"/>
              <a:ext cx="622975" cy="1256000"/>
            </a:xfrm>
            <a:custGeom>
              <a:avLst/>
              <a:gdLst/>
              <a:ahLst/>
              <a:cxnLst/>
              <a:rect l="l" t="t" r="r" b="b"/>
              <a:pathLst>
                <a:path w="24919" h="50240" extrusionOk="0">
                  <a:moveTo>
                    <a:pt x="1365" y="1500"/>
                  </a:moveTo>
                  <a:lnTo>
                    <a:pt x="24062" y="1660"/>
                  </a:lnTo>
                  <a:lnTo>
                    <a:pt x="23527" y="48875"/>
                  </a:lnTo>
                  <a:lnTo>
                    <a:pt x="830" y="49142"/>
                  </a:lnTo>
                  <a:lnTo>
                    <a:pt x="1365" y="1500"/>
                  </a:lnTo>
                  <a:close/>
                  <a:moveTo>
                    <a:pt x="0" y="1"/>
                  </a:moveTo>
                  <a:lnTo>
                    <a:pt x="0" y="50240"/>
                  </a:lnTo>
                  <a:lnTo>
                    <a:pt x="24919" y="50240"/>
                  </a:lnTo>
                  <a:lnTo>
                    <a:pt x="24919" y="1"/>
                  </a:ln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5" name="Google Shape;4145;p73"/>
            <p:cNvSpPr/>
            <p:nvPr/>
          </p:nvSpPr>
          <p:spPr>
            <a:xfrm>
              <a:off x="7720000" y="2788538"/>
              <a:ext cx="764850" cy="598900"/>
            </a:xfrm>
            <a:custGeom>
              <a:avLst/>
              <a:gdLst/>
              <a:ahLst/>
              <a:cxnLst/>
              <a:rect l="l" t="t" r="r" b="b"/>
              <a:pathLst>
                <a:path w="30594" h="23956" extrusionOk="0">
                  <a:moveTo>
                    <a:pt x="0" y="1"/>
                  </a:moveTo>
                  <a:lnTo>
                    <a:pt x="0" y="23956"/>
                  </a:lnTo>
                  <a:lnTo>
                    <a:pt x="30593" y="23421"/>
                  </a:lnTo>
                  <a:cubicBezTo>
                    <a:pt x="30593" y="23421"/>
                    <a:pt x="7495" y="22377"/>
                    <a:pt x="4979" y="20369"/>
                  </a:cubicBezTo>
                  <a:cubicBezTo>
                    <a:pt x="1017" y="17265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B4A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6" name="Google Shape;4146;p73"/>
            <p:cNvSpPr/>
            <p:nvPr/>
          </p:nvSpPr>
          <p:spPr>
            <a:xfrm>
              <a:off x="8935150" y="2265288"/>
              <a:ext cx="523300" cy="812775"/>
            </a:xfrm>
            <a:custGeom>
              <a:avLst/>
              <a:gdLst/>
              <a:ahLst/>
              <a:cxnLst/>
              <a:rect l="l" t="t" r="r" b="b"/>
              <a:pathLst>
                <a:path w="20932" h="32511" extrusionOk="0">
                  <a:moveTo>
                    <a:pt x="20931" y="0"/>
                  </a:moveTo>
                  <a:lnTo>
                    <a:pt x="1" y="134"/>
                  </a:lnTo>
                  <a:lnTo>
                    <a:pt x="1" y="32493"/>
                  </a:lnTo>
                  <a:cubicBezTo>
                    <a:pt x="4" y="32505"/>
                    <a:pt x="7" y="32511"/>
                    <a:pt x="11" y="32511"/>
                  </a:cubicBezTo>
                  <a:cubicBezTo>
                    <a:pt x="271" y="32511"/>
                    <a:pt x="2207" y="5766"/>
                    <a:pt x="3025" y="4684"/>
                  </a:cubicBezTo>
                  <a:cubicBezTo>
                    <a:pt x="5407" y="1526"/>
                    <a:pt x="20931" y="0"/>
                    <a:pt x="20931" y="0"/>
                  </a:cubicBezTo>
                  <a:close/>
                </a:path>
              </a:pathLst>
            </a:custGeom>
            <a:solidFill>
              <a:srgbClr val="9B4A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7" name="Google Shape;4147;p73"/>
            <p:cNvSpPr/>
            <p:nvPr/>
          </p:nvSpPr>
          <p:spPr>
            <a:xfrm>
              <a:off x="6898950" y="2270638"/>
              <a:ext cx="457725" cy="812775"/>
            </a:xfrm>
            <a:custGeom>
              <a:avLst/>
              <a:gdLst/>
              <a:ahLst/>
              <a:cxnLst/>
              <a:rect l="l" t="t" r="r" b="b"/>
              <a:pathLst>
                <a:path w="18309" h="32511" extrusionOk="0">
                  <a:moveTo>
                    <a:pt x="1" y="0"/>
                  </a:moveTo>
                  <a:cubicBezTo>
                    <a:pt x="1" y="0"/>
                    <a:pt x="13598" y="1553"/>
                    <a:pt x="15659" y="4684"/>
                  </a:cubicBezTo>
                  <a:cubicBezTo>
                    <a:pt x="16371" y="5792"/>
                    <a:pt x="18097" y="32511"/>
                    <a:pt x="18301" y="32511"/>
                  </a:cubicBezTo>
                  <a:cubicBezTo>
                    <a:pt x="18304" y="32511"/>
                    <a:pt x="18306" y="32505"/>
                    <a:pt x="18308" y="32494"/>
                  </a:cubicBezTo>
                  <a:lnTo>
                    <a:pt x="18308" y="1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B4A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8" name="Google Shape;4148;p73"/>
            <p:cNvSpPr/>
            <p:nvPr/>
          </p:nvSpPr>
          <p:spPr>
            <a:xfrm>
              <a:off x="8117475" y="2270638"/>
              <a:ext cx="457700" cy="812775"/>
            </a:xfrm>
            <a:custGeom>
              <a:avLst/>
              <a:gdLst/>
              <a:ahLst/>
              <a:cxnLst/>
              <a:rect l="l" t="t" r="r" b="b"/>
              <a:pathLst>
                <a:path w="18308" h="32511" extrusionOk="0">
                  <a:moveTo>
                    <a:pt x="0" y="0"/>
                  </a:moveTo>
                  <a:cubicBezTo>
                    <a:pt x="0" y="0"/>
                    <a:pt x="13597" y="1553"/>
                    <a:pt x="15658" y="4684"/>
                  </a:cubicBezTo>
                  <a:cubicBezTo>
                    <a:pt x="16370" y="5792"/>
                    <a:pt x="18070" y="32511"/>
                    <a:pt x="18299" y="32511"/>
                  </a:cubicBezTo>
                  <a:cubicBezTo>
                    <a:pt x="18302" y="32511"/>
                    <a:pt x="18305" y="32505"/>
                    <a:pt x="18308" y="32494"/>
                  </a:cubicBezTo>
                  <a:lnTo>
                    <a:pt x="18308" y="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4A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9" name="Google Shape;4149;p73"/>
            <p:cNvSpPr/>
            <p:nvPr/>
          </p:nvSpPr>
          <p:spPr>
            <a:xfrm>
              <a:off x="9234250" y="2596513"/>
              <a:ext cx="347975" cy="928100"/>
            </a:xfrm>
            <a:custGeom>
              <a:avLst/>
              <a:gdLst/>
              <a:ahLst/>
              <a:cxnLst/>
              <a:rect l="l" t="t" r="r" b="b"/>
              <a:pathLst>
                <a:path w="13919" h="37124" extrusionOk="0">
                  <a:moveTo>
                    <a:pt x="13919" y="0"/>
                  </a:moveTo>
                  <a:cubicBezTo>
                    <a:pt x="7763" y="6343"/>
                    <a:pt x="5033" y="15497"/>
                    <a:pt x="2651" y="23607"/>
                  </a:cubicBezTo>
                  <a:lnTo>
                    <a:pt x="2597" y="23821"/>
                  </a:lnTo>
                  <a:cubicBezTo>
                    <a:pt x="1125" y="28746"/>
                    <a:pt x="295" y="33055"/>
                    <a:pt x="1" y="37124"/>
                  </a:cubicBezTo>
                  <a:lnTo>
                    <a:pt x="456" y="37124"/>
                  </a:lnTo>
                  <a:cubicBezTo>
                    <a:pt x="750" y="33109"/>
                    <a:pt x="1580" y="28827"/>
                    <a:pt x="3025" y="23955"/>
                  </a:cubicBezTo>
                  <a:lnTo>
                    <a:pt x="3106" y="23714"/>
                  </a:lnTo>
                  <a:cubicBezTo>
                    <a:pt x="5461" y="15818"/>
                    <a:pt x="8084" y="6932"/>
                    <a:pt x="13919" y="669"/>
                  </a:cubicBezTo>
                  <a:lnTo>
                    <a:pt x="13919" y="0"/>
                  </a:ln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0" name="Google Shape;4150;p73"/>
            <p:cNvSpPr/>
            <p:nvPr/>
          </p:nvSpPr>
          <p:spPr>
            <a:xfrm>
              <a:off x="8779900" y="2170788"/>
              <a:ext cx="525325" cy="1265500"/>
            </a:xfrm>
            <a:custGeom>
              <a:avLst/>
              <a:gdLst/>
              <a:ahLst/>
              <a:cxnLst/>
              <a:rect l="l" t="t" r="r" b="b"/>
              <a:pathLst>
                <a:path w="21013" h="50620" extrusionOk="0">
                  <a:moveTo>
                    <a:pt x="18657" y="434"/>
                  </a:moveTo>
                  <a:cubicBezTo>
                    <a:pt x="18790" y="434"/>
                    <a:pt x="18924" y="461"/>
                    <a:pt x="19058" y="515"/>
                  </a:cubicBezTo>
                  <a:cubicBezTo>
                    <a:pt x="20423" y="1264"/>
                    <a:pt x="19299" y="4503"/>
                    <a:pt x="18710" y="6243"/>
                  </a:cubicBezTo>
                  <a:cubicBezTo>
                    <a:pt x="18576" y="6644"/>
                    <a:pt x="18469" y="6965"/>
                    <a:pt x="18389" y="7233"/>
                  </a:cubicBezTo>
                  <a:cubicBezTo>
                    <a:pt x="17693" y="9669"/>
                    <a:pt x="16515" y="11997"/>
                    <a:pt x="15391" y="14245"/>
                  </a:cubicBezTo>
                  <a:cubicBezTo>
                    <a:pt x="14936" y="15209"/>
                    <a:pt x="14428" y="16173"/>
                    <a:pt x="13999" y="17163"/>
                  </a:cubicBezTo>
                  <a:cubicBezTo>
                    <a:pt x="11644" y="22275"/>
                    <a:pt x="9878" y="27789"/>
                    <a:pt x="8165" y="33115"/>
                  </a:cubicBezTo>
                  <a:lnTo>
                    <a:pt x="8004" y="33650"/>
                  </a:lnTo>
                  <a:cubicBezTo>
                    <a:pt x="7549" y="35015"/>
                    <a:pt x="7121" y="36461"/>
                    <a:pt x="6719" y="37826"/>
                  </a:cubicBezTo>
                  <a:cubicBezTo>
                    <a:pt x="5970" y="40449"/>
                    <a:pt x="5167" y="43152"/>
                    <a:pt x="4150" y="45695"/>
                  </a:cubicBezTo>
                  <a:cubicBezTo>
                    <a:pt x="4069" y="45882"/>
                    <a:pt x="3989" y="46070"/>
                    <a:pt x="3909" y="46284"/>
                  </a:cubicBezTo>
                  <a:cubicBezTo>
                    <a:pt x="3400" y="47622"/>
                    <a:pt x="2704" y="49442"/>
                    <a:pt x="1527" y="50058"/>
                  </a:cubicBezTo>
                  <a:cubicBezTo>
                    <a:pt x="510" y="48773"/>
                    <a:pt x="1018" y="45240"/>
                    <a:pt x="1313" y="43313"/>
                  </a:cubicBezTo>
                  <a:cubicBezTo>
                    <a:pt x="1366" y="42911"/>
                    <a:pt x="1420" y="42563"/>
                    <a:pt x="1446" y="42296"/>
                  </a:cubicBezTo>
                  <a:cubicBezTo>
                    <a:pt x="2062" y="37023"/>
                    <a:pt x="3026" y="31777"/>
                    <a:pt x="4391" y="26638"/>
                  </a:cubicBezTo>
                  <a:cubicBezTo>
                    <a:pt x="5996" y="20616"/>
                    <a:pt x="8486" y="14754"/>
                    <a:pt x="10921" y="9321"/>
                  </a:cubicBezTo>
                  <a:cubicBezTo>
                    <a:pt x="11055" y="9053"/>
                    <a:pt x="11189" y="8758"/>
                    <a:pt x="11296" y="8464"/>
                  </a:cubicBezTo>
                  <a:cubicBezTo>
                    <a:pt x="11858" y="7179"/>
                    <a:pt x="12420" y="5868"/>
                    <a:pt x="13384" y="4931"/>
                  </a:cubicBezTo>
                  <a:lnTo>
                    <a:pt x="13411" y="4904"/>
                  </a:lnTo>
                  <a:cubicBezTo>
                    <a:pt x="14802" y="3057"/>
                    <a:pt x="17318" y="434"/>
                    <a:pt x="18657" y="434"/>
                  </a:cubicBezTo>
                  <a:close/>
                  <a:moveTo>
                    <a:pt x="18716" y="1"/>
                  </a:moveTo>
                  <a:cubicBezTo>
                    <a:pt x="16642" y="1"/>
                    <a:pt x="13306" y="4296"/>
                    <a:pt x="13063" y="4637"/>
                  </a:cubicBezTo>
                  <a:cubicBezTo>
                    <a:pt x="12046" y="5627"/>
                    <a:pt x="11457" y="6992"/>
                    <a:pt x="10895" y="8303"/>
                  </a:cubicBezTo>
                  <a:cubicBezTo>
                    <a:pt x="10788" y="8598"/>
                    <a:pt x="10654" y="8892"/>
                    <a:pt x="10547" y="9160"/>
                  </a:cubicBezTo>
                  <a:cubicBezTo>
                    <a:pt x="8084" y="14620"/>
                    <a:pt x="5568" y="20482"/>
                    <a:pt x="3962" y="26558"/>
                  </a:cubicBezTo>
                  <a:cubicBezTo>
                    <a:pt x="2597" y="31723"/>
                    <a:pt x="1634" y="36969"/>
                    <a:pt x="1018" y="42269"/>
                  </a:cubicBezTo>
                  <a:cubicBezTo>
                    <a:pt x="991" y="42537"/>
                    <a:pt x="938" y="42858"/>
                    <a:pt x="884" y="43259"/>
                  </a:cubicBezTo>
                  <a:cubicBezTo>
                    <a:pt x="536" y="45481"/>
                    <a:pt x="1" y="49201"/>
                    <a:pt x="1313" y="50513"/>
                  </a:cubicBezTo>
                  <a:lnTo>
                    <a:pt x="1420" y="50620"/>
                  </a:lnTo>
                  <a:lnTo>
                    <a:pt x="1580" y="50566"/>
                  </a:lnTo>
                  <a:cubicBezTo>
                    <a:pt x="3026" y="49951"/>
                    <a:pt x="3802" y="47943"/>
                    <a:pt x="4364" y="46444"/>
                  </a:cubicBezTo>
                  <a:cubicBezTo>
                    <a:pt x="4444" y="46230"/>
                    <a:pt x="4524" y="46043"/>
                    <a:pt x="4605" y="45882"/>
                  </a:cubicBezTo>
                  <a:cubicBezTo>
                    <a:pt x="5622" y="43313"/>
                    <a:pt x="6425" y="40609"/>
                    <a:pt x="7201" y="37986"/>
                  </a:cubicBezTo>
                  <a:cubicBezTo>
                    <a:pt x="7602" y="36595"/>
                    <a:pt x="8004" y="35176"/>
                    <a:pt x="8459" y="33784"/>
                  </a:cubicBezTo>
                  <a:lnTo>
                    <a:pt x="8620" y="33276"/>
                  </a:lnTo>
                  <a:cubicBezTo>
                    <a:pt x="10333" y="27976"/>
                    <a:pt x="12099" y="22462"/>
                    <a:pt x="14428" y="17377"/>
                  </a:cubicBezTo>
                  <a:cubicBezTo>
                    <a:pt x="14856" y="16413"/>
                    <a:pt x="15338" y="15423"/>
                    <a:pt x="15819" y="14486"/>
                  </a:cubicBezTo>
                  <a:cubicBezTo>
                    <a:pt x="16944" y="12211"/>
                    <a:pt x="18121" y="9856"/>
                    <a:pt x="18817" y="7367"/>
                  </a:cubicBezTo>
                  <a:cubicBezTo>
                    <a:pt x="18898" y="7126"/>
                    <a:pt x="19005" y="6778"/>
                    <a:pt x="19165" y="6403"/>
                  </a:cubicBezTo>
                  <a:cubicBezTo>
                    <a:pt x="19861" y="4396"/>
                    <a:pt x="21012" y="1077"/>
                    <a:pt x="19299" y="140"/>
                  </a:cubicBezTo>
                  <a:cubicBezTo>
                    <a:pt x="19120" y="45"/>
                    <a:pt x="18924" y="1"/>
                    <a:pt x="18716" y="1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1" name="Google Shape;4151;p73"/>
            <p:cNvSpPr/>
            <p:nvPr/>
          </p:nvSpPr>
          <p:spPr>
            <a:xfrm>
              <a:off x="9004750" y="2130788"/>
              <a:ext cx="568800" cy="1393175"/>
            </a:xfrm>
            <a:custGeom>
              <a:avLst/>
              <a:gdLst/>
              <a:ahLst/>
              <a:cxnLst/>
              <a:rect l="l" t="t" r="r" b="b"/>
              <a:pathLst>
                <a:path w="22752" h="55727" extrusionOk="0">
                  <a:moveTo>
                    <a:pt x="22189" y="0"/>
                  </a:moveTo>
                  <a:cubicBezTo>
                    <a:pt x="14427" y="10091"/>
                    <a:pt x="10225" y="22269"/>
                    <a:pt x="6130" y="35705"/>
                  </a:cubicBezTo>
                  <a:cubicBezTo>
                    <a:pt x="5568" y="37552"/>
                    <a:pt x="5005" y="39399"/>
                    <a:pt x="4443" y="41246"/>
                  </a:cubicBezTo>
                  <a:cubicBezTo>
                    <a:pt x="3132" y="45555"/>
                    <a:pt x="1767" y="50025"/>
                    <a:pt x="402" y="54388"/>
                  </a:cubicBezTo>
                  <a:cubicBezTo>
                    <a:pt x="268" y="54843"/>
                    <a:pt x="134" y="55298"/>
                    <a:pt x="0" y="55726"/>
                  </a:cubicBezTo>
                  <a:lnTo>
                    <a:pt x="482" y="55726"/>
                  </a:lnTo>
                  <a:cubicBezTo>
                    <a:pt x="589" y="55325"/>
                    <a:pt x="723" y="54923"/>
                    <a:pt x="857" y="54522"/>
                  </a:cubicBezTo>
                  <a:cubicBezTo>
                    <a:pt x="2222" y="50159"/>
                    <a:pt x="3587" y="45689"/>
                    <a:pt x="4872" y="41380"/>
                  </a:cubicBezTo>
                  <a:cubicBezTo>
                    <a:pt x="5434" y="39533"/>
                    <a:pt x="5996" y="37686"/>
                    <a:pt x="6558" y="35839"/>
                  </a:cubicBezTo>
                  <a:cubicBezTo>
                    <a:pt x="10680" y="22323"/>
                    <a:pt x="14909" y="10091"/>
                    <a:pt x="22751" y="0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2" name="Google Shape;4152;p73"/>
            <p:cNvSpPr/>
            <p:nvPr/>
          </p:nvSpPr>
          <p:spPr>
            <a:xfrm>
              <a:off x="8612625" y="2131438"/>
              <a:ext cx="411550" cy="1393175"/>
            </a:xfrm>
            <a:custGeom>
              <a:avLst/>
              <a:gdLst/>
              <a:ahLst/>
              <a:cxnLst/>
              <a:rect l="l" t="t" r="r" b="b"/>
              <a:pathLst>
                <a:path w="16462" h="55727" extrusionOk="0">
                  <a:moveTo>
                    <a:pt x="15873" y="1"/>
                  </a:moveTo>
                  <a:cubicBezTo>
                    <a:pt x="12447" y="3989"/>
                    <a:pt x="9369" y="8325"/>
                    <a:pt x="7093" y="13223"/>
                  </a:cubicBezTo>
                  <a:cubicBezTo>
                    <a:pt x="3721" y="20503"/>
                    <a:pt x="1553" y="29711"/>
                    <a:pt x="429" y="41434"/>
                  </a:cubicBezTo>
                  <a:cubicBezTo>
                    <a:pt x="1" y="46198"/>
                    <a:pt x="54" y="50989"/>
                    <a:pt x="589" y="55727"/>
                  </a:cubicBezTo>
                  <a:lnTo>
                    <a:pt x="1044" y="55727"/>
                  </a:lnTo>
                  <a:cubicBezTo>
                    <a:pt x="509" y="50989"/>
                    <a:pt x="456" y="46225"/>
                    <a:pt x="911" y="41488"/>
                  </a:cubicBezTo>
                  <a:cubicBezTo>
                    <a:pt x="2008" y="29818"/>
                    <a:pt x="4176" y="20637"/>
                    <a:pt x="7522" y="13437"/>
                  </a:cubicBezTo>
                  <a:cubicBezTo>
                    <a:pt x="9824" y="8432"/>
                    <a:pt x="12982" y="4043"/>
                    <a:pt x="16461" y="1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3" name="Google Shape;4153;p73"/>
            <p:cNvSpPr/>
            <p:nvPr/>
          </p:nvSpPr>
          <p:spPr>
            <a:xfrm>
              <a:off x="7815000" y="3349313"/>
              <a:ext cx="196775" cy="176650"/>
            </a:xfrm>
            <a:custGeom>
              <a:avLst/>
              <a:gdLst/>
              <a:ahLst/>
              <a:cxnLst/>
              <a:rect l="l" t="t" r="r" b="b"/>
              <a:pathLst>
                <a:path w="7871" h="7066" extrusionOk="0">
                  <a:moveTo>
                    <a:pt x="1650" y="1"/>
                  </a:moveTo>
                  <a:cubicBezTo>
                    <a:pt x="1474" y="1"/>
                    <a:pt x="1293" y="48"/>
                    <a:pt x="1125" y="160"/>
                  </a:cubicBezTo>
                  <a:cubicBezTo>
                    <a:pt x="1" y="909"/>
                    <a:pt x="242" y="4335"/>
                    <a:pt x="938" y="7065"/>
                  </a:cubicBezTo>
                  <a:lnTo>
                    <a:pt x="1393" y="7065"/>
                  </a:lnTo>
                  <a:cubicBezTo>
                    <a:pt x="724" y="4362"/>
                    <a:pt x="536" y="1097"/>
                    <a:pt x="1393" y="535"/>
                  </a:cubicBezTo>
                  <a:cubicBezTo>
                    <a:pt x="1479" y="483"/>
                    <a:pt x="1566" y="453"/>
                    <a:pt x="1652" y="453"/>
                  </a:cubicBezTo>
                  <a:cubicBezTo>
                    <a:pt x="1699" y="453"/>
                    <a:pt x="1747" y="462"/>
                    <a:pt x="1794" y="481"/>
                  </a:cubicBezTo>
                  <a:cubicBezTo>
                    <a:pt x="3159" y="749"/>
                    <a:pt x="5622" y="4121"/>
                    <a:pt x="6451" y="5379"/>
                  </a:cubicBezTo>
                  <a:cubicBezTo>
                    <a:pt x="6799" y="5914"/>
                    <a:pt x="7094" y="6477"/>
                    <a:pt x="7361" y="7065"/>
                  </a:cubicBezTo>
                  <a:lnTo>
                    <a:pt x="7870" y="7065"/>
                  </a:lnTo>
                  <a:cubicBezTo>
                    <a:pt x="7576" y="6396"/>
                    <a:pt x="7228" y="5754"/>
                    <a:pt x="6853" y="5165"/>
                  </a:cubicBezTo>
                  <a:cubicBezTo>
                    <a:pt x="6719" y="4951"/>
                    <a:pt x="3721" y="401"/>
                    <a:pt x="1875" y="26"/>
                  </a:cubicBezTo>
                  <a:cubicBezTo>
                    <a:pt x="1802" y="10"/>
                    <a:pt x="1726" y="1"/>
                    <a:pt x="1650" y="1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4" name="Google Shape;4154;p73"/>
            <p:cNvSpPr/>
            <p:nvPr/>
          </p:nvSpPr>
          <p:spPr>
            <a:xfrm>
              <a:off x="8246600" y="2132113"/>
              <a:ext cx="431625" cy="435650"/>
            </a:xfrm>
            <a:custGeom>
              <a:avLst/>
              <a:gdLst/>
              <a:ahLst/>
              <a:cxnLst/>
              <a:rect l="l" t="t" r="r" b="b"/>
              <a:pathLst>
                <a:path w="17265" h="17426" extrusionOk="0">
                  <a:moveTo>
                    <a:pt x="16542" y="1"/>
                  </a:moveTo>
                  <a:cubicBezTo>
                    <a:pt x="15471" y="911"/>
                    <a:pt x="14427" y="1821"/>
                    <a:pt x="13384" y="2731"/>
                  </a:cubicBezTo>
                  <a:cubicBezTo>
                    <a:pt x="9208" y="6478"/>
                    <a:pt x="5809" y="9743"/>
                    <a:pt x="2891" y="13491"/>
                  </a:cubicBezTo>
                  <a:cubicBezTo>
                    <a:pt x="2677" y="13758"/>
                    <a:pt x="2463" y="14079"/>
                    <a:pt x="2222" y="14427"/>
                  </a:cubicBezTo>
                  <a:cubicBezTo>
                    <a:pt x="1741" y="15204"/>
                    <a:pt x="1152" y="15926"/>
                    <a:pt x="483" y="16569"/>
                  </a:cubicBezTo>
                  <a:cubicBezTo>
                    <a:pt x="723" y="12259"/>
                    <a:pt x="3025" y="7602"/>
                    <a:pt x="5059" y="3453"/>
                  </a:cubicBezTo>
                  <a:cubicBezTo>
                    <a:pt x="5327" y="2918"/>
                    <a:pt x="5595" y="2383"/>
                    <a:pt x="5862" y="1874"/>
                  </a:cubicBezTo>
                  <a:cubicBezTo>
                    <a:pt x="6077" y="1419"/>
                    <a:pt x="6317" y="857"/>
                    <a:pt x="6585" y="242"/>
                  </a:cubicBezTo>
                  <a:cubicBezTo>
                    <a:pt x="6612" y="161"/>
                    <a:pt x="6665" y="81"/>
                    <a:pt x="6692" y="28"/>
                  </a:cubicBezTo>
                  <a:lnTo>
                    <a:pt x="6184" y="28"/>
                  </a:lnTo>
                  <a:lnTo>
                    <a:pt x="6184" y="54"/>
                  </a:lnTo>
                  <a:cubicBezTo>
                    <a:pt x="5889" y="670"/>
                    <a:pt x="5648" y="1205"/>
                    <a:pt x="5434" y="1660"/>
                  </a:cubicBezTo>
                  <a:cubicBezTo>
                    <a:pt x="5193" y="2169"/>
                    <a:pt x="4926" y="2704"/>
                    <a:pt x="4658" y="3266"/>
                  </a:cubicBezTo>
                  <a:cubicBezTo>
                    <a:pt x="2624" y="7361"/>
                    <a:pt x="81" y="12473"/>
                    <a:pt x="1" y="17024"/>
                  </a:cubicBezTo>
                  <a:lnTo>
                    <a:pt x="1" y="17425"/>
                  </a:lnTo>
                  <a:lnTo>
                    <a:pt x="375" y="17211"/>
                  </a:lnTo>
                  <a:cubicBezTo>
                    <a:pt x="1259" y="16649"/>
                    <a:pt x="1981" y="15605"/>
                    <a:pt x="2624" y="14668"/>
                  </a:cubicBezTo>
                  <a:cubicBezTo>
                    <a:pt x="2838" y="14347"/>
                    <a:pt x="3079" y="13999"/>
                    <a:pt x="3293" y="13758"/>
                  </a:cubicBezTo>
                  <a:cubicBezTo>
                    <a:pt x="6184" y="10038"/>
                    <a:pt x="9529" y="6799"/>
                    <a:pt x="13705" y="3079"/>
                  </a:cubicBezTo>
                  <a:cubicBezTo>
                    <a:pt x="14856" y="2062"/>
                    <a:pt x="16060" y="1018"/>
                    <a:pt x="17265" y="1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5" name="Google Shape;4155;p73"/>
            <p:cNvSpPr/>
            <p:nvPr/>
          </p:nvSpPr>
          <p:spPr>
            <a:xfrm>
              <a:off x="8069275" y="2538963"/>
              <a:ext cx="432300" cy="986325"/>
            </a:xfrm>
            <a:custGeom>
              <a:avLst/>
              <a:gdLst/>
              <a:ahLst/>
              <a:cxnLst/>
              <a:rect l="l" t="t" r="r" b="b"/>
              <a:pathLst>
                <a:path w="17292" h="39453" extrusionOk="0">
                  <a:moveTo>
                    <a:pt x="14802" y="0"/>
                  </a:moveTo>
                  <a:lnTo>
                    <a:pt x="14668" y="54"/>
                  </a:lnTo>
                  <a:cubicBezTo>
                    <a:pt x="10948" y="1151"/>
                    <a:pt x="8914" y="4309"/>
                    <a:pt x="7147" y="7441"/>
                  </a:cubicBezTo>
                  <a:cubicBezTo>
                    <a:pt x="3721" y="13517"/>
                    <a:pt x="1714" y="18763"/>
                    <a:pt x="857" y="23955"/>
                  </a:cubicBezTo>
                  <a:cubicBezTo>
                    <a:pt x="1" y="29094"/>
                    <a:pt x="402" y="34073"/>
                    <a:pt x="1098" y="39453"/>
                  </a:cubicBezTo>
                  <a:lnTo>
                    <a:pt x="1580" y="39453"/>
                  </a:lnTo>
                  <a:cubicBezTo>
                    <a:pt x="884" y="34073"/>
                    <a:pt x="483" y="29121"/>
                    <a:pt x="1312" y="24036"/>
                  </a:cubicBezTo>
                  <a:cubicBezTo>
                    <a:pt x="2169" y="18897"/>
                    <a:pt x="4150" y="13704"/>
                    <a:pt x="7549" y="7655"/>
                  </a:cubicBezTo>
                  <a:cubicBezTo>
                    <a:pt x="9262" y="4657"/>
                    <a:pt x="11189" y="1633"/>
                    <a:pt x="14668" y="536"/>
                  </a:cubicBezTo>
                  <a:cubicBezTo>
                    <a:pt x="16810" y="2864"/>
                    <a:pt x="16301" y="8565"/>
                    <a:pt x="15980" y="12339"/>
                  </a:cubicBezTo>
                  <a:cubicBezTo>
                    <a:pt x="15900" y="13222"/>
                    <a:pt x="15846" y="13999"/>
                    <a:pt x="15819" y="14614"/>
                  </a:cubicBezTo>
                  <a:cubicBezTo>
                    <a:pt x="15686" y="17558"/>
                    <a:pt x="15471" y="20556"/>
                    <a:pt x="15257" y="23447"/>
                  </a:cubicBezTo>
                  <a:cubicBezTo>
                    <a:pt x="14909" y="28318"/>
                    <a:pt x="14535" y="33323"/>
                    <a:pt x="14588" y="38275"/>
                  </a:cubicBezTo>
                  <a:lnTo>
                    <a:pt x="14588" y="39453"/>
                  </a:lnTo>
                  <a:lnTo>
                    <a:pt x="15043" y="39453"/>
                  </a:lnTo>
                  <a:cubicBezTo>
                    <a:pt x="15043" y="39051"/>
                    <a:pt x="15043" y="38650"/>
                    <a:pt x="15016" y="38275"/>
                  </a:cubicBezTo>
                  <a:cubicBezTo>
                    <a:pt x="15016" y="33350"/>
                    <a:pt x="15364" y="28345"/>
                    <a:pt x="15739" y="23500"/>
                  </a:cubicBezTo>
                  <a:cubicBezTo>
                    <a:pt x="15953" y="20610"/>
                    <a:pt x="16167" y="17585"/>
                    <a:pt x="16274" y="14641"/>
                  </a:cubicBezTo>
                  <a:cubicBezTo>
                    <a:pt x="16301" y="14025"/>
                    <a:pt x="16381" y="13276"/>
                    <a:pt x="16435" y="12393"/>
                  </a:cubicBezTo>
                  <a:cubicBezTo>
                    <a:pt x="16783" y="8458"/>
                    <a:pt x="17291" y="2543"/>
                    <a:pt x="14909" y="107"/>
                  </a:cubicBezTo>
                  <a:lnTo>
                    <a:pt x="14802" y="0"/>
                  </a:ln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6" name="Google Shape;4156;p73"/>
            <p:cNvSpPr/>
            <p:nvPr/>
          </p:nvSpPr>
          <p:spPr>
            <a:xfrm>
              <a:off x="7636350" y="2132113"/>
              <a:ext cx="598900" cy="1107450"/>
            </a:xfrm>
            <a:custGeom>
              <a:avLst/>
              <a:gdLst/>
              <a:ahLst/>
              <a:cxnLst/>
              <a:rect l="l" t="t" r="r" b="b"/>
              <a:pathLst>
                <a:path w="23956" h="44298" extrusionOk="0">
                  <a:moveTo>
                    <a:pt x="23420" y="1"/>
                  </a:moveTo>
                  <a:cubicBezTo>
                    <a:pt x="22162" y="2704"/>
                    <a:pt x="21038" y="5461"/>
                    <a:pt x="20075" y="8271"/>
                  </a:cubicBezTo>
                  <a:cubicBezTo>
                    <a:pt x="17666" y="15391"/>
                    <a:pt x="16087" y="23501"/>
                    <a:pt x="15150" y="33806"/>
                  </a:cubicBezTo>
                  <a:cubicBezTo>
                    <a:pt x="15123" y="34154"/>
                    <a:pt x="15096" y="34716"/>
                    <a:pt x="15096" y="35385"/>
                  </a:cubicBezTo>
                  <a:cubicBezTo>
                    <a:pt x="15070" y="38222"/>
                    <a:pt x="15043" y="43495"/>
                    <a:pt x="12741" y="43843"/>
                  </a:cubicBezTo>
                  <a:cubicBezTo>
                    <a:pt x="12672" y="43854"/>
                    <a:pt x="12600" y="43860"/>
                    <a:pt x="12526" y="43860"/>
                  </a:cubicBezTo>
                  <a:cubicBezTo>
                    <a:pt x="11168" y="43860"/>
                    <a:pt x="8999" y="41865"/>
                    <a:pt x="6157" y="33083"/>
                  </a:cubicBezTo>
                  <a:lnTo>
                    <a:pt x="6050" y="32762"/>
                  </a:lnTo>
                  <a:cubicBezTo>
                    <a:pt x="3641" y="25428"/>
                    <a:pt x="2543" y="17104"/>
                    <a:pt x="1740" y="9877"/>
                  </a:cubicBezTo>
                  <a:cubicBezTo>
                    <a:pt x="1580" y="8378"/>
                    <a:pt x="1339" y="6799"/>
                    <a:pt x="1125" y="5274"/>
                  </a:cubicBezTo>
                  <a:cubicBezTo>
                    <a:pt x="884" y="3561"/>
                    <a:pt x="643" y="1794"/>
                    <a:pt x="456" y="54"/>
                  </a:cubicBezTo>
                  <a:lnTo>
                    <a:pt x="1" y="54"/>
                  </a:lnTo>
                  <a:cubicBezTo>
                    <a:pt x="188" y="1821"/>
                    <a:pt x="429" y="3587"/>
                    <a:pt x="670" y="5327"/>
                  </a:cubicBezTo>
                  <a:cubicBezTo>
                    <a:pt x="911" y="6906"/>
                    <a:pt x="1098" y="8432"/>
                    <a:pt x="1285" y="9904"/>
                  </a:cubicBezTo>
                  <a:cubicBezTo>
                    <a:pt x="2088" y="17184"/>
                    <a:pt x="3186" y="25535"/>
                    <a:pt x="5621" y="32896"/>
                  </a:cubicBezTo>
                  <a:lnTo>
                    <a:pt x="5728" y="33244"/>
                  </a:lnTo>
                  <a:cubicBezTo>
                    <a:pt x="8111" y="40604"/>
                    <a:pt x="10412" y="44298"/>
                    <a:pt x="12554" y="44298"/>
                  </a:cubicBezTo>
                  <a:lnTo>
                    <a:pt x="12821" y="44298"/>
                  </a:lnTo>
                  <a:cubicBezTo>
                    <a:pt x="15498" y="43869"/>
                    <a:pt x="15551" y="38570"/>
                    <a:pt x="15578" y="35385"/>
                  </a:cubicBezTo>
                  <a:cubicBezTo>
                    <a:pt x="15578" y="34742"/>
                    <a:pt x="15578" y="34180"/>
                    <a:pt x="15632" y="33832"/>
                  </a:cubicBezTo>
                  <a:cubicBezTo>
                    <a:pt x="16568" y="23581"/>
                    <a:pt x="18121" y="15498"/>
                    <a:pt x="20530" y="8405"/>
                  </a:cubicBezTo>
                  <a:cubicBezTo>
                    <a:pt x="21520" y="5541"/>
                    <a:pt x="22644" y="2731"/>
                    <a:pt x="23956" y="1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7" name="Google Shape;4157;p73"/>
            <p:cNvSpPr/>
            <p:nvPr/>
          </p:nvSpPr>
          <p:spPr>
            <a:xfrm>
              <a:off x="7322525" y="3023413"/>
              <a:ext cx="303825" cy="503225"/>
            </a:xfrm>
            <a:custGeom>
              <a:avLst/>
              <a:gdLst/>
              <a:ahLst/>
              <a:cxnLst/>
              <a:rect l="l" t="t" r="r" b="b"/>
              <a:pathLst>
                <a:path w="12153" h="20129" extrusionOk="0">
                  <a:moveTo>
                    <a:pt x="7682" y="0"/>
                  </a:moveTo>
                  <a:cubicBezTo>
                    <a:pt x="5568" y="134"/>
                    <a:pt x="3052" y="5193"/>
                    <a:pt x="2329" y="6745"/>
                  </a:cubicBezTo>
                  <a:cubicBezTo>
                    <a:pt x="616" y="10412"/>
                    <a:pt x="0" y="14079"/>
                    <a:pt x="375" y="18602"/>
                  </a:cubicBezTo>
                  <a:cubicBezTo>
                    <a:pt x="402" y="19084"/>
                    <a:pt x="455" y="19593"/>
                    <a:pt x="509" y="20128"/>
                  </a:cubicBezTo>
                  <a:lnTo>
                    <a:pt x="964" y="20128"/>
                  </a:lnTo>
                  <a:cubicBezTo>
                    <a:pt x="910" y="19593"/>
                    <a:pt x="884" y="19058"/>
                    <a:pt x="830" y="18549"/>
                  </a:cubicBezTo>
                  <a:cubicBezTo>
                    <a:pt x="482" y="14133"/>
                    <a:pt x="1071" y="10519"/>
                    <a:pt x="2757" y="6933"/>
                  </a:cubicBezTo>
                  <a:cubicBezTo>
                    <a:pt x="3855" y="4577"/>
                    <a:pt x="6157" y="563"/>
                    <a:pt x="7736" y="455"/>
                  </a:cubicBezTo>
                  <a:cubicBezTo>
                    <a:pt x="7977" y="455"/>
                    <a:pt x="8217" y="563"/>
                    <a:pt x="8405" y="723"/>
                  </a:cubicBezTo>
                  <a:cubicBezTo>
                    <a:pt x="9261" y="1499"/>
                    <a:pt x="10814" y="4604"/>
                    <a:pt x="11403" y="16889"/>
                  </a:cubicBezTo>
                  <a:cubicBezTo>
                    <a:pt x="11403" y="17157"/>
                    <a:pt x="11429" y="17345"/>
                    <a:pt x="11456" y="17425"/>
                  </a:cubicBezTo>
                  <a:cubicBezTo>
                    <a:pt x="11536" y="18308"/>
                    <a:pt x="11617" y="19165"/>
                    <a:pt x="11697" y="20048"/>
                  </a:cubicBezTo>
                  <a:lnTo>
                    <a:pt x="11697" y="20128"/>
                  </a:lnTo>
                  <a:lnTo>
                    <a:pt x="12152" y="20128"/>
                  </a:lnTo>
                  <a:lnTo>
                    <a:pt x="12152" y="19994"/>
                  </a:lnTo>
                  <a:cubicBezTo>
                    <a:pt x="12072" y="19138"/>
                    <a:pt x="11991" y="18255"/>
                    <a:pt x="11911" y="17371"/>
                  </a:cubicBezTo>
                  <a:cubicBezTo>
                    <a:pt x="11911" y="17318"/>
                    <a:pt x="11911" y="17130"/>
                    <a:pt x="11884" y="16863"/>
                  </a:cubicBezTo>
                  <a:cubicBezTo>
                    <a:pt x="11403" y="7495"/>
                    <a:pt x="10305" y="1794"/>
                    <a:pt x="8699" y="402"/>
                  </a:cubicBezTo>
                  <a:cubicBezTo>
                    <a:pt x="8432" y="134"/>
                    <a:pt x="8057" y="0"/>
                    <a:pt x="7682" y="0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8" name="Google Shape;4158;p73"/>
            <p:cNvSpPr/>
            <p:nvPr/>
          </p:nvSpPr>
          <p:spPr>
            <a:xfrm>
              <a:off x="7197400" y="2459663"/>
              <a:ext cx="588200" cy="1066975"/>
            </a:xfrm>
            <a:custGeom>
              <a:avLst/>
              <a:gdLst/>
              <a:ahLst/>
              <a:cxnLst/>
              <a:rect l="l" t="t" r="r" b="b"/>
              <a:pathLst>
                <a:path w="23528" h="42679" extrusionOk="0">
                  <a:moveTo>
                    <a:pt x="13747" y="0"/>
                  </a:moveTo>
                  <a:cubicBezTo>
                    <a:pt x="12096" y="0"/>
                    <a:pt x="10894" y="2203"/>
                    <a:pt x="10305" y="3279"/>
                  </a:cubicBezTo>
                  <a:lnTo>
                    <a:pt x="10198" y="3413"/>
                  </a:lnTo>
                  <a:cubicBezTo>
                    <a:pt x="8672" y="6223"/>
                    <a:pt x="7307" y="9087"/>
                    <a:pt x="6130" y="12058"/>
                  </a:cubicBezTo>
                  <a:cubicBezTo>
                    <a:pt x="3319" y="18830"/>
                    <a:pt x="1312" y="26913"/>
                    <a:pt x="295" y="35398"/>
                  </a:cubicBezTo>
                  <a:cubicBezTo>
                    <a:pt x="27" y="37807"/>
                    <a:pt x="0" y="40269"/>
                    <a:pt x="268" y="42678"/>
                  </a:cubicBezTo>
                  <a:lnTo>
                    <a:pt x="723" y="42678"/>
                  </a:lnTo>
                  <a:cubicBezTo>
                    <a:pt x="482" y="40269"/>
                    <a:pt x="482" y="37860"/>
                    <a:pt x="750" y="35451"/>
                  </a:cubicBezTo>
                  <a:cubicBezTo>
                    <a:pt x="1767" y="27020"/>
                    <a:pt x="3774" y="18991"/>
                    <a:pt x="6558" y="12219"/>
                  </a:cubicBezTo>
                  <a:cubicBezTo>
                    <a:pt x="7736" y="9275"/>
                    <a:pt x="9101" y="6411"/>
                    <a:pt x="10626" y="3627"/>
                  </a:cubicBezTo>
                  <a:lnTo>
                    <a:pt x="10707" y="3493"/>
                  </a:lnTo>
                  <a:cubicBezTo>
                    <a:pt x="11258" y="2495"/>
                    <a:pt x="12377" y="440"/>
                    <a:pt x="13759" y="440"/>
                  </a:cubicBezTo>
                  <a:cubicBezTo>
                    <a:pt x="13786" y="440"/>
                    <a:pt x="13812" y="441"/>
                    <a:pt x="13838" y="442"/>
                  </a:cubicBezTo>
                  <a:cubicBezTo>
                    <a:pt x="15123" y="2021"/>
                    <a:pt x="15498" y="4805"/>
                    <a:pt x="15846" y="7241"/>
                  </a:cubicBezTo>
                  <a:cubicBezTo>
                    <a:pt x="15979" y="8258"/>
                    <a:pt x="16113" y="9248"/>
                    <a:pt x="16301" y="10051"/>
                  </a:cubicBezTo>
                  <a:cubicBezTo>
                    <a:pt x="16889" y="12567"/>
                    <a:pt x="17532" y="15110"/>
                    <a:pt x="18147" y="17599"/>
                  </a:cubicBezTo>
                  <a:cubicBezTo>
                    <a:pt x="19619" y="23541"/>
                    <a:pt x="21145" y="29724"/>
                    <a:pt x="22135" y="35826"/>
                  </a:cubicBezTo>
                  <a:cubicBezTo>
                    <a:pt x="22510" y="38101"/>
                    <a:pt x="22805" y="40376"/>
                    <a:pt x="23072" y="42651"/>
                  </a:cubicBezTo>
                  <a:lnTo>
                    <a:pt x="23527" y="42651"/>
                  </a:lnTo>
                  <a:cubicBezTo>
                    <a:pt x="23260" y="40350"/>
                    <a:pt x="22965" y="38048"/>
                    <a:pt x="22590" y="35773"/>
                  </a:cubicBezTo>
                  <a:cubicBezTo>
                    <a:pt x="21600" y="29617"/>
                    <a:pt x="20074" y="23434"/>
                    <a:pt x="18602" y="17492"/>
                  </a:cubicBezTo>
                  <a:cubicBezTo>
                    <a:pt x="17987" y="15003"/>
                    <a:pt x="17344" y="12460"/>
                    <a:pt x="16756" y="9944"/>
                  </a:cubicBezTo>
                  <a:cubicBezTo>
                    <a:pt x="16568" y="9141"/>
                    <a:pt x="16434" y="8177"/>
                    <a:pt x="16301" y="7160"/>
                  </a:cubicBezTo>
                  <a:cubicBezTo>
                    <a:pt x="15953" y="4618"/>
                    <a:pt x="15551" y="1754"/>
                    <a:pt x="14133" y="67"/>
                  </a:cubicBezTo>
                  <a:lnTo>
                    <a:pt x="14052" y="14"/>
                  </a:lnTo>
                  <a:lnTo>
                    <a:pt x="13972" y="14"/>
                  </a:lnTo>
                  <a:cubicBezTo>
                    <a:pt x="13896" y="5"/>
                    <a:pt x="13821" y="0"/>
                    <a:pt x="13747" y="0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9" name="Google Shape;4159;p73"/>
            <p:cNvSpPr/>
            <p:nvPr/>
          </p:nvSpPr>
          <p:spPr>
            <a:xfrm>
              <a:off x="6919025" y="2133463"/>
              <a:ext cx="424275" cy="724700"/>
            </a:xfrm>
            <a:custGeom>
              <a:avLst/>
              <a:gdLst/>
              <a:ahLst/>
              <a:cxnLst/>
              <a:rect l="l" t="t" r="r" b="b"/>
              <a:pathLst>
                <a:path w="16971" h="28988" extrusionOk="0">
                  <a:moveTo>
                    <a:pt x="16462" y="0"/>
                  </a:moveTo>
                  <a:cubicBezTo>
                    <a:pt x="16408" y="81"/>
                    <a:pt x="16381" y="161"/>
                    <a:pt x="16328" y="241"/>
                  </a:cubicBezTo>
                  <a:cubicBezTo>
                    <a:pt x="15337" y="2382"/>
                    <a:pt x="14320" y="4604"/>
                    <a:pt x="13357" y="6772"/>
                  </a:cubicBezTo>
                  <a:cubicBezTo>
                    <a:pt x="12634" y="8458"/>
                    <a:pt x="11938" y="10225"/>
                    <a:pt x="11269" y="11964"/>
                  </a:cubicBezTo>
                  <a:cubicBezTo>
                    <a:pt x="9797" y="15712"/>
                    <a:pt x="8271" y="19566"/>
                    <a:pt x="6237" y="22992"/>
                  </a:cubicBezTo>
                  <a:cubicBezTo>
                    <a:pt x="6210" y="23045"/>
                    <a:pt x="6157" y="23152"/>
                    <a:pt x="6103" y="23260"/>
                  </a:cubicBezTo>
                  <a:cubicBezTo>
                    <a:pt x="3694" y="27526"/>
                    <a:pt x="2202" y="28545"/>
                    <a:pt x="1364" y="28545"/>
                  </a:cubicBezTo>
                  <a:cubicBezTo>
                    <a:pt x="1308" y="28545"/>
                    <a:pt x="1255" y="28541"/>
                    <a:pt x="1205" y="28532"/>
                  </a:cubicBezTo>
                  <a:cubicBezTo>
                    <a:pt x="483" y="25883"/>
                    <a:pt x="830" y="23126"/>
                    <a:pt x="1178" y="20476"/>
                  </a:cubicBezTo>
                  <a:cubicBezTo>
                    <a:pt x="1232" y="20021"/>
                    <a:pt x="1285" y="19566"/>
                    <a:pt x="1339" y="19138"/>
                  </a:cubicBezTo>
                  <a:cubicBezTo>
                    <a:pt x="1821" y="14935"/>
                    <a:pt x="2490" y="10573"/>
                    <a:pt x="3373" y="5755"/>
                  </a:cubicBezTo>
                  <a:cubicBezTo>
                    <a:pt x="3427" y="5407"/>
                    <a:pt x="3480" y="4898"/>
                    <a:pt x="3534" y="4229"/>
                  </a:cubicBezTo>
                  <a:cubicBezTo>
                    <a:pt x="3641" y="2811"/>
                    <a:pt x="3828" y="1392"/>
                    <a:pt x="4123" y="27"/>
                  </a:cubicBezTo>
                  <a:lnTo>
                    <a:pt x="3641" y="27"/>
                  </a:lnTo>
                  <a:cubicBezTo>
                    <a:pt x="3373" y="1392"/>
                    <a:pt x="3186" y="2784"/>
                    <a:pt x="3079" y="4176"/>
                  </a:cubicBezTo>
                  <a:cubicBezTo>
                    <a:pt x="3025" y="4818"/>
                    <a:pt x="2972" y="5380"/>
                    <a:pt x="2918" y="5675"/>
                  </a:cubicBezTo>
                  <a:cubicBezTo>
                    <a:pt x="2035" y="10492"/>
                    <a:pt x="1366" y="14855"/>
                    <a:pt x="884" y="19057"/>
                  </a:cubicBezTo>
                  <a:cubicBezTo>
                    <a:pt x="830" y="19512"/>
                    <a:pt x="777" y="19941"/>
                    <a:pt x="723" y="20396"/>
                  </a:cubicBezTo>
                  <a:cubicBezTo>
                    <a:pt x="375" y="23152"/>
                    <a:pt x="1" y="25990"/>
                    <a:pt x="777" y="28773"/>
                  </a:cubicBezTo>
                  <a:lnTo>
                    <a:pt x="830" y="28880"/>
                  </a:lnTo>
                  <a:lnTo>
                    <a:pt x="938" y="28934"/>
                  </a:lnTo>
                  <a:cubicBezTo>
                    <a:pt x="1071" y="28961"/>
                    <a:pt x="1232" y="28987"/>
                    <a:pt x="1366" y="28987"/>
                  </a:cubicBezTo>
                  <a:cubicBezTo>
                    <a:pt x="2731" y="28987"/>
                    <a:pt x="4417" y="27167"/>
                    <a:pt x="6505" y="23474"/>
                  </a:cubicBezTo>
                  <a:lnTo>
                    <a:pt x="6639" y="23206"/>
                  </a:lnTo>
                  <a:cubicBezTo>
                    <a:pt x="8700" y="19753"/>
                    <a:pt x="10225" y="15872"/>
                    <a:pt x="11697" y="12125"/>
                  </a:cubicBezTo>
                  <a:cubicBezTo>
                    <a:pt x="12366" y="10412"/>
                    <a:pt x="13062" y="8619"/>
                    <a:pt x="13785" y="6933"/>
                  </a:cubicBezTo>
                  <a:cubicBezTo>
                    <a:pt x="14749" y="4765"/>
                    <a:pt x="15766" y="2570"/>
                    <a:pt x="16756" y="429"/>
                  </a:cubicBezTo>
                  <a:lnTo>
                    <a:pt x="16970" y="0"/>
                  </a:ln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0" name="Google Shape;4160;p73"/>
            <p:cNvSpPr/>
            <p:nvPr/>
          </p:nvSpPr>
          <p:spPr>
            <a:xfrm>
              <a:off x="6735025" y="2133463"/>
              <a:ext cx="707300" cy="946850"/>
            </a:xfrm>
            <a:custGeom>
              <a:avLst/>
              <a:gdLst/>
              <a:ahLst/>
              <a:cxnLst/>
              <a:rect l="l" t="t" r="r" b="b"/>
              <a:pathLst>
                <a:path w="28292" h="37874" extrusionOk="0">
                  <a:moveTo>
                    <a:pt x="27836" y="0"/>
                  </a:moveTo>
                  <a:cubicBezTo>
                    <a:pt x="26338" y="3453"/>
                    <a:pt x="24892" y="6959"/>
                    <a:pt x="23581" y="10492"/>
                  </a:cubicBezTo>
                  <a:cubicBezTo>
                    <a:pt x="21868" y="15444"/>
                    <a:pt x="20021" y="20422"/>
                    <a:pt x="18121" y="25294"/>
                  </a:cubicBezTo>
                  <a:cubicBezTo>
                    <a:pt x="16970" y="28345"/>
                    <a:pt x="15551" y="31262"/>
                    <a:pt x="13892" y="34046"/>
                  </a:cubicBezTo>
                  <a:cubicBezTo>
                    <a:pt x="12171" y="36308"/>
                    <a:pt x="10283" y="37439"/>
                    <a:pt x="8258" y="37439"/>
                  </a:cubicBezTo>
                  <a:cubicBezTo>
                    <a:pt x="7479" y="37439"/>
                    <a:pt x="6680" y="37271"/>
                    <a:pt x="5862" y="36937"/>
                  </a:cubicBezTo>
                  <a:cubicBezTo>
                    <a:pt x="2730" y="35625"/>
                    <a:pt x="1312" y="32360"/>
                    <a:pt x="428" y="29683"/>
                  </a:cubicBezTo>
                  <a:cubicBezTo>
                    <a:pt x="268" y="29201"/>
                    <a:pt x="107" y="28693"/>
                    <a:pt x="0" y="28211"/>
                  </a:cubicBezTo>
                  <a:lnTo>
                    <a:pt x="0" y="28211"/>
                  </a:lnTo>
                  <a:lnTo>
                    <a:pt x="27" y="29978"/>
                  </a:lnTo>
                  <a:cubicBezTo>
                    <a:pt x="910" y="32735"/>
                    <a:pt x="2409" y="36000"/>
                    <a:pt x="5675" y="37338"/>
                  </a:cubicBezTo>
                  <a:cubicBezTo>
                    <a:pt x="6477" y="37686"/>
                    <a:pt x="7361" y="37874"/>
                    <a:pt x="8244" y="37874"/>
                  </a:cubicBezTo>
                  <a:cubicBezTo>
                    <a:pt x="10412" y="37874"/>
                    <a:pt x="12446" y="36669"/>
                    <a:pt x="14266" y="34314"/>
                  </a:cubicBezTo>
                  <a:cubicBezTo>
                    <a:pt x="15926" y="31503"/>
                    <a:pt x="17371" y="28532"/>
                    <a:pt x="18522" y="25481"/>
                  </a:cubicBezTo>
                  <a:cubicBezTo>
                    <a:pt x="20422" y="20583"/>
                    <a:pt x="22269" y="15578"/>
                    <a:pt x="23982" y="10653"/>
                  </a:cubicBezTo>
                  <a:cubicBezTo>
                    <a:pt x="25320" y="7066"/>
                    <a:pt x="26793" y="3507"/>
                    <a:pt x="28291" y="0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1" name="Google Shape;4161;p73"/>
            <p:cNvSpPr/>
            <p:nvPr/>
          </p:nvSpPr>
          <p:spPr>
            <a:xfrm>
              <a:off x="6727000" y="2134138"/>
              <a:ext cx="111750" cy="382750"/>
            </a:xfrm>
            <a:custGeom>
              <a:avLst/>
              <a:gdLst/>
              <a:ahLst/>
              <a:cxnLst/>
              <a:rect l="l" t="t" r="r" b="b"/>
              <a:pathLst>
                <a:path w="4470" h="15310" extrusionOk="0">
                  <a:moveTo>
                    <a:pt x="3961" y="0"/>
                  </a:moveTo>
                  <a:cubicBezTo>
                    <a:pt x="2837" y="2757"/>
                    <a:pt x="1874" y="5567"/>
                    <a:pt x="1071" y="8431"/>
                  </a:cubicBezTo>
                  <a:cubicBezTo>
                    <a:pt x="696" y="9850"/>
                    <a:pt x="321" y="11375"/>
                    <a:pt x="0" y="12981"/>
                  </a:cubicBezTo>
                  <a:lnTo>
                    <a:pt x="54" y="15310"/>
                  </a:lnTo>
                  <a:cubicBezTo>
                    <a:pt x="428" y="13035"/>
                    <a:pt x="910" y="10760"/>
                    <a:pt x="1526" y="8511"/>
                  </a:cubicBezTo>
                  <a:cubicBezTo>
                    <a:pt x="2329" y="5621"/>
                    <a:pt x="3319" y="2784"/>
                    <a:pt x="4470" y="0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2" name="Google Shape;4162;p73"/>
            <p:cNvSpPr/>
            <p:nvPr/>
          </p:nvSpPr>
          <p:spPr>
            <a:xfrm>
              <a:off x="6740375" y="3166613"/>
              <a:ext cx="334600" cy="360025"/>
            </a:xfrm>
            <a:custGeom>
              <a:avLst/>
              <a:gdLst/>
              <a:ahLst/>
              <a:cxnLst/>
              <a:rect l="l" t="t" r="r" b="b"/>
              <a:pathLst>
                <a:path w="13384" h="14401" extrusionOk="0">
                  <a:moveTo>
                    <a:pt x="0" y="0"/>
                  </a:moveTo>
                  <a:lnTo>
                    <a:pt x="0" y="803"/>
                  </a:lnTo>
                  <a:cubicBezTo>
                    <a:pt x="669" y="1686"/>
                    <a:pt x="1392" y="2543"/>
                    <a:pt x="2142" y="3373"/>
                  </a:cubicBezTo>
                  <a:cubicBezTo>
                    <a:pt x="3480" y="4791"/>
                    <a:pt x="4925" y="6156"/>
                    <a:pt x="6451" y="7414"/>
                  </a:cubicBezTo>
                  <a:cubicBezTo>
                    <a:pt x="7736" y="8512"/>
                    <a:pt x="9074" y="9663"/>
                    <a:pt x="10252" y="10894"/>
                  </a:cubicBezTo>
                  <a:cubicBezTo>
                    <a:pt x="11269" y="11964"/>
                    <a:pt x="12125" y="13142"/>
                    <a:pt x="12848" y="14400"/>
                  </a:cubicBezTo>
                  <a:lnTo>
                    <a:pt x="13383" y="14400"/>
                  </a:lnTo>
                  <a:cubicBezTo>
                    <a:pt x="12634" y="13008"/>
                    <a:pt x="11697" y="11724"/>
                    <a:pt x="10600" y="10599"/>
                  </a:cubicBezTo>
                  <a:cubicBezTo>
                    <a:pt x="9395" y="9341"/>
                    <a:pt x="8057" y="8217"/>
                    <a:pt x="6772" y="7066"/>
                  </a:cubicBezTo>
                  <a:cubicBezTo>
                    <a:pt x="5273" y="5835"/>
                    <a:pt x="3828" y="4497"/>
                    <a:pt x="2490" y="3052"/>
                  </a:cubicBezTo>
                  <a:cubicBezTo>
                    <a:pt x="1606" y="2088"/>
                    <a:pt x="777" y="1044"/>
                    <a:pt x="0" y="0"/>
                  </a:cubicBezTo>
                  <a:close/>
                </a:path>
              </a:pathLst>
            </a:custGeom>
            <a:solidFill>
              <a:srgbClr val="5E2A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3" name="Google Shape;4163;p73"/>
            <p:cNvSpPr/>
            <p:nvPr/>
          </p:nvSpPr>
          <p:spPr>
            <a:xfrm>
              <a:off x="8746450" y="2099988"/>
              <a:ext cx="51550" cy="1470125"/>
            </a:xfrm>
            <a:custGeom>
              <a:avLst/>
              <a:gdLst/>
              <a:ahLst/>
              <a:cxnLst/>
              <a:rect l="l" t="t" r="r" b="b"/>
              <a:pathLst>
                <a:path w="2062" h="58805" extrusionOk="0">
                  <a:moveTo>
                    <a:pt x="1" y="1"/>
                  </a:moveTo>
                  <a:lnTo>
                    <a:pt x="1" y="58805"/>
                  </a:lnTo>
                  <a:lnTo>
                    <a:pt x="2062" y="58805"/>
                  </a:lnTo>
                  <a:lnTo>
                    <a:pt x="2062" y="1"/>
                  </a:ln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4" name="Google Shape;4164;p73"/>
            <p:cNvSpPr/>
            <p:nvPr/>
          </p:nvSpPr>
          <p:spPr>
            <a:xfrm>
              <a:off x="7503850" y="2099988"/>
              <a:ext cx="51550" cy="1470125"/>
            </a:xfrm>
            <a:custGeom>
              <a:avLst/>
              <a:gdLst/>
              <a:ahLst/>
              <a:cxnLst/>
              <a:rect l="l" t="t" r="r" b="b"/>
              <a:pathLst>
                <a:path w="2062" h="58805" extrusionOk="0">
                  <a:moveTo>
                    <a:pt x="1" y="1"/>
                  </a:moveTo>
                  <a:lnTo>
                    <a:pt x="1" y="58805"/>
                  </a:lnTo>
                  <a:lnTo>
                    <a:pt x="2062" y="58805"/>
                  </a:lnTo>
                  <a:lnTo>
                    <a:pt x="2062" y="1"/>
                  </a:ln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5" name="Google Shape;4165;p73"/>
          <p:cNvSpPr/>
          <p:nvPr/>
        </p:nvSpPr>
        <p:spPr>
          <a:xfrm>
            <a:off x="645117" y="1469167"/>
            <a:ext cx="1512530" cy="1513003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9EBAB">
                  <a:alpha val="21960"/>
                  <a:alpha val="21910"/>
                </a:srgbClr>
              </a:gs>
              <a:gs pos="41000">
                <a:srgbClr val="F9EBAB">
                  <a:alpha val="53333"/>
                  <a:alpha val="21910"/>
                </a:srgbClr>
              </a:gs>
              <a:gs pos="100000">
                <a:srgbClr val="F9EBAB">
                  <a:alpha val="77254"/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6" name="Google Shape;4166;p73"/>
          <p:cNvSpPr txBox="1">
            <a:spLocks noGrp="1"/>
          </p:cNvSpPr>
          <p:nvPr>
            <p:ph type="title" idx="2"/>
          </p:nvPr>
        </p:nvSpPr>
        <p:spPr>
          <a:xfrm>
            <a:off x="748132" y="1829068"/>
            <a:ext cx="1306500" cy="7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167" name="Google Shape;4167;p73"/>
          <p:cNvGrpSpPr/>
          <p:nvPr/>
        </p:nvGrpSpPr>
        <p:grpSpPr>
          <a:xfrm>
            <a:off x="4281100" y="1317949"/>
            <a:ext cx="648376" cy="880878"/>
            <a:chOff x="638276" y="3526008"/>
            <a:chExt cx="714936" cy="971200"/>
          </a:xfrm>
        </p:grpSpPr>
        <p:sp>
          <p:nvSpPr>
            <p:cNvPr id="4168" name="Google Shape;4168;p73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69" name="Google Shape;4169;p73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4170" name="Google Shape;4170;p73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1" name="Google Shape;4171;p73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2" name="Google Shape;4172;p73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3" name="Google Shape;4173;p73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4" name="Google Shape;4174;p73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5" name="Google Shape;4175;p73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6" name="Google Shape;4176;p73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7" name="Google Shape;4177;p73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8" name="Google Shape;4178;p73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9" name="Google Shape;4179;p73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0" name="Google Shape;4180;p73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1" name="Google Shape;4181;p73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2" name="Google Shape;4182;p73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3" name="Google Shape;4183;p73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4" name="Google Shape;4184;p73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5" name="Google Shape;4185;p73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6" name="Google Shape;4186;p73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7" name="Google Shape;4187;p73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8" name="Google Shape;4188;p73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9" name="Google Shape;4189;p73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0" name="Google Shape;4190;p73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1" name="Google Shape;4191;p73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2" name="Google Shape;4192;p73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3" name="Google Shape;4193;p73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4" name="Google Shape;4194;p73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5" name="Google Shape;4195;p73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96" name="Google Shape;4196;p73"/>
          <p:cNvGrpSpPr/>
          <p:nvPr/>
        </p:nvGrpSpPr>
        <p:grpSpPr>
          <a:xfrm>
            <a:off x="3022475" y="1886475"/>
            <a:ext cx="714950" cy="378500"/>
            <a:chOff x="-1074225" y="4512538"/>
            <a:chExt cx="714950" cy="378500"/>
          </a:xfrm>
        </p:grpSpPr>
        <p:sp>
          <p:nvSpPr>
            <p:cNvPr id="4197" name="Google Shape;4197;p73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8" name="Google Shape;4198;p73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9" name="Google Shape;4199;p73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0" name="Google Shape;4200;p73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1" name="Google Shape;4201;p73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2" name="Google Shape;4202;p73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3" name="Google Shape;4203;p73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4" name="Google Shape;4204;p73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5" name="Google Shape;4205;p73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6" name="Google Shape;4206;p73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7" name="Google Shape;4207;p73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8" name="Google Shape;4208;p73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9" name="Google Shape;4209;p73"/>
          <p:cNvGrpSpPr/>
          <p:nvPr/>
        </p:nvGrpSpPr>
        <p:grpSpPr>
          <a:xfrm>
            <a:off x="713263" y="859708"/>
            <a:ext cx="3268775" cy="380199"/>
            <a:chOff x="975489" y="863689"/>
            <a:chExt cx="3268775" cy="380199"/>
          </a:xfrm>
        </p:grpSpPr>
        <p:grpSp>
          <p:nvGrpSpPr>
            <p:cNvPr id="4210" name="Google Shape;4210;p73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4211" name="Google Shape;4211;p73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2" name="Google Shape;4212;p73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3" name="Google Shape;4213;p73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4" name="Google Shape;4214;p73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5" name="Google Shape;4215;p73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6" name="Google Shape;4216;p73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7" name="Google Shape;4217;p73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8" name="Google Shape;4218;p73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9" name="Google Shape;4219;p73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0" name="Google Shape;4220;p73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1" name="Google Shape;4221;p73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2" name="Google Shape;4222;p73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3" name="Google Shape;4223;p73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4" name="Google Shape;4224;p73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5" name="Google Shape;4225;p73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73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73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8" name="Google Shape;4228;p73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9" name="Google Shape;4229;p73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0" name="Google Shape;4230;p73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1" name="Google Shape;4231;p73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2" name="Google Shape;4232;p73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3" name="Google Shape;4233;p73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4" name="Google Shape;4234;p73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5" name="Google Shape;4235;p73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6" name="Google Shape;4236;p73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7" name="Google Shape;4237;p73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8" name="Google Shape;4238;p73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9" name="Google Shape;4239;p73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0" name="Google Shape;4240;p73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1" name="Google Shape;4241;p73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2" name="Google Shape;4242;p73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3" name="Google Shape;4243;p73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4" name="Google Shape;4244;p73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5" name="Google Shape;4245;p73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6" name="Google Shape;4246;p73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7" name="Google Shape;4247;p73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8" name="Google Shape;4248;p73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9" name="Google Shape;4249;p73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0" name="Google Shape;4250;p73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1" name="Google Shape;4251;p73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2" name="Google Shape;4252;p73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3" name="Google Shape;4253;p73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4" name="Google Shape;4254;p73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5" name="Google Shape;4255;p73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6" name="Google Shape;4256;p73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7" name="Google Shape;4257;p73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8" name="Google Shape;4258;p73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9" name="Google Shape;4259;p73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0" name="Google Shape;4260;p73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1" name="Google Shape;4261;p73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2" name="Google Shape;4262;p73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3" name="Google Shape;4263;p73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4" name="Google Shape;4264;p73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5" name="Google Shape;4265;p73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6" name="Google Shape;4266;p73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7" name="Google Shape;4267;p73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8" name="Google Shape;4268;p73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9" name="Google Shape;4269;p73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0" name="Google Shape;4270;p73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73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73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73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73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4275;p73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73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73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73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73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73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73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73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73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73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5" name="Google Shape;4285;p73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73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7" name="Google Shape;4287;p73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8" name="Google Shape;4288;p73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9" name="Google Shape;4289;p73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73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73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73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73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73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73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73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73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73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73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73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73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73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73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73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73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73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73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73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73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73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73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73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73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73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73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73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17" name="Google Shape;4317;p73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73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73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73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73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73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73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73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73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73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7" name="Google Shape;4327;p73"/>
          <p:cNvGrpSpPr/>
          <p:nvPr/>
        </p:nvGrpSpPr>
        <p:grpSpPr>
          <a:xfrm flipH="1">
            <a:off x="5161963" y="859708"/>
            <a:ext cx="3268775" cy="380199"/>
            <a:chOff x="975489" y="863689"/>
            <a:chExt cx="3268775" cy="380199"/>
          </a:xfrm>
        </p:grpSpPr>
        <p:grpSp>
          <p:nvGrpSpPr>
            <p:cNvPr id="4328" name="Google Shape;4328;p73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4329" name="Google Shape;4329;p73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73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73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73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73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73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73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73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73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73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73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73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73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73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73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73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73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73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73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73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73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73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73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73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73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73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73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73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73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73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73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73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73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73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73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73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73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73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73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73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73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73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73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73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73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73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73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73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73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8" name="Google Shape;4378;p73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9" name="Google Shape;4379;p73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0" name="Google Shape;4380;p73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1" name="Google Shape;4381;p73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2" name="Google Shape;4382;p73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3" name="Google Shape;4383;p73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4" name="Google Shape;4384;p73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5" name="Google Shape;4385;p73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6" name="Google Shape;4386;p73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7" name="Google Shape;4387;p73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8" name="Google Shape;4388;p73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9" name="Google Shape;4389;p73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0" name="Google Shape;4390;p73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1" name="Google Shape;4391;p73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2" name="Google Shape;4392;p73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3" name="Google Shape;4393;p73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4" name="Google Shape;4394;p73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5" name="Google Shape;4395;p73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6" name="Google Shape;4396;p73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7" name="Google Shape;4397;p73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8" name="Google Shape;4398;p73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9" name="Google Shape;4399;p73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0" name="Google Shape;4400;p73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1" name="Google Shape;4401;p73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2" name="Google Shape;4402;p73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3" name="Google Shape;4403;p73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4" name="Google Shape;4404;p73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5" name="Google Shape;4405;p73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6" name="Google Shape;4406;p73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7" name="Google Shape;4407;p73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8" name="Google Shape;4408;p73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9" name="Google Shape;4409;p73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0" name="Google Shape;4410;p73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1" name="Google Shape;4411;p73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2" name="Google Shape;4412;p73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3" name="Google Shape;4413;p73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4" name="Google Shape;4414;p73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5" name="Google Shape;4415;p73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6" name="Google Shape;4416;p73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7" name="Google Shape;4417;p73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8" name="Google Shape;4418;p73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9" name="Google Shape;4419;p73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0" name="Google Shape;4420;p73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1" name="Google Shape;4421;p73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2" name="Google Shape;4422;p73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3" name="Google Shape;4423;p73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73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73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73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73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73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73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73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73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73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73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73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35" name="Google Shape;4435;p73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73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73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73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73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73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73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73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73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73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5" name="Google Shape;4445;p73"/>
          <p:cNvSpPr/>
          <p:nvPr/>
        </p:nvSpPr>
        <p:spPr>
          <a:xfrm>
            <a:off x="8550" y="122977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69"/>
          <p:cNvSpPr txBox="1">
            <a:spLocks noGrp="1"/>
          </p:cNvSpPr>
          <p:nvPr>
            <p:ph type="title"/>
          </p:nvPr>
        </p:nvSpPr>
        <p:spPr>
          <a:xfrm>
            <a:off x="1599675" y="608485"/>
            <a:ext cx="5910344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ventana de Registro es la interfaz que permite a nuevos usuarios inscribirse en </a:t>
            </a:r>
            <a:r>
              <a:rPr lang="es-MX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MX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BookHub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s-MX" dirty="0"/>
          </a:p>
        </p:txBody>
      </p:sp>
      <p:grpSp>
        <p:nvGrpSpPr>
          <p:cNvPr id="3428" name="Google Shape;3428;p69"/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/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/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074" name="Imagen 1">
            <a:extLst>
              <a:ext uri="{FF2B5EF4-FFF2-40B4-BE49-F238E27FC236}">
                <a16:creationId xmlns:a16="http://schemas.microsoft.com/office/drawing/2014/main" id="{47370BE8-6D16-8A99-38E1-D25226DBE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811" y="1416496"/>
            <a:ext cx="6115050" cy="2819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331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" name="Google Shape;5969;p87"/>
          <p:cNvSpPr/>
          <p:nvPr/>
        </p:nvSpPr>
        <p:spPr>
          <a:xfrm>
            <a:off x="6975890" y="1362267"/>
            <a:ext cx="1512530" cy="1513003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9EBAB">
                  <a:alpha val="21960"/>
                  <a:alpha val="21910"/>
                </a:srgbClr>
              </a:gs>
              <a:gs pos="41000">
                <a:srgbClr val="F9EBAB">
                  <a:alpha val="53333"/>
                  <a:alpha val="21910"/>
                </a:srgbClr>
              </a:gs>
              <a:gs pos="100000">
                <a:srgbClr val="F9EBAB">
                  <a:alpha val="77254"/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70" name="Google Shape;5970;p87"/>
          <p:cNvGrpSpPr/>
          <p:nvPr/>
        </p:nvGrpSpPr>
        <p:grpSpPr>
          <a:xfrm>
            <a:off x="713263" y="859708"/>
            <a:ext cx="3268775" cy="380199"/>
            <a:chOff x="975489" y="863689"/>
            <a:chExt cx="3268775" cy="380199"/>
          </a:xfrm>
        </p:grpSpPr>
        <p:grpSp>
          <p:nvGrpSpPr>
            <p:cNvPr id="5971" name="Google Shape;5971;p87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5972" name="Google Shape;5972;p87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3" name="Google Shape;5973;p87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4" name="Google Shape;5974;p87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5" name="Google Shape;5975;p87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6" name="Google Shape;5976;p87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7" name="Google Shape;5977;p87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8" name="Google Shape;5978;p87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9" name="Google Shape;5979;p87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0" name="Google Shape;5980;p87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1" name="Google Shape;5981;p87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2" name="Google Shape;5982;p87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3" name="Google Shape;5983;p87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4" name="Google Shape;5984;p87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5" name="Google Shape;5985;p87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6" name="Google Shape;5986;p87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7" name="Google Shape;5987;p87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8" name="Google Shape;5988;p87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9" name="Google Shape;5989;p87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0" name="Google Shape;5990;p87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1" name="Google Shape;5991;p87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2" name="Google Shape;5992;p87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3" name="Google Shape;5993;p87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4" name="Google Shape;5994;p87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5" name="Google Shape;5995;p87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6" name="Google Shape;5996;p87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7" name="Google Shape;5997;p87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8" name="Google Shape;5998;p87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9" name="Google Shape;5999;p87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0" name="Google Shape;6000;p87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1" name="Google Shape;6001;p87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2" name="Google Shape;6002;p87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3" name="Google Shape;6003;p87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4" name="Google Shape;6004;p87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5" name="Google Shape;6005;p87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6" name="Google Shape;6006;p87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7" name="Google Shape;6007;p87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8" name="Google Shape;6008;p87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9" name="Google Shape;6009;p87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0" name="Google Shape;6010;p87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1" name="Google Shape;6011;p87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2" name="Google Shape;6012;p87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3" name="Google Shape;6013;p87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4" name="Google Shape;6014;p87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5" name="Google Shape;6015;p87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6" name="Google Shape;6016;p87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7" name="Google Shape;6017;p87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8" name="Google Shape;6018;p87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9" name="Google Shape;6019;p87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0" name="Google Shape;6020;p87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1" name="Google Shape;6021;p87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2" name="Google Shape;6022;p87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3" name="Google Shape;6023;p87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4" name="Google Shape;6024;p87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5" name="Google Shape;6025;p87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6" name="Google Shape;6026;p87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7" name="Google Shape;6027;p87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8" name="Google Shape;6028;p87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9" name="Google Shape;6029;p87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0" name="Google Shape;6030;p87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1" name="Google Shape;6031;p87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2" name="Google Shape;6032;p87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3" name="Google Shape;6033;p87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4" name="Google Shape;6034;p87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5" name="Google Shape;6035;p87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6" name="Google Shape;6036;p87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7" name="Google Shape;6037;p87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8" name="Google Shape;6038;p87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9" name="Google Shape;6039;p87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0" name="Google Shape;6040;p87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1" name="Google Shape;6041;p87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2" name="Google Shape;6042;p87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3" name="Google Shape;6043;p87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4" name="Google Shape;6044;p87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5" name="Google Shape;6045;p87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6" name="Google Shape;6046;p87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7" name="Google Shape;6047;p87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8" name="Google Shape;6048;p87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9" name="Google Shape;6049;p87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0" name="Google Shape;6050;p87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1" name="Google Shape;6051;p87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2" name="Google Shape;6052;p87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3" name="Google Shape;6053;p87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4" name="Google Shape;6054;p87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5" name="Google Shape;6055;p87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6" name="Google Shape;6056;p87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7" name="Google Shape;6057;p87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8" name="Google Shape;6058;p87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9" name="Google Shape;6059;p87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0" name="Google Shape;6060;p87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1" name="Google Shape;6061;p87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2" name="Google Shape;6062;p87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3" name="Google Shape;6063;p87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4" name="Google Shape;6064;p87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5" name="Google Shape;6065;p87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6" name="Google Shape;6066;p87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7" name="Google Shape;6067;p87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8" name="Google Shape;6068;p87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9" name="Google Shape;6069;p87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0" name="Google Shape;6070;p87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1" name="Google Shape;6071;p87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2" name="Google Shape;6072;p87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3" name="Google Shape;6073;p87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4" name="Google Shape;6074;p87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5" name="Google Shape;6075;p87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6" name="Google Shape;6076;p87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7" name="Google Shape;6077;p87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78" name="Google Shape;6078;p87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87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87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87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87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87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6084;p87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87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87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87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8" name="Google Shape;6088;p87"/>
          <p:cNvGrpSpPr/>
          <p:nvPr/>
        </p:nvGrpSpPr>
        <p:grpSpPr>
          <a:xfrm flipH="1">
            <a:off x="5161963" y="859708"/>
            <a:ext cx="3268775" cy="380199"/>
            <a:chOff x="975489" y="863689"/>
            <a:chExt cx="3268775" cy="380199"/>
          </a:xfrm>
        </p:grpSpPr>
        <p:grpSp>
          <p:nvGrpSpPr>
            <p:cNvPr id="6089" name="Google Shape;6089;p87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6090" name="Google Shape;6090;p87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1" name="Google Shape;6091;p87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2" name="Google Shape;6092;p87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3" name="Google Shape;6093;p87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4" name="Google Shape;6094;p87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5" name="Google Shape;6095;p87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6" name="Google Shape;6096;p87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7" name="Google Shape;6097;p87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8" name="Google Shape;6098;p87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9" name="Google Shape;6099;p87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0" name="Google Shape;6100;p87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1" name="Google Shape;6101;p87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2" name="Google Shape;6102;p87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3" name="Google Shape;6103;p87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4" name="Google Shape;6104;p87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5" name="Google Shape;6105;p87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6" name="Google Shape;6106;p87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7" name="Google Shape;6107;p87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8" name="Google Shape;6108;p87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9" name="Google Shape;6109;p87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0" name="Google Shape;6110;p87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1" name="Google Shape;6111;p87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2" name="Google Shape;6112;p87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3" name="Google Shape;6113;p87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4" name="Google Shape;6114;p87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5" name="Google Shape;6115;p87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6" name="Google Shape;6116;p87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7" name="Google Shape;6117;p87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8" name="Google Shape;6118;p87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9" name="Google Shape;6119;p87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0" name="Google Shape;6120;p87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1" name="Google Shape;6121;p87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2" name="Google Shape;6122;p87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3" name="Google Shape;6123;p87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4" name="Google Shape;6124;p87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5" name="Google Shape;6125;p87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6" name="Google Shape;6126;p87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7" name="Google Shape;6127;p87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8" name="Google Shape;6128;p87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9" name="Google Shape;6129;p87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0" name="Google Shape;6130;p87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1" name="Google Shape;6131;p87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2" name="Google Shape;6132;p87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3" name="Google Shape;6133;p87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4" name="Google Shape;6134;p87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5" name="Google Shape;6135;p87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6" name="Google Shape;6136;p87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7" name="Google Shape;6137;p87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8" name="Google Shape;6138;p87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9" name="Google Shape;6139;p87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0" name="Google Shape;6140;p87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1" name="Google Shape;6141;p87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2" name="Google Shape;6142;p87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3" name="Google Shape;6143;p87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4" name="Google Shape;6144;p87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5" name="Google Shape;6145;p87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6" name="Google Shape;6146;p87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7" name="Google Shape;6147;p87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8" name="Google Shape;6148;p87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9" name="Google Shape;6149;p87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0" name="Google Shape;6150;p87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1" name="Google Shape;6151;p87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2" name="Google Shape;6152;p87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3" name="Google Shape;6153;p87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4" name="Google Shape;6154;p87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5" name="Google Shape;6155;p87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6" name="Google Shape;6156;p87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7" name="Google Shape;6157;p87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8" name="Google Shape;6158;p87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9" name="Google Shape;6159;p87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0" name="Google Shape;6160;p87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1" name="Google Shape;6161;p87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2" name="Google Shape;6162;p87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3" name="Google Shape;6163;p87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4" name="Google Shape;6164;p87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5" name="Google Shape;6165;p87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6" name="Google Shape;6166;p87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7" name="Google Shape;6167;p87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8" name="Google Shape;6168;p87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9" name="Google Shape;6169;p87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0" name="Google Shape;6170;p87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1" name="Google Shape;6171;p87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2" name="Google Shape;6172;p87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3" name="Google Shape;6173;p87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4" name="Google Shape;6174;p87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5" name="Google Shape;6175;p87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6" name="Google Shape;6176;p87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7" name="Google Shape;6177;p87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8" name="Google Shape;6178;p87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9" name="Google Shape;6179;p87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0" name="Google Shape;6180;p87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1" name="Google Shape;6181;p87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2" name="Google Shape;6182;p87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3" name="Google Shape;6183;p87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4" name="Google Shape;6184;p87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5" name="Google Shape;6185;p87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6" name="Google Shape;6186;p87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7" name="Google Shape;6187;p87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8" name="Google Shape;6188;p87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9" name="Google Shape;6189;p87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0" name="Google Shape;6190;p87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1" name="Google Shape;6191;p87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2" name="Google Shape;6192;p87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3" name="Google Shape;6193;p87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4" name="Google Shape;6194;p87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5" name="Google Shape;6195;p87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96" name="Google Shape;6196;p87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87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87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87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87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87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87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87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87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87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06" name="Google Shape;6206;p87"/>
          <p:cNvSpPr/>
          <p:nvPr/>
        </p:nvSpPr>
        <p:spPr>
          <a:xfrm>
            <a:off x="8550" y="122977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07" name="Google Shape;6207;p87"/>
          <p:cNvGrpSpPr/>
          <p:nvPr/>
        </p:nvGrpSpPr>
        <p:grpSpPr>
          <a:xfrm>
            <a:off x="3075330" y="4098610"/>
            <a:ext cx="795165" cy="401643"/>
            <a:chOff x="760658" y="4632187"/>
            <a:chExt cx="795165" cy="401643"/>
          </a:xfrm>
        </p:grpSpPr>
        <p:sp>
          <p:nvSpPr>
            <p:cNvPr id="6208" name="Google Shape;6208;p87"/>
            <p:cNvSpPr/>
            <p:nvPr/>
          </p:nvSpPr>
          <p:spPr>
            <a:xfrm>
              <a:off x="932345" y="4784242"/>
              <a:ext cx="301263" cy="21157"/>
            </a:xfrm>
            <a:custGeom>
              <a:avLst/>
              <a:gdLst/>
              <a:ahLst/>
              <a:cxnLst/>
              <a:rect l="l" t="t" r="r" b="b"/>
              <a:pathLst>
                <a:path w="4343" h="305" extrusionOk="0">
                  <a:moveTo>
                    <a:pt x="85" y="0"/>
                  </a:moveTo>
                  <a:cubicBezTo>
                    <a:pt x="43" y="0"/>
                    <a:pt x="1" y="63"/>
                    <a:pt x="1" y="147"/>
                  </a:cubicBezTo>
                  <a:cubicBezTo>
                    <a:pt x="1" y="231"/>
                    <a:pt x="43" y="304"/>
                    <a:pt x="85" y="304"/>
                  </a:cubicBezTo>
                  <a:lnTo>
                    <a:pt x="4342" y="304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09" name="Google Shape;6209;p87"/>
            <p:cNvGrpSpPr/>
            <p:nvPr/>
          </p:nvGrpSpPr>
          <p:grpSpPr>
            <a:xfrm>
              <a:off x="932345" y="4632187"/>
              <a:ext cx="623479" cy="173211"/>
              <a:chOff x="932345" y="4632187"/>
              <a:chExt cx="623479" cy="173211"/>
            </a:xfrm>
          </p:grpSpPr>
          <p:sp>
            <p:nvSpPr>
              <p:cNvPr id="6210" name="Google Shape;6210;p87"/>
              <p:cNvSpPr/>
              <p:nvPr/>
            </p:nvSpPr>
            <p:spPr>
              <a:xfrm>
                <a:off x="949826" y="4642384"/>
                <a:ext cx="312847" cy="153510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2213" extrusionOk="0">
                    <a:moveTo>
                      <a:pt x="0" y="0"/>
                    </a:moveTo>
                    <a:cubicBezTo>
                      <a:pt x="483" y="588"/>
                      <a:pt x="462" y="1657"/>
                      <a:pt x="0" y="2213"/>
                    </a:cubicBezTo>
                    <a:lnTo>
                      <a:pt x="4237" y="2213"/>
                    </a:lnTo>
                    <a:cubicBezTo>
                      <a:pt x="4510" y="2213"/>
                      <a:pt x="4510" y="0"/>
                      <a:pt x="4237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1" name="Google Shape;6211;p87"/>
              <p:cNvSpPr/>
              <p:nvPr/>
            </p:nvSpPr>
            <p:spPr>
              <a:xfrm>
                <a:off x="1194974" y="4632187"/>
                <a:ext cx="360850" cy="173211"/>
              </a:xfrm>
              <a:custGeom>
                <a:avLst/>
                <a:gdLst/>
                <a:ahLst/>
                <a:cxnLst/>
                <a:rect l="l" t="t" r="r" b="b"/>
                <a:pathLst>
                  <a:path w="5202" h="2497" extrusionOk="0">
                    <a:moveTo>
                      <a:pt x="126" y="1"/>
                    </a:moveTo>
                    <a:cubicBezTo>
                      <a:pt x="53" y="1"/>
                      <a:pt x="0" y="74"/>
                      <a:pt x="11" y="147"/>
                    </a:cubicBezTo>
                    <a:cubicBezTo>
                      <a:pt x="0" y="221"/>
                      <a:pt x="53" y="284"/>
                      <a:pt x="126" y="294"/>
                    </a:cubicBezTo>
                    <a:lnTo>
                      <a:pt x="262" y="294"/>
                    </a:lnTo>
                    <a:cubicBezTo>
                      <a:pt x="619" y="294"/>
                      <a:pt x="619" y="2192"/>
                      <a:pt x="262" y="2192"/>
                    </a:cubicBezTo>
                    <a:lnTo>
                      <a:pt x="126" y="2192"/>
                    </a:lnTo>
                    <a:cubicBezTo>
                      <a:pt x="53" y="2203"/>
                      <a:pt x="0" y="2266"/>
                      <a:pt x="11" y="2339"/>
                    </a:cubicBezTo>
                    <a:cubicBezTo>
                      <a:pt x="0" y="2412"/>
                      <a:pt x="53" y="2486"/>
                      <a:pt x="126" y="2496"/>
                    </a:cubicBezTo>
                    <a:lnTo>
                      <a:pt x="4258" y="2496"/>
                    </a:lnTo>
                    <a:cubicBezTo>
                      <a:pt x="5202" y="2496"/>
                      <a:pt x="5202" y="1"/>
                      <a:pt x="42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2" name="Google Shape;6212;p87"/>
              <p:cNvSpPr/>
              <p:nvPr/>
            </p:nvSpPr>
            <p:spPr>
              <a:xfrm>
                <a:off x="932345" y="4632187"/>
                <a:ext cx="301263" cy="20463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295" extrusionOk="0">
                    <a:moveTo>
                      <a:pt x="85" y="1"/>
                    </a:moveTo>
                    <a:cubicBezTo>
                      <a:pt x="43" y="1"/>
                      <a:pt x="1" y="63"/>
                      <a:pt x="1" y="147"/>
                    </a:cubicBezTo>
                    <a:cubicBezTo>
                      <a:pt x="1" y="231"/>
                      <a:pt x="43" y="294"/>
                      <a:pt x="85" y="294"/>
                    </a:cubicBezTo>
                    <a:lnTo>
                      <a:pt x="4342" y="294"/>
                    </a:lnTo>
                    <a:lnTo>
                      <a:pt x="434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3" name="Google Shape;6213;p87"/>
              <p:cNvSpPr/>
              <p:nvPr/>
            </p:nvSpPr>
            <p:spPr>
              <a:xfrm>
                <a:off x="963630" y="4696214"/>
                <a:ext cx="211016" cy="79773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1150" extrusionOk="0">
                    <a:moveTo>
                      <a:pt x="127" y="0"/>
                    </a:moveTo>
                    <a:cubicBezTo>
                      <a:pt x="189" y="367"/>
                      <a:pt x="147" y="745"/>
                      <a:pt x="1" y="1091"/>
                    </a:cubicBezTo>
                    <a:lnTo>
                      <a:pt x="231" y="1112"/>
                    </a:lnTo>
                    <a:cubicBezTo>
                      <a:pt x="570" y="1138"/>
                      <a:pt x="896" y="1150"/>
                      <a:pt x="1197" y="1150"/>
                    </a:cubicBezTo>
                    <a:cubicBezTo>
                      <a:pt x="2247" y="1150"/>
                      <a:pt x="3004" y="1002"/>
                      <a:pt x="3021" y="766"/>
                    </a:cubicBezTo>
                    <a:cubicBezTo>
                      <a:pt x="3042" y="462"/>
                      <a:pt x="1836" y="126"/>
                      <a:pt x="315" y="11"/>
                    </a:cubicBez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4" name="Google Shape;6214;p87"/>
              <p:cNvSpPr/>
              <p:nvPr/>
            </p:nvSpPr>
            <p:spPr>
              <a:xfrm>
                <a:off x="1043681" y="4671449"/>
                <a:ext cx="157187" cy="6659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96" extrusionOk="0">
                    <a:moveTo>
                      <a:pt x="1133" y="1"/>
                    </a:moveTo>
                    <a:cubicBezTo>
                      <a:pt x="504" y="1"/>
                      <a:pt x="0" y="22"/>
                      <a:pt x="0" y="53"/>
                    </a:cubicBezTo>
                    <a:cubicBezTo>
                      <a:pt x="0" y="74"/>
                      <a:pt x="504" y="95"/>
                      <a:pt x="1133" y="95"/>
                    </a:cubicBezTo>
                    <a:cubicBezTo>
                      <a:pt x="1751" y="95"/>
                      <a:pt x="2265" y="74"/>
                      <a:pt x="2265" y="53"/>
                    </a:cubicBezTo>
                    <a:cubicBezTo>
                      <a:pt x="2265" y="22"/>
                      <a:pt x="1751" y="1"/>
                      <a:pt x="1133" y="1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5" name="Google Shape;6215;p87"/>
              <p:cNvSpPr/>
              <p:nvPr/>
            </p:nvSpPr>
            <p:spPr>
              <a:xfrm>
                <a:off x="1008026" y="4730413"/>
                <a:ext cx="203039" cy="4440"/>
              </a:xfrm>
              <a:custGeom>
                <a:avLst/>
                <a:gdLst/>
                <a:ahLst/>
                <a:cxnLst/>
                <a:rect l="l" t="t" r="r" b="b"/>
                <a:pathLst>
                  <a:path w="2927" h="64" extrusionOk="0">
                    <a:moveTo>
                      <a:pt x="1458" y="0"/>
                    </a:moveTo>
                    <a:cubicBezTo>
                      <a:pt x="650" y="0"/>
                      <a:pt x="0" y="11"/>
                      <a:pt x="0" y="32"/>
                    </a:cubicBezTo>
                    <a:cubicBezTo>
                      <a:pt x="0" y="42"/>
                      <a:pt x="650" y="63"/>
                      <a:pt x="1458" y="63"/>
                    </a:cubicBezTo>
                    <a:cubicBezTo>
                      <a:pt x="2265" y="63"/>
                      <a:pt x="2926" y="42"/>
                      <a:pt x="2926" y="32"/>
                    </a:cubicBezTo>
                    <a:cubicBezTo>
                      <a:pt x="2926" y="11"/>
                      <a:pt x="2265" y="0"/>
                      <a:pt x="1458" y="0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16" name="Google Shape;6216;p87"/>
            <p:cNvSpPr/>
            <p:nvPr/>
          </p:nvSpPr>
          <p:spPr>
            <a:xfrm>
              <a:off x="760658" y="4803874"/>
              <a:ext cx="271435" cy="17550"/>
            </a:xfrm>
            <a:custGeom>
              <a:avLst/>
              <a:gdLst/>
              <a:ahLst/>
              <a:cxnLst/>
              <a:rect l="l" t="t" r="r" b="b"/>
              <a:pathLst>
                <a:path w="3913" h="253" extrusionOk="0">
                  <a:moveTo>
                    <a:pt x="116" y="0"/>
                  </a:moveTo>
                  <a:cubicBezTo>
                    <a:pt x="1" y="42"/>
                    <a:pt x="1" y="210"/>
                    <a:pt x="116" y="252"/>
                  </a:cubicBezTo>
                  <a:lnTo>
                    <a:pt x="3912" y="252"/>
                  </a:ln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17" name="Google Shape;6217;p87"/>
            <p:cNvGrpSpPr/>
            <p:nvPr/>
          </p:nvGrpSpPr>
          <p:grpSpPr>
            <a:xfrm>
              <a:off x="760658" y="4803874"/>
              <a:ext cx="700615" cy="229956"/>
              <a:chOff x="760658" y="4803874"/>
              <a:chExt cx="700615" cy="229956"/>
            </a:xfrm>
          </p:grpSpPr>
          <p:sp>
            <p:nvSpPr>
              <p:cNvPr id="6218" name="Google Shape;6218;p87"/>
              <p:cNvSpPr/>
              <p:nvPr/>
            </p:nvSpPr>
            <p:spPr>
              <a:xfrm>
                <a:off x="786186" y="4821355"/>
                <a:ext cx="283019" cy="200819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2895" extrusionOk="0">
                    <a:moveTo>
                      <a:pt x="0" y="0"/>
                    </a:moveTo>
                    <a:cubicBezTo>
                      <a:pt x="325" y="923"/>
                      <a:pt x="262" y="1898"/>
                      <a:pt x="0" y="2894"/>
                    </a:cubicBezTo>
                    <a:lnTo>
                      <a:pt x="3775" y="2894"/>
                    </a:lnTo>
                    <a:cubicBezTo>
                      <a:pt x="3776" y="2894"/>
                      <a:pt x="3776" y="2894"/>
                      <a:pt x="3777" y="2894"/>
                    </a:cubicBezTo>
                    <a:cubicBezTo>
                      <a:pt x="4079" y="2894"/>
                      <a:pt x="4079" y="0"/>
                      <a:pt x="3775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9" name="Google Shape;6219;p87"/>
              <p:cNvSpPr/>
              <p:nvPr/>
            </p:nvSpPr>
            <p:spPr>
              <a:xfrm>
                <a:off x="781052" y="4812614"/>
                <a:ext cx="283019" cy="213166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3073" extrusionOk="0">
                    <a:moveTo>
                      <a:pt x="1" y="0"/>
                    </a:moveTo>
                    <a:cubicBezTo>
                      <a:pt x="126" y="294"/>
                      <a:pt x="221" y="598"/>
                      <a:pt x="263" y="913"/>
                    </a:cubicBezTo>
                    <a:cubicBezTo>
                      <a:pt x="1825" y="1122"/>
                      <a:pt x="3000" y="1668"/>
                      <a:pt x="2947" y="2181"/>
                    </a:cubicBezTo>
                    <a:cubicBezTo>
                      <a:pt x="2901" y="2642"/>
                      <a:pt x="1925" y="2932"/>
                      <a:pt x="622" y="2932"/>
                    </a:cubicBezTo>
                    <a:cubicBezTo>
                      <a:pt x="442" y="2932"/>
                      <a:pt x="255" y="2927"/>
                      <a:pt x="64" y="2915"/>
                    </a:cubicBezTo>
                    <a:cubicBezTo>
                      <a:pt x="53" y="2968"/>
                      <a:pt x="32" y="3020"/>
                      <a:pt x="11" y="3073"/>
                    </a:cubicBezTo>
                    <a:lnTo>
                      <a:pt x="3786" y="3073"/>
                    </a:lnTo>
                    <a:cubicBezTo>
                      <a:pt x="4080" y="3073"/>
                      <a:pt x="4080" y="0"/>
                      <a:pt x="3776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0" name="Google Shape;6220;p87"/>
              <p:cNvSpPr/>
              <p:nvPr/>
            </p:nvSpPr>
            <p:spPr>
              <a:xfrm>
                <a:off x="989088" y="4803874"/>
                <a:ext cx="472185" cy="229953"/>
              </a:xfrm>
              <a:custGeom>
                <a:avLst/>
                <a:gdLst/>
                <a:ahLst/>
                <a:cxnLst/>
                <a:rect l="l" t="t" r="r" b="b"/>
                <a:pathLst>
                  <a:path w="6807" h="3315" extrusionOk="0">
                    <a:moveTo>
                      <a:pt x="137" y="0"/>
                    </a:moveTo>
                    <a:cubicBezTo>
                      <a:pt x="64" y="0"/>
                      <a:pt x="1" y="53"/>
                      <a:pt x="1" y="126"/>
                    </a:cubicBezTo>
                    <a:cubicBezTo>
                      <a:pt x="1" y="200"/>
                      <a:pt x="64" y="252"/>
                      <a:pt x="137" y="252"/>
                    </a:cubicBezTo>
                    <a:lnTo>
                      <a:pt x="284" y="252"/>
                    </a:lnTo>
                    <a:cubicBezTo>
                      <a:pt x="693" y="252"/>
                      <a:pt x="693" y="3062"/>
                      <a:pt x="284" y="3062"/>
                    </a:cubicBezTo>
                    <a:lnTo>
                      <a:pt x="137" y="3062"/>
                    </a:lnTo>
                    <a:cubicBezTo>
                      <a:pt x="64" y="3062"/>
                      <a:pt x="1" y="3115"/>
                      <a:pt x="1" y="3188"/>
                    </a:cubicBezTo>
                    <a:cubicBezTo>
                      <a:pt x="1" y="3262"/>
                      <a:pt x="64" y="3314"/>
                      <a:pt x="137" y="3314"/>
                    </a:cubicBezTo>
                    <a:lnTo>
                      <a:pt x="5737" y="3314"/>
                    </a:lnTo>
                    <a:cubicBezTo>
                      <a:pt x="6806" y="3304"/>
                      <a:pt x="6806" y="0"/>
                      <a:pt x="57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1" name="Google Shape;6221;p87"/>
              <p:cNvSpPr/>
              <p:nvPr/>
            </p:nvSpPr>
            <p:spPr>
              <a:xfrm>
                <a:off x="761421" y="5016280"/>
                <a:ext cx="270672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02" h="253" extrusionOk="0">
                    <a:moveTo>
                      <a:pt x="105" y="0"/>
                    </a:moveTo>
                    <a:cubicBezTo>
                      <a:pt x="42" y="0"/>
                      <a:pt x="0" y="63"/>
                      <a:pt x="11" y="126"/>
                    </a:cubicBezTo>
                    <a:cubicBezTo>
                      <a:pt x="0" y="189"/>
                      <a:pt x="42" y="242"/>
                      <a:pt x="105" y="252"/>
                    </a:cubicBezTo>
                    <a:lnTo>
                      <a:pt x="3901" y="252"/>
                    </a:lnTo>
                    <a:lnTo>
                      <a:pt x="390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2" name="Google Shape;6222;p87"/>
              <p:cNvSpPr/>
              <p:nvPr/>
            </p:nvSpPr>
            <p:spPr>
              <a:xfrm>
                <a:off x="760658" y="4803874"/>
                <a:ext cx="483838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6975" h="2161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577" y="252"/>
                    </a:lnTo>
                    <a:cubicBezTo>
                      <a:pt x="3828" y="252"/>
                      <a:pt x="3933" y="1343"/>
                      <a:pt x="3870" y="2161"/>
                    </a:cubicBezTo>
                    <a:cubicBezTo>
                      <a:pt x="5045" y="1888"/>
                      <a:pt x="6094" y="1206"/>
                      <a:pt x="6807" y="231"/>
                    </a:cubicBezTo>
                    <a:cubicBezTo>
                      <a:pt x="6870" y="158"/>
                      <a:pt x="6922" y="74"/>
                      <a:pt x="69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3" name="Google Shape;6223;p87"/>
              <p:cNvSpPr/>
              <p:nvPr/>
            </p:nvSpPr>
            <p:spPr>
              <a:xfrm>
                <a:off x="1072053" y="4857704"/>
                <a:ext cx="48072" cy="122295"/>
              </a:xfrm>
              <a:custGeom>
                <a:avLst/>
                <a:gdLst/>
                <a:ahLst/>
                <a:cxnLst/>
                <a:rect l="l" t="t" r="r" b="b"/>
                <a:pathLst>
                  <a:path w="693" h="1763" extrusionOk="0">
                    <a:moveTo>
                      <a:pt x="0" y="0"/>
                    </a:moveTo>
                    <a:cubicBezTo>
                      <a:pt x="84" y="0"/>
                      <a:pt x="84" y="1762"/>
                      <a:pt x="0" y="1762"/>
                    </a:cubicBezTo>
                    <a:lnTo>
                      <a:pt x="598" y="1762"/>
                    </a:lnTo>
                    <a:cubicBezTo>
                      <a:pt x="692" y="1762"/>
                      <a:pt x="692" y="0"/>
                      <a:pt x="59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4" name="Google Shape;6224;p87"/>
              <p:cNvSpPr/>
              <p:nvPr/>
            </p:nvSpPr>
            <p:spPr>
              <a:xfrm>
                <a:off x="1138230" y="4878792"/>
                <a:ext cx="31354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154" extrusionOk="0">
                    <a:moveTo>
                      <a:pt x="0" y="0"/>
                    </a:moveTo>
                    <a:cubicBezTo>
                      <a:pt x="53" y="0"/>
                      <a:pt x="53" y="1154"/>
                      <a:pt x="0" y="1154"/>
                    </a:cubicBezTo>
                    <a:lnTo>
                      <a:pt x="388" y="1154"/>
                    </a:lnTo>
                    <a:cubicBezTo>
                      <a:pt x="451" y="1154"/>
                      <a:pt x="451" y="0"/>
                      <a:pt x="38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225" name="Google Shape;6225;p87"/>
          <p:cNvSpPr txBox="1">
            <a:spLocks noGrp="1"/>
          </p:cNvSpPr>
          <p:nvPr>
            <p:ph type="title"/>
          </p:nvPr>
        </p:nvSpPr>
        <p:spPr>
          <a:xfrm>
            <a:off x="3363175" y="2918054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Home</a:t>
            </a:r>
          </a:p>
        </p:txBody>
      </p:sp>
      <p:sp>
        <p:nvSpPr>
          <p:cNvPr id="6226" name="Google Shape;6226;p87"/>
          <p:cNvSpPr txBox="1">
            <a:spLocks noGrp="1"/>
          </p:cNvSpPr>
          <p:nvPr>
            <p:ph type="title" idx="2"/>
          </p:nvPr>
        </p:nvSpPr>
        <p:spPr>
          <a:xfrm>
            <a:off x="7078905" y="1697868"/>
            <a:ext cx="130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227" name="Google Shape;6227;p87"/>
          <p:cNvSpPr txBox="1">
            <a:spLocks noGrp="1"/>
          </p:cNvSpPr>
          <p:nvPr>
            <p:ph type="subTitle" idx="1"/>
          </p:nvPr>
        </p:nvSpPr>
        <p:spPr>
          <a:xfrm>
            <a:off x="3363175" y="3767078"/>
            <a:ext cx="50676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Page</a:t>
            </a:r>
            <a:endParaRPr dirty="0"/>
          </a:p>
        </p:txBody>
      </p:sp>
      <p:grpSp>
        <p:nvGrpSpPr>
          <p:cNvPr id="6228" name="Google Shape;6228;p87"/>
          <p:cNvGrpSpPr/>
          <p:nvPr/>
        </p:nvGrpSpPr>
        <p:grpSpPr>
          <a:xfrm flipH="1">
            <a:off x="713237" y="1771251"/>
            <a:ext cx="1785137" cy="2727071"/>
            <a:chOff x="4276575" y="4080625"/>
            <a:chExt cx="2331075" cy="3561075"/>
          </a:xfrm>
        </p:grpSpPr>
        <p:sp>
          <p:nvSpPr>
            <p:cNvPr id="6229" name="Google Shape;6229;p87"/>
            <p:cNvSpPr/>
            <p:nvPr/>
          </p:nvSpPr>
          <p:spPr>
            <a:xfrm>
              <a:off x="5912975" y="4879250"/>
              <a:ext cx="14200" cy="603550"/>
            </a:xfrm>
            <a:custGeom>
              <a:avLst/>
              <a:gdLst/>
              <a:ahLst/>
              <a:cxnLst/>
              <a:rect l="l" t="t" r="r" b="b"/>
              <a:pathLst>
                <a:path w="568" h="24142" extrusionOk="0">
                  <a:moveTo>
                    <a:pt x="1" y="0"/>
                  </a:moveTo>
                  <a:lnTo>
                    <a:pt x="1" y="24141"/>
                  </a:lnTo>
                  <a:lnTo>
                    <a:pt x="568" y="24141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87"/>
            <p:cNvSpPr/>
            <p:nvPr/>
          </p:nvSpPr>
          <p:spPr>
            <a:xfrm>
              <a:off x="5569350" y="4713850"/>
              <a:ext cx="35125" cy="2823900"/>
            </a:xfrm>
            <a:custGeom>
              <a:avLst/>
              <a:gdLst/>
              <a:ahLst/>
              <a:cxnLst/>
              <a:rect l="l" t="t" r="r" b="b"/>
              <a:pathLst>
                <a:path w="1405" h="112956" extrusionOk="0">
                  <a:moveTo>
                    <a:pt x="1" y="0"/>
                  </a:moveTo>
                  <a:lnTo>
                    <a:pt x="1" y="112955"/>
                  </a:lnTo>
                  <a:lnTo>
                    <a:pt x="1405" y="112955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87"/>
            <p:cNvSpPr/>
            <p:nvPr/>
          </p:nvSpPr>
          <p:spPr>
            <a:xfrm>
              <a:off x="5569350" y="4874525"/>
              <a:ext cx="35125" cy="615700"/>
            </a:xfrm>
            <a:custGeom>
              <a:avLst/>
              <a:gdLst/>
              <a:ahLst/>
              <a:cxnLst/>
              <a:rect l="l" t="t" r="r" b="b"/>
              <a:pathLst>
                <a:path w="1405" h="24628" extrusionOk="0">
                  <a:moveTo>
                    <a:pt x="1" y="0"/>
                  </a:moveTo>
                  <a:lnTo>
                    <a:pt x="1" y="24627"/>
                  </a:lnTo>
                  <a:lnTo>
                    <a:pt x="1405" y="24627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rgbClr val="A3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87"/>
            <p:cNvSpPr/>
            <p:nvPr/>
          </p:nvSpPr>
          <p:spPr>
            <a:xfrm>
              <a:off x="5569350" y="6403575"/>
              <a:ext cx="35125" cy="1134175"/>
            </a:xfrm>
            <a:custGeom>
              <a:avLst/>
              <a:gdLst/>
              <a:ahLst/>
              <a:cxnLst/>
              <a:rect l="l" t="t" r="r" b="b"/>
              <a:pathLst>
                <a:path w="1405" h="45367" extrusionOk="0">
                  <a:moveTo>
                    <a:pt x="1" y="1"/>
                  </a:moveTo>
                  <a:lnTo>
                    <a:pt x="1" y="45366"/>
                  </a:lnTo>
                  <a:lnTo>
                    <a:pt x="1405" y="45366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87"/>
            <p:cNvSpPr/>
            <p:nvPr/>
          </p:nvSpPr>
          <p:spPr>
            <a:xfrm>
              <a:off x="5029300" y="4080625"/>
              <a:ext cx="1114575" cy="720325"/>
            </a:xfrm>
            <a:custGeom>
              <a:avLst/>
              <a:gdLst/>
              <a:ahLst/>
              <a:cxnLst/>
              <a:rect l="l" t="t" r="r" b="b"/>
              <a:pathLst>
                <a:path w="44583" h="28813" extrusionOk="0">
                  <a:moveTo>
                    <a:pt x="6400" y="0"/>
                  </a:moveTo>
                  <a:cubicBezTo>
                    <a:pt x="4402" y="0"/>
                    <a:pt x="0" y="14582"/>
                    <a:pt x="0" y="28813"/>
                  </a:cubicBezTo>
                  <a:lnTo>
                    <a:pt x="44583" y="28813"/>
                  </a:lnTo>
                  <a:cubicBezTo>
                    <a:pt x="44583" y="16796"/>
                    <a:pt x="39938" y="0"/>
                    <a:pt x="38156" y="0"/>
                  </a:cubicBezTo>
                  <a:close/>
                </a:path>
              </a:pathLst>
            </a:custGeom>
            <a:solidFill>
              <a:srgbClr val="A0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87"/>
            <p:cNvSpPr/>
            <p:nvPr/>
          </p:nvSpPr>
          <p:spPr>
            <a:xfrm>
              <a:off x="5012400" y="4773325"/>
              <a:ext cx="1169175" cy="214050"/>
            </a:xfrm>
            <a:custGeom>
              <a:avLst/>
              <a:gdLst/>
              <a:ahLst/>
              <a:cxnLst/>
              <a:rect l="l" t="t" r="r" b="b"/>
              <a:pathLst>
                <a:path w="46767" h="8562" extrusionOk="0">
                  <a:moveTo>
                    <a:pt x="33637" y="0"/>
                  </a:moveTo>
                  <a:cubicBezTo>
                    <a:pt x="20452" y="0"/>
                    <a:pt x="757" y="24"/>
                    <a:pt x="757" y="24"/>
                  </a:cubicBezTo>
                  <a:cubicBezTo>
                    <a:pt x="649" y="2293"/>
                    <a:pt x="28" y="3427"/>
                    <a:pt x="1" y="4966"/>
                  </a:cubicBezTo>
                  <a:cubicBezTo>
                    <a:pt x="1" y="5749"/>
                    <a:pt x="298" y="7207"/>
                    <a:pt x="1810" y="7234"/>
                  </a:cubicBezTo>
                  <a:cubicBezTo>
                    <a:pt x="1851" y="7237"/>
                    <a:pt x="1892" y="7238"/>
                    <a:pt x="1933" y="7238"/>
                  </a:cubicBezTo>
                  <a:cubicBezTo>
                    <a:pt x="2772" y="7238"/>
                    <a:pt x="3498" y="6711"/>
                    <a:pt x="3781" y="5938"/>
                  </a:cubicBezTo>
                  <a:cubicBezTo>
                    <a:pt x="3843" y="6388"/>
                    <a:pt x="4213" y="7116"/>
                    <a:pt x="4788" y="7116"/>
                  </a:cubicBezTo>
                  <a:cubicBezTo>
                    <a:pt x="4972" y="7116"/>
                    <a:pt x="5178" y="7040"/>
                    <a:pt x="5402" y="6856"/>
                  </a:cubicBezTo>
                  <a:lnTo>
                    <a:pt x="5402" y="6856"/>
                  </a:lnTo>
                  <a:cubicBezTo>
                    <a:pt x="5243" y="7745"/>
                    <a:pt x="5804" y="8140"/>
                    <a:pt x="6475" y="8140"/>
                  </a:cubicBezTo>
                  <a:cubicBezTo>
                    <a:pt x="7292" y="8140"/>
                    <a:pt x="8274" y="7553"/>
                    <a:pt x="8318" y="6559"/>
                  </a:cubicBezTo>
                  <a:cubicBezTo>
                    <a:pt x="8345" y="7018"/>
                    <a:pt x="8669" y="7396"/>
                    <a:pt x="9101" y="7504"/>
                  </a:cubicBezTo>
                  <a:cubicBezTo>
                    <a:pt x="9140" y="7509"/>
                    <a:pt x="9178" y="7511"/>
                    <a:pt x="9215" y="7511"/>
                  </a:cubicBezTo>
                  <a:cubicBezTo>
                    <a:pt x="10051" y="7511"/>
                    <a:pt x="10411" y="6379"/>
                    <a:pt x="10721" y="5965"/>
                  </a:cubicBezTo>
                  <a:cubicBezTo>
                    <a:pt x="10848" y="6389"/>
                    <a:pt x="11241" y="6646"/>
                    <a:pt x="11653" y="6646"/>
                  </a:cubicBezTo>
                  <a:cubicBezTo>
                    <a:pt x="11766" y="6646"/>
                    <a:pt x="11880" y="6627"/>
                    <a:pt x="11990" y="6586"/>
                  </a:cubicBezTo>
                  <a:lnTo>
                    <a:pt x="11990" y="6586"/>
                  </a:lnTo>
                  <a:cubicBezTo>
                    <a:pt x="11936" y="7207"/>
                    <a:pt x="11693" y="8207"/>
                    <a:pt x="12693" y="8504"/>
                  </a:cubicBezTo>
                  <a:cubicBezTo>
                    <a:pt x="12825" y="8543"/>
                    <a:pt x="12959" y="8562"/>
                    <a:pt x="13090" y="8562"/>
                  </a:cubicBezTo>
                  <a:cubicBezTo>
                    <a:pt x="13679" y="8562"/>
                    <a:pt x="14217" y="8182"/>
                    <a:pt x="14394" y="7585"/>
                  </a:cubicBezTo>
                  <a:cubicBezTo>
                    <a:pt x="14419" y="8106"/>
                    <a:pt x="14854" y="8513"/>
                    <a:pt x="15385" y="8513"/>
                  </a:cubicBezTo>
                  <a:cubicBezTo>
                    <a:pt x="15432" y="8513"/>
                    <a:pt x="15480" y="8510"/>
                    <a:pt x="15528" y="8504"/>
                  </a:cubicBezTo>
                  <a:cubicBezTo>
                    <a:pt x="16635" y="8450"/>
                    <a:pt x="16797" y="7126"/>
                    <a:pt x="16932" y="6532"/>
                  </a:cubicBezTo>
                  <a:cubicBezTo>
                    <a:pt x="17369" y="7260"/>
                    <a:pt x="17900" y="7611"/>
                    <a:pt x="18516" y="7611"/>
                  </a:cubicBezTo>
                  <a:cubicBezTo>
                    <a:pt x="19043" y="7611"/>
                    <a:pt x="19633" y="7354"/>
                    <a:pt x="20281" y="6856"/>
                  </a:cubicBezTo>
                  <a:cubicBezTo>
                    <a:pt x="20411" y="7471"/>
                    <a:pt x="20914" y="8137"/>
                    <a:pt x="21541" y="8137"/>
                  </a:cubicBezTo>
                  <a:cubicBezTo>
                    <a:pt x="21823" y="8137"/>
                    <a:pt x="22131" y="8002"/>
                    <a:pt x="22441" y="7666"/>
                  </a:cubicBezTo>
                  <a:cubicBezTo>
                    <a:pt x="22466" y="8213"/>
                    <a:pt x="22834" y="8451"/>
                    <a:pt x="23245" y="8451"/>
                  </a:cubicBezTo>
                  <a:cubicBezTo>
                    <a:pt x="23727" y="8451"/>
                    <a:pt x="24268" y="8125"/>
                    <a:pt x="24385" y="7585"/>
                  </a:cubicBezTo>
                  <a:cubicBezTo>
                    <a:pt x="24503" y="7674"/>
                    <a:pt x="24734" y="7745"/>
                    <a:pt x="24966" y="7745"/>
                  </a:cubicBezTo>
                  <a:cubicBezTo>
                    <a:pt x="25370" y="7745"/>
                    <a:pt x="25781" y="7532"/>
                    <a:pt x="25627" y="6829"/>
                  </a:cubicBezTo>
                  <a:lnTo>
                    <a:pt x="25627" y="6829"/>
                  </a:lnTo>
                  <a:cubicBezTo>
                    <a:pt x="25809" y="6927"/>
                    <a:pt x="26033" y="6971"/>
                    <a:pt x="26261" y="6971"/>
                  </a:cubicBezTo>
                  <a:cubicBezTo>
                    <a:pt x="26981" y="6971"/>
                    <a:pt x="27757" y="6533"/>
                    <a:pt x="27490" y="5938"/>
                  </a:cubicBezTo>
                  <a:lnTo>
                    <a:pt x="27490" y="5938"/>
                  </a:lnTo>
                  <a:cubicBezTo>
                    <a:pt x="27624" y="6179"/>
                    <a:pt x="27936" y="6326"/>
                    <a:pt x="28272" y="6326"/>
                  </a:cubicBezTo>
                  <a:cubicBezTo>
                    <a:pt x="28616" y="6326"/>
                    <a:pt x="28987" y="6172"/>
                    <a:pt x="29219" y="5803"/>
                  </a:cubicBezTo>
                  <a:cubicBezTo>
                    <a:pt x="29444" y="6358"/>
                    <a:pt x="30237" y="6946"/>
                    <a:pt x="30933" y="6946"/>
                  </a:cubicBezTo>
                  <a:cubicBezTo>
                    <a:pt x="31321" y="6946"/>
                    <a:pt x="31679" y="6763"/>
                    <a:pt x="31892" y="6289"/>
                  </a:cubicBezTo>
                  <a:cubicBezTo>
                    <a:pt x="32054" y="7018"/>
                    <a:pt x="32945" y="8072"/>
                    <a:pt x="34052" y="8072"/>
                  </a:cubicBezTo>
                  <a:cubicBezTo>
                    <a:pt x="35321" y="8072"/>
                    <a:pt x="35213" y="7288"/>
                    <a:pt x="35943" y="6802"/>
                  </a:cubicBezTo>
                  <a:cubicBezTo>
                    <a:pt x="36206" y="7204"/>
                    <a:pt x="36724" y="7386"/>
                    <a:pt x="37261" y="7386"/>
                  </a:cubicBezTo>
                  <a:cubicBezTo>
                    <a:pt x="37988" y="7386"/>
                    <a:pt x="38750" y="7053"/>
                    <a:pt x="38967" y="6478"/>
                  </a:cubicBezTo>
                  <a:cubicBezTo>
                    <a:pt x="39173" y="6846"/>
                    <a:pt x="39802" y="7149"/>
                    <a:pt x="40368" y="7149"/>
                  </a:cubicBezTo>
                  <a:cubicBezTo>
                    <a:pt x="40842" y="7149"/>
                    <a:pt x="41272" y="6936"/>
                    <a:pt x="41370" y="6370"/>
                  </a:cubicBezTo>
                  <a:lnTo>
                    <a:pt x="41370" y="6370"/>
                  </a:lnTo>
                  <a:cubicBezTo>
                    <a:pt x="41274" y="7728"/>
                    <a:pt x="42035" y="8285"/>
                    <a:pt x="42796" y="8285"/>
                  </a:cubicBezTo>
                  <a:cubicBezTo>
                    <a:pt x="43534" y="8285"/>
                    <a:pt x="44272" y="7761"/>
                    <a:pt x="44233" y="6937"/>
                  </a:cubicBezTo>
                  <a:lnTo>
                    <a:pt x="44233" y="6937"/>
                  </a:lnTo>
                  <a:cubicBezTo>
                    <a:pt x="44516" y="7153"/>
                    <a:pt x="44810" y="7252"/>
                    <a:pt x="45088" y="7252"/>
                  </a:cubicBezTo>
                  <a:cubicBezTo>
                    <a:pt x="46026" y="7252"/>
                    <a:pt x="46767" y="6118"/>
                    <a:pt x="46204" y="4534"/>
                  </a:cubicBezTo>
                  <a:cubicBezTo>
                    <a:pt x="45664" y="2995"/>
                    <a:pt x="45259" y="1726"/>
                    <a:pt x="45259" y="24"/>
                  </a:cubicBezTo>
                  <a:cubicBezTo>
                    <a:pt x="45196" y="6"/>
                    <a:pt x="40230" y="0"/>
                    <a:pt x="33637" y="0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87"/>
            <p:cNvSpPr/>
            <p:nvPr/>
          </p:nvSpPr>
          <p:spPr>
            <a:xfrm>
              <a:off x="5012400" y="4763800"/>
              <a:ext cx="1153075" cy="50650"/>
            </a:xfrm>
            <a:custGeom>
              <a:avLst/>
              <a:gdLst/>
              <a:ahLst/>
              <a:cxnLst/>
              <a:rect l="l" t="t" r="r" b="b"/>
              <a:pathLst>
                <a:path w="46123" h="2026" extrusionOk="0">
                  <a:moveTo>
                    <a:pt x="757" y="0"/>
                  </a:moveTo>
                  <a:cubicBezTo>
                    <a:pt x="325" y="0"/>
                    <a:pt x="1" y="324"/>
                    <a:pt x="1" y="757"/>
                  </a:cubicBezTo>
                  <a:lnTo>
                    <a:pt x="1" y="1270"/>
                  </a:lnTo>
                  <a:cubicBezTo>
                    <a:pt x="1" y="1675"/>
                    <a:pt x="325" y="2026"/>
                    <a:pt x="757" y="2026"/>
                  </a:cubicBezTo>
                  <a:lnTo>
                    <a:pt x="45394" y="2026"/>
                  </a:lnTo>
                  <a:cubicBezTo>
                    <a:pt x="45799" y="2026"/>
                    <a:pt x="46123" y="1675"/>
                    <a:pt x="46123" y="1270"/>
                  </a:cubicBezTo>
                  <a:lnTo>
                    <a:pt x="46123" y="757"/>
                  </a:lnTo>
                  <a:cubicBezTo>
                    <a:pt x="46123" y="324"/>
                    <a:pt x="45799" y="0"/>
                    <a:pt x="45394" y="0"/>
                  </a:cubicBezTo>
                  <a:close/>
                </a:path>
              </a:pathLst>
            </a:custGeom>
            <a:solidFill>
              <a:srgbClr val="E2B7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87"/>
            <p:cNvSpPr/>
            <p:nvPr/>
          </p:nvSpPr>
          <p:spPr>
            <a:xfrm>
              <a:off x="5865050" y="5453275"/>
              <a:ext cx="96550" cy="83525"/>
            </a:xfrm>
            <a:custGeom>
              <a:avLst/>
              <a:gdLst/>
              <a:ahLst/>
              <a:cxnLst/>
              <a:rect l="l" t="t" r="r" b="b"/>
              <a:pathLst>
                <a:path w="3862" h="3341" extrusionOk="0">
                  <a:moveTo>
                    <a:pt x="2200" y="1"/>
                  </a:moveTo>
                  <a:cubicBezTo>
                    <a:pt x="1786" y="1"/>
                    <a:pt x="1365" y="157"/>
                    <a:pt x="1026" y="505"/>
                  </a:cubicBezTo>
                  <a:cubicBezTo>
                    <a:pt x="0" y="1558"/>
                    <a:pt x="729" y="3313"/>
                    <a:pt x="2215" y="3340"/>
                  </a:cubicBezTo>
                  <a:cubicBezTo>
                    <a:pt x="3133" y="3313"/>
                    <a:pt x="3862" y="2557"/>
                    <a:pt x="3862" y="1639"/>
                  </a:cubicBezTo>
                  <a:cubicBezTo>
                    <a:pt x="3844" y="644"/>
                    <a:pt x="3038" y="1"/>
                    <a:pt x="2200" y="1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87"/>
            <p:cNvSpPr/>
            <p:nvPr/>
          </p:nvSpPr>
          <p:spPr>
            <a:xfrm>
              <a:off x="5121775" y="4080625"/>
              <a:ext cx="845900" cy="581075"/>
            </a:xfrm>
            <a:custGeom>
              <a:avLst/>
              <a:gdLst/>
              <a:ahLst/>
              <a:cxnLst/>
              <a:rect l="l" t="t" r="r" b="b"/>
              <a:pathLst>
                <a:path w="33836" h="23243" extrusionOk="0">
                  <a:moveTo>
                    <a:pt x="4240" y="0"/>
                  </a:moveTo>
                  <a:cubicBezTo>
                    <a:pt x="3160" y="0"/>
                    <a:pt x="1351" y="4861"/>
                    <a:pt x="1" y="11719"/>
                  </a:cubicBezTo>
                  <a:cubicBezTo>
                    <a:pt x="1" y="18088"/>
                    <a:pt x="7808" y="23242"/>
                    <a:pt x="15922" y="23242"/>
                  </a:cubicBezTo>
                  <a:cubicBezTo>
                    <a:pt x="24699" y="23242"/>
                    <a:pt x="33836" y="17211"/>
                    <a:pt x="33836" y="162"/>
                  </a:cubicBezTo>
                  <a:cubicBezTo>
                    <a:pt x="33755" y="81"/>
                    <a:pt x="33647" y="27"/>
                    <a:pt x="33539" y="0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87"/>
            <p:cNvSpPr/>
            <p:nvPr/>
          </p:nvSpPr>
          <p:spPr>
            <a:xfrm>
              <a:off x="5015100" y="4857950"/>
              <a:ext cx="1155100" cy="129675"/>
            </a:xfrm>
            <a:custGeom>
              <a:avLst/>
              <a:gdLst/>
              <a:ahLst/>
              <a:cxnLst/>
              <a:rect l="l" t="t" r="r" b="b"/>
              <a:pathLst>
                <a:path w="46204" h="5187" extrusionOk="0">
                  <a:moveTo>
                    <a:pt x="33179" y="1"/>
                  </a:moveTo>
                  <a:cubicBezTo>
                    <a:pt x="32597" y="1"/>
                    <a:pt x="32072" y="397"/>
                    <a:pt x="31919" y="987"/>
                  </a:cubicBezTo>
                  <a:cubicBezTo>
                    <a:pt x="31869" y="441"/>
                    <a:pt x="31455" y="32"/>
                    <a:pt x="30948" y="32"/>
                  </a:cubicBezTo>
                  <a:cubicBezTo>
                    <a:pt x="30903" y="32"/>
                    <a:pt x="30858" y="35"/>
                    <a:pt x="30812" y="42"/>
                  </a:cubicBezTo>
                  <a:cubicBezTo>
                    <a:pt x="29678" y="96"/>
                    <a:pt x="29516" y="1419"/>
                    <a:pt x="29381" y="2013"/>
                  </a:cubicBezTo>
                  <a:cubicBezTo>
                    <a:pt x="28944" y="1285"/>
                    <a:pt x="28413" y="934"/>
                    <a:pt x="27797" y="934"/>
                  </a:cubicBezTo>
                  <a:cubicBezTo>
                    <a:pt x="27270" y="934"/>
                    <a:pt x="26680" y="1191"/>
                    <a:pt x="26032" y="1689"/>
                  </a:cubicBezTo>
                  <a:cubicBezTo>
                    <a:pt x="25902" y="1075"/>
                    <a:pt x="25399" y="409"/>
                    <a:pt x="24772" y="409"/>
                  </a:cubicBezTo>
                  <a:cubicBezTo>
                    <a:pt x="24490" y="409"/>
                    <a:pt x="24182" y="544"/>
                    <a:pt x="23872" y="879"/>
                  </a:cubicBezTo>
                  <a:cubicBezTo>
                    <a:pt x="23847" y="345"/>
                    <a:pt x="23485" y="108"/>
                    <a:pt x="23077" y="108"/>
                  </a:cubicBezTo>
                  <a:cubicBezTo>
                    <a:pt x="22599" y="108"/>
                    <a:pt x="22059" y="433"/>
                    <a:pt x="21928" y="987"/>
                  </a:cubicBezTo>
                  <a:cubicBezTo>
                    <a:pt x="21816" y="886"/>
                    <a:pt x="21583" y="807"/>
                    <a:pt x="21347" y="807"/>
                  </a:cubicBezTo>
                  <a:cubicBezTo>
                    <a:pt x="20953" y="807"/>
                    <a:pt x="20551" y="1025"/>
                    <a:pt x="20686" y="1716"/>
                  </a:cubicBezTo>
                  <a:cubicBezTo>
                    <a:pt x="20504" y="1619"/>
                    <a:pt x="20282" y="1575"/>
                    <a:pt x="20055" y="1575"/>
                  </a:cubicBezTo>
                  <a:cubicBezTo>
                    <a:pt x="19335" y="1575"/>
                    <a:pt x="18562" y="2019"/>
                    <a:pt x="18849" y="2634"/>
                  </a:cubicBezTo>
                  <a:cubicBezTo>
                    <a:pt x="18702" y="2380"/>
                    <a:pt x="18384" y="2226"/>
                    <a:pt x="18044" y="2226"/>
                  </a:cubicBezTo>
                  <a:cubicBezTo>
                    <a:pt x="17696" y="2226"/>
                    <a:pt x="17326" y="2387"/>
                    <a:pt x="17094" y="2769"/>
                  </a:cubicBezTo>
                  <a:cubicBezTo>
                    <a:pt x="16886" y="2196"/>
                    <a:pt x="16085" y="1601"/>
                    <a:pt x="15383" y="1601"/>
                  </a:cubicBezTo>
                  <a:cubicBezTo>
                    <a:pt x="14993" y="1601"/>
                    <a:pt x="14633" y="1784"/>
                    <a:pt x="14421" y="2256"/>
                  </a:cubicBezTo>
                  <a:cubicBezTo>
                    <a:pt x="14259" y="1527"/>
                    <a:pt x="13368" y="474"/>
                    <a:pt x="12261" y="474"/>
                  </a:cubicBezTo>
                  <a:cubicBezTo>
                    <a:pt x="10991" y="474"/>
                    <a:pt x="11099" y="1284"/>
                    <a:pt x="10397" y="1743"/>
                  </a:cubicBezTo>
                  <a:cubicBezTo>
                    <a:pt x="10133" y="1341"/>
                    <a:pt x="9616" y="1159"/>
                    <a:pt x="9077" y="1159"/>
                  </a:cubicBezTo>
                  <a:cubicBezTo>
                    <a:pt x="8347" y="1159"/>
                    <a:pt x="7579" y="1493"/>
                    <a:pt x="7346" y="2067"/>
                  </a:cubicBezTo>
                  <a:cubicBezTo>
                    <a:pt x="7140" y="1700"/>
                    <a:pt x="6510" y="1396"/>
                    <a:pt x="5944" y="1396"/>
                  </a:cubicBezTo>
                  <a:cubicBezTo>
                    <a:pt x="5470" y="1396"/>
                    <a:pt x="5041" y="1609"/>
                    <a:pt x="4943" y="2175"/>
                  </a:cubicBezTo>
                  <a:cubicBezTo>
                    <a:pt x="5039" y="818"/>
                    <a:pt x="4278" y="261"/>
                    <a:pt x="3517" y="261"/>
                  </a:cubicBezTo>
                  <a:cubicBezTo>
                    <a:pt x="2779" y="261"/>
                    <a:pt x="2040" y="784"/>
                    <a:pt x="2080" y="1608"/>
                  </a:cubicBezTo>
                  <a:cubicBezTo>
                    <a:pt x="1801" y="1392"/>
                    <a:pt x="1510" y="1293"/>
                    <a:pt x="1235" y="1293"/>
                  </a:cubicBezTo>
                  <a:cubicBezTo>
                    <a:pt x="685" y="1293"/>
                    <a:pt x="199" y="1689"/>
                    <a:pt x="1" y="2337"/>
                  </a:cubicBezTo>
                  <a:cubicBezTo>
                    <a:pt x="163" y="3066"/>
                    <a:pt x="649" y="3849"/>
                    <a:pt x="1729" y="3849"/>
                  </a:cubicBezTo>
                  <a:cubicBezTo>
                    <a:pt x="1770" y="3852"/>
                    <a:pt x="1811" y="3853"/>
                    <a:pt x="1852" y="3853"/>
                  </a:cubicBezTo>
                  <a:cubicBezTo>
                    <a:pt x="2691" y="3853"/>
                    <a:pt x="3417" y="3326"/>
                    <a:pt x="3700" y="2553"/>
                  </a:cubicBezTo>
                  <a:cubicBezTo>
                    <a:pt x="3762" y="3003"/>
                    <a:pt x="4132" y="3731"/>
                    <a:pt x="4707" y="3731"/>
                  </a:cubicBezTo>
                  <a:cubicBezTo>
                    <a:pt x="4891" y="3731"/>
                    <a:pt x="5097" y="3655"/>
                    <a:pt x="5321" y="3471"/>
                  </a:cubicBezTo>
                  <a:lnTo>
                    <a:pt x="5321" y="3471"/>
                  </a:lnTo>
                  <a:cubicBezTo>
                    <a:pt x="5162" y="4360"/>
                    <a:pt x="5717" y="4755"/>
                    <a:pt x="6384" y="4755"/>
                  </a:cubicBezTo>
                  <a:cubicBezTo>
                    <a:pt x="7198" y="4755"/>
                    <a:pt x="8178" y="4168"/>
                    <a:pt x="8237" y="3174"/>
                  </a:cubicBezTo>
                  <a:cubicBezTo>
                    <a:pt x="8237" y="3633"/>
                    <a:pt x="8588" y="4011"/>
                    <a:pt x="9020" y="4119"/>
                  </a:cubicBezTo>
                  <a:cubicBezTo>
                    <a:pt x="9059" y="4124"/>
                    <a:pt x="9097" y="4126"/>
                    <a:pt x="9134" y="4126"/>
                  </a:cubicBezTo>
                  <a:cubicBezTo>
                    <a:pt x="9970" y="4126"/>
                    <a:pt x="10330" y="2995"/>
                    <a:pt x="10640" y="2607"/>
                  </a:cubicBezTo>
                  <a:cubicBezTo>
                    <a:pt x="10767" y="3009"/>
                    <a:pt x="11159" y="3262"/>
                    <a:pt x="11569" y="3262"/>
                  </a:cubicBezTo>
                  <a:cubicBezTo>
                    <a:pt x="11683" y="3262"/>
                    <a:pt x="11798" y="3242"/>
                    <a:pt x="11909" y="3201"/>
                  </a:cubicBezTo>
                  <a:lnTo>
                    <a:pt x="11909" y="3201"/>
                  </a:lnTo>
                  <a:cubicBezTo>
                    <a:pt x="11855" y="3822"/>
                    <a:pt x="11612" y="4822"/>
                    <a:pt x="12612" y="5119"/>
                  </a:cubicBezTo>
                  <a:cubicBezTo>
                    <a:pt x="12750" y="5165"/>
                    <a:pt x="12890" y="5187"/>
                    <a:pt x="13026" y="5187"/>
                  </a:cubicBezTo>
                  <a:cubicBezTo>
                    <a:pt x="13609" y="5187"/>
                    <a:pt x="14138" y="4791"/>
                    <a:pt x="14313" y="4200"/>
                  </a:cubicBezTo>
                  <a:cubicBezTo>
                    <a:pt x="14338" y="4759"/>
                    <a:pt x="14793" y="5150"/>
                    <a:pt x="15319" y="5150"/>
                  </a:cubicBezTo>
                  <a:cubicBezTo>
                    <a:pt x="15352" y="5150"/>
                    <a:pt x="15386" y="5149"/>
                    <a:pt x="15420" y="5146"/>
                  </a:cubicBezTo>
                  <a:cubicBezTo>
                    <a:pt x="16554" y="5065"/>
                    <a:pt x="16716" y="3741"/>
                    <a:pt x="16851" y="3174"/>
                  </a:cubicBezTo>
                  <a:cubicBezTo>
                    <a:pt x="17283" y="3895"/>
                    <a:pt x="17808" y="4238"/>
                    <a:pt x="18416" y="4238"/>
                  </a:cubicBezTo>
                  <a:cubicBezTo>
                    <a:pt x="18948" y="4238"/>
                    <a:pt x="19544" y="3975"/>
                    <a:pt x="20200" y="3471"/>
                  </a:cubicBezTo>
                  <a:cubicBezTo>
                    <a:pt x="20330" y="4086"/>
                    <a:pt x="20833" y="4752"/>
                    <a:pt x="21460" y="4752"/>
                  </a:cubicBezTo>
                  <a:cubicBezTo>
                    <a:pt x="21742" y="4752"/>
                    <a:pt x="22050" y="4617"/>
                    <a:pt x="22360" y="4281"/>
                  </a:cubicBezTo>
                  <a:cubicBezTo>
                    <a:pt x="22385" y="4828"/>
                    <a:pt x="22747" y="5066"/>
                    <a:pt x="23155" y="5066"/>
                  </a:cubicBezTo>
                  <a:cubicBezTo>
                    <a:pt x="23633" y="5066"/>
                    <a:pt x="24173" y="4740"/>
                    <a:pt x="24304" y="4200"/>
                  </a:cubicBezTo>
                  <a:cubicBezTo>
                    <a:pt x="24413" y="4289"/>
                    <a:pt x="24637" y="4360"/>
                    <a:pt x="24867" y="4360"/>
                  </a:cubicBezTo>
                  <a:cubicBezTo>
                    <a:pt x="25266" y="4360"/>
                    <a:pt x="25683" y="4147"/>
                    <a:pt x="25546" y="3444"/>
                  </a:cubicBezTo>
                  <a:lnTo>
                    <a:pt x="25546" y="3444"/>
                  </a:lnTo>
                  <a:cubicBezTo>
                    <a:pt x="25728" y="3542"/>
                    <a:pt x="25952" y="3586"/>
                    <a:pt x="26180" y="3586"/>
                  </a:cubicBezTo>
                  <a:cubicBezTo>
                    <a:pt x="26900" y="3586"/>
                    <a:pt x="27676" y="3148"/>
                    <a:pt x="27409" y="2553"/>
                  </a:cubicBezTo>
                  <a:lnTo>
                    <a:pt x="27409" y="2553"/>
                  </a:lnTo>
                  <a:cubicBezTo>
                    <a:pt x="27544" y="2796"/>
                    <a:pt x="27862" y="2952"/>
                    <a:pt x="28203" y="2952"/>
                  </a:cubicBezTo>
                  <a:cubicBezTo>
                    <a:pt x="28544" y="2952"/>
                    <a:pt x="28908" y="2796"/>
                    <a:pt x="29138" y="2418"/>
                  </a:cubicBezTo>
                  <a:cubicBezTo>
                    <a:pt x="29346" y="2973"/>
                    <a:pt x="30143" y="3561"/>
                    <a:pt x="30845" y="3561"/>
                  </a:cubicBezTo>
                  <a:cubicBezTo>
                    <a:pt x="31237" y="3561"/>
                    <a:pt x="31598" y="3378"/>
                    <a:pt x="31811" y="2904"/>
                  </a:cubicBezTo>
                  <a:cubicBezTo>
                    <a:pt x="31973" y="3633"/>
                    <a:pt x="32864" y="4687"/>
                    <a:pt x="33971" y="4687"/>
                  </a:cubicBezTo>
                  <a:cubicBezTo>
                    <a:pt x="35240" y="4687"/>
                    <a:pt x="35132" y="3903"/>
                    <a:pt x="35835" y="3444"/>
                  </a:cubicBezTo>
                  <a:cubicBezTo>
                    <a:pt x="36110" y="3834"/>
                    <a:pt x="36629" y="4015"/>
                    <a:pt x="37165" y="4015"/>
                  </a:cubicBezTo>
                  <a:cubicBezTo>
                    <a:pt x="37893" y="4015"/>
                    <a:pt x="38653" y="3684"/>
                    <a:pt x="38886" y="3093"/>
                  </a:cubicBezTo>
                  <a:cubicBezTo>
                    <a:pt x="39092" y="3461"/>
                    <a:pt x="39721" y="3764"/>
                    <a:pt x="40287" y="3764"/>
                  </a:cubicBezTo>
                  <a:cubicBezTo>
                    <a:pt x="40761" y="3764"/>
                    <a:pt x="41191" y="3551"/>
                    <a:pt x="41289" y="2985"/>
                  </a:cubicBezTo>
                  <a:lnTo>
                    <a:pt x="41289" y="2985"/>
                  </a:lnTo>
                  <a:cubicBezTo>
                    <a:pt x="41193" y="4343"/>
                    <a:pt x="41954" y="4900"/>
                    <a:pt x="42715" y="4900"/>
                  </a:cubicBezTo>
                  <a:cubicBezTo>
                    <a:pt x="43453" y="4900"/>
                    <a:pt x="44191" y="4376"/>
                    <a:pt x="44152" y="3552"/>
                  </a:cubicBezTo>
                  <a:lnTo>
                    <a:pt x="44152" y="3552"/>
                  </a:lnTo>
                  <a:cubicBezTo>
                    <a:pt x="44431" y="3768"/>
                    <a:pt x="44722" y="3867"/>
                    <a:pt x="44996" y="3867"/>
                  </a:cubicBezTo>
                  <a:cubicBezTo>
                    <a:pt x="45544" y="3867"/>
                    <a:pt x="46024" y="3471"/>
                    <a:pt x="46204" y="2823"/>
                  </a:cubicBezTo>
                  <a:cubicBezTo>
                    <a:pt x="46042" y="2094"/>
                    <a:pt x="45583" y="1338"/>
                    <a:pt x="44476" y="1311"/>
                  </a:cubicBezTo>
                  <a:cubicBezTo>
                    <a:pt x="44436" y="1309"/>
                    <a:pt x="44396" y="1307"/>
                    <a:pt x="44357" y="1307"/>
                  </a:cubicBezTo>
                  <a:cubicBezTo>
                    <a:pt x="43538" y="1307"/>
                    <a:pt x="42788" y="1836"/>
                    <a:pt x="42504" y="2634"/>
                  </a:cubicBezTo>
                  <a:cubicBezTo>
                    <a:pt x="42443" y="2164"/>
                    <a:pt x="42072" y="1430"/>
                    <a:pt x="41497" y="1430"/>
                  </a:cubicBezTo>
                  <a:cubicBezTo>
                    <a:pt x="41312" y="1430"/>
                    <a:pt x="41107" y="1506"/>
                    <a:pt x="40884" y="1689"/>
                  </a:cubicBezTo>
                  <a:cubicBezTo>
                    <a:pt x="41042" y="801"/>
                    <a:pt x="40488" y="406"/>
                    <a:pt x="39820" y="406"/>
                  </a:cubicBezTo>
                  <a:cubicBezTo>
                    <a:pt x="39007" y="406"/>
                    <a:pt x="38027" y="992"/>
                    <a:pt x="37968" y="1986"/>
                  </a:cubicBezTo>
                  <a:cubicBezTo>
                    <a:pt x="37968" y="1527"/>
                    <a:pt x="37617" y="1149"/>
                    <a:pt x="37185" y="1068"/>
                  </a:cubicBezTo>
                  <a:cubicBezTo>
                    <a:pt x="37137" y="1061"/>
                    <a:pt x="37090" y="1058"/>
                    <a:pt x="37045" y="1058"/>
                  </a:cubicBezTo>
                  <a:cubicBezTo>
                    <a:pt x="36227" y="1058"/>
                    <a:pt x="35872" y="2171"/>
                    <a:pt x="35564" y="2580"/>
                  </a:cubicBezTo>
                  <a:cubicBezTo>
                    <a:pt x="35440" y="2167"/>
                    <a:pt x="35063" y="1912"/>
                    <a:pt x="34663" y="1912"/>
                  </a:cubicBezTo>
                  <a:cubicBezTo>
                    <a:pt x="34540" y="1912"/>
                    <a:pt x="34416" y="1936"/>
                    <a:pt x="34295" y="1986"/>
                  </a:cubicBezTo>
                  <a:cubicBezTo>
                    <a:pt x="34349" y="1365"/>
                    <a:pt x="34592" y="366"/>
                    <a:pt x="33593" y="69"/>
                  </a:cubicBezTo>
                  <a:cubicBezTo>
                    <a:pt x="33455" y="23"/>
                    <a:pt x="33315" y="1"/>
                    <a:pt x="33179" y="1"/>
                  </a:cubicBezTo>
                  <a:close/>
                </a:path>
              </a:pathLst>
            </a:custGeom>
            <a:solidFill>
              <a:srgbClr val="EFA8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87"/>
            <p:cNvSpPr/>
            <p:nvPr/>
          </p:nvSpPr>
          <p:spPr>
            <a:xfrm>
              <a:off x="5495100" y="7451300"/>
              <a:ext cx="182975" cy="99950"/>
            </a:xfrm>
            <a:custGeom>
              <a:avLst/>
              <a:gdLst/>
              <a:ahLst/>
              <a:cxnLst/>
              <a:rect l="l" t="t" r="r" b="b"/>
              <a:pathLst>
                <a:path w="7319" h="3998" extrusionOk="0">
                  <a:moveTo>
                    <a:pt x="3403" y="1"/>
                  </a:moveTo>
                  <a:cubicBezTo>
                    <a:pt x="1540" y="1"/>
                    <a:pt x="0" y="1513"/>
                    <a:pt x="27" y="3403"/>
                  </a:cubicBezTo>
                  <a:lnTo>
                    <a:pt x="27" y="3998"/>
                  </a:lnTo>
                  <a:lnTo>
                    <a:pt x="7318" y="3998"/>
                  </a:lnTo>
                  <a:lnTo>
                    <a:pt x="7318" y="3403"/>
                  </a:lnTo>
                  <a:cubicBezTo>
                    <a:pt x="7318" y="1513"/>
                    <a:pt x="5779" y="1"/>
                    <a:pt x="3916" y="1"/>
                  </a:cubicBezTo>
                  <a:close/>
                </a:path>
              </a:pathLst>
            </a:custGeom>
            <a:solidFill>
              <a:srgbClr val="9934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87"/>
            <p:cNvSpPr/>
            <p:nvPr/>
          </p:nvSpPr>
          <p:spPr>
            <a:xfrm>
              <a:off x="5135950" y="7584300"/>
              <a:ext cx="901275" cy="56725"/>
            </a:xfrm>
            <a:custGeom>
              <a:avLst/>
              <a:gdLst/>
              <a:ahLst/>
              <a:cxnLst/>
              <a:rect l="l" t="t" r="r" b="b"/>
              <a:pathLst>
                <a:path w="36051" h="2269" extrusionOk="0">
                  <a:moveTo>
                    <a:pt x="1810" y="1"/>
                  </a:moveTo>
                  <a:cubicBezTo>
                    <a:pt x="811" y="1"/>
                    <a:pt x="1" y="811"/>
                    <a:pt x="1" y="1810"/>
                  </a:cubicBezTo>
                  <a:lnTo>
                    <a:pt x="1" y="2269"/>
                  </a:lnTo>
                  <a:lnTo>
                    <a:pt x="36050" y="2269"/>
                  </a:lnTo>
                  <a:lnTo>
                    <a:pt x="36050" y="1810"/>
                  </a:lnTo>
                  <a:cubicBezTo>
                    <a:pt x="36050" y="811"/>
                    <a:pt x="35240" y="1"/>
                    <a:pt x="342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87"/>
            <p:cNvSpPr/>
            <p:nvPr/>
          </p:nvSpPr>
          <p:spPr>
            <a:xfrm>
              <a:off x="5199400" y="7520850"/>
              <a:ext cx="774350" cy="85075"/>
            </a:xfrm>
            <a:custGeom>
              <a:avLst/>
              <a:gdLst/>
              <a:ahLst/>
              <a:cxnLst/>
              <a:rect l="l" t="t" r="r" b="b"/>
              <a:pathLst>
                <a:path w="30974" h="3403" extrusionOk="0">
                  <a:moveTo>
                    <a:pt x="11153" y="0"/>
                  </a:moveTo>
                  <a:lnTo>
                    <a:pt x="1" y="3403"/>
                  </a:lnTo>
                  <a:lnTo>
                    <a:pt x="30974" y="3403"/>
                  </a:lnTo>
                  <a:lnTo>
                    <a:pt x="19821" y="0"/>
                  </a:lnTo>
                  <a:close/>
                </a:path>
              </a:pathLst>
            </a:custGeom>
            <a:solidFill>
              <a:srgbClr val="9934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87"/>
            <p:cNvSpPr/>
            <p:nvPr/>
          </p:nvSpPr>
          <p:spPr>
            <a:xfrm>
              <a:off x="5082625" y="4763800"/>
              <a:ext cx="594775" cy="50650"/>
            </a:xfrm>
            <a:custGeom>
              <a:avLst/>
              <a:gdLst/>
              <a:ahLst/>
              <a:cxnLst/>
              <a:rect l="l" t="t" r="r" b="b"/>
              <a:pathLst>
                <a:path w="23791" h="2026" extrusionOk="0">
                  <a:moveTo>
                    <a:pt x="540" y="0"/>
                  </a:moveTo>
                  <a:cubicBezTo>
                    <a:pt x="243" y="0"/>
                    <a:pt x="0" y="243"/>
                    <a:pt x="0" y="541"/>
                  </a:cubicBezTo>
                  <a:lnTo>
                    <a:pt x="0" y="1486"/>
                  </a:lnTo>
                  <a:cubicBezTo>
                    <a:pt x="0" y="1783"/>
                    <a:pt x="243" y="2026"/>
                    <a:pt x="540" y="2026"/>
                  </a:cubicBezTo>
                  <a:lnTo>
                    <a:pt x="23250" y="2026"/>
                  </a:lnTo>
                  <a:cubicBezTo>
                    <a:pt x="23547" y="2026"/>
                    <a:pt x="23790" y="1783"/>
                    <a:pt x="23790" y="1486"/>
                  </a:cubicBezTo>
                  <a:lnTo>
                    <a:pt x="23790" y="541"/>
                  </a:lnTo>
                  <a:cubicBezTo>
                    <a:pt x="23790" y="243"/>
                    <a:pt x="23547" y="0"/>
                    <a:pt x="23250" y="0"/>
                  </a:cubicBezTo>
                  <a:close/>
                </a:path>
              </a:pathLst>
            </a:custGeom>
            <a:solidFill>
              <a:srgbClr val="F4D0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87"/>
            <p:cNvSpPr/>
            <p:nvPr/>
          </p:nvSpPr>
          <p:spPr>
            <a:xfrm>
              <a:off x="5752975" y="4763800"/>
              <a:ext cx="336225" cy="50650"/>
            </a:xfrm>
            <a:custGeom>
              <a:avLst/>
              <a:gdLst/>
              <a:ahLst/>
              <a:cxnLst/>
              <a:rect l="l" t="t" r="r" b="b"/>
              <a:pathLst>
                <a:path w="13449" h="2026" extrusionOk="0">
                  <a:moveTo>
                    <a:pt x="406" y="0"/>
                  </a:moveTo>
                  <a:cubicBezTo>
                    <a:pt x="190" y="0"/>
                    <a:pt x="1" y="189"/>
                    <a:pt x="1" y="405"/>
                  </a:cubicBezTo>
                  <a:lnTo>
                    <a:pt x="1" y="1621"/>
                  </a:lnTo>
                  <a:cubicBezTo>
                    <a:pt x="1" y="1837"/>
                    <a:pt x="190" y="2026"/>
                    <a:pt x="406" y="2026"/>
                  </a:cubicBezTo>
                  <a:lnTo>
                    <a:pt x="13043" y="2026"/>
                  </a:lnTo>
                  <a:cubicBezTo>
                    <a:pt x="13286" y="2026"/>
                    <a:pt x="13448" y="1837"/>
                    <a:pt x="13448" y="1621"/>
                  </a:cubicBezTo>
                  <a:lnTo>
                    <a:pt x="13448" y="405"/>
                  </a:lnTo>
                  <a:cubicBezTo>
                    <a:pt x="13448" y="189"/>
                    <a:pt x="13286" y="0"/>
                    <a:pt x="13043" y="0"/>
                  </a:cubicBezTo>
                  <a:close/>
                </a:path>
              </a:pathLst>
            </a:custGeom>
            <a:solidFill>
              <a:srgbClr val="F4D0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87"/>
            <p:cNvSpPr/>
            <p:nvPr/>
          </p:nvSpPr>
          <p:spPr>
            <a:xfrm>
              <a:off x="5768500" y="4202125"/>
              <a:ext cx="268700" cy="457725"/>
            </a:xfrm>
            <a:custGeom>
              <a:avLst/>
              <a:gdLst/>
              <a:ahLst/>
              <a:cxnLst/>
              <a:rect l="l" t="t" r="r" b="b"/>
              <a:pathLst>
                <a:path w="10748" h="18309" extrusionOk="0">
                  <a:moveTo>
                    <a:pt x="8777" y="1"/>
                  </a:moveTo>
                  <a:lnTo>
                    <a:pt x="8777" y="1"/>
                  </a:lnTo>
                  <a:cubicBezTo>
                    <a:pt x="9884" y="11639"/>
                    <a:pt x="1" y="18309"/>
                    <a:pt x="1" y="18309"/>
                  </a:cubicBezTo>
                  <a:cubicBezTo>
                    <a:pt x="1" y="18309"/>
                    <a:pt x="6212" y="15852"/>
                    <a:pt x="8237" y="10667"/>
                  </a:cubicBezTo>
                  <a:cubicBezTo>
                    <a:pt x="10748" y="4268"/>
                    <a:pt x="8777" y="1"/>
                    <a:pt x="8777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87"/>
            <p:cNvSpPr/>
            <p:nvPr/>
          </p:nvSpPr>
          <p:spPr>
            <a:xfrm>
              <a:off x="5108275" y="4464725"/>
              <a:ext cx="217400" cy="204200"/>
            </a:xfrm>
            <a:custGeom>
              <a:avLst/>
              <a:gdLst/>
              <a:ahLst/>
              <a:cxnLst/>
              <a:rect l="l" t="t" r="r" b="b"/>
              <a:pathLst>
                <a:path w="8696" h="8168" extrusionOk="0">
                  <a:moveTo>
                    <a:pt x="378" y="1"/>
                  </a:moveTo>
                  <a:lnTo>
                    <a:pt x="378" y="1"/>
                  </a:lnTo>
                  <a:cubicBezTo>
                    <a:pt x="378" y="1"/>
                    <a:pt x="1" y="3566"/>
                    <a:pt x="2512" y="5996"/>
                  </a:cubicBezTo>
                  <a:cubicBezTo>
                    <a:pt x="4534" y="7975"/>
                    <a:pt x="7310" y="8167"/>
                    <a:pt x="8314" y="8167"/>
                  </a:cubicBezTo>
                  <a:cubicBezTo>
                    <a:pt x="8556" y="8167"/>
                    <a:pt x="8696" y="8156"/>
                    <a:pt x="8696" y="8156"/>
                  </a:cubicBezTo>
                  <a:cubicBezTo>
                    <a:pt x="4969" y="6644"/>
                    <a:pt x="1972" y="3700"/>
                    <a:pt x="378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87"/>
            <p:cNvSpPr/>
            <p:nvPr/>
          </p:nvSpPr>
          <p:spPr>
            <a:xfrm>
              <a:off x="5067100" y="4366850"/>
              <a:ext cx="1032225" cy="56725"/>
            </a:xfrm>
            <a:custGeom>
              <a:avLst/>
              <a:gdLst/>
              <a:ahLst/>
              <a:cxnLst/>
              <a:rect l="l" t="t" r="r" b="b"/>
              <a:pathLst>
                <a:path w="41289" h="2269" extrusionOk="0">
                  <a:moveTo>
                    <a:pt x="40883" y="0"/>
                  </a:moveTo>
                  <a:cubicBezTo>
                    <a:pt x="34376" y="270"/>
                    <a:pt x="27355" y="432"/>
                    <a:pt x="20010" y="432"/>
                  </a:cubicBezTo>
                  <a:cubicBezTo>
                    <a:pt x="13151" y="432"/>
                    <a:pt x="6535" y="297"/>
                    <a:pt x="378" y="54"/>
                  </a:cubicBezTo>
                  <a:cubicBezTo>
                    <a:pt x="243" y="649"/>
                    <a:pt x="108" y="1270"/>
                    <a:pt x="0" y="1891"/>
                  </a:cubicBezTo>
                  <a:cubicBezTo>
                    <a:pt x="6265" y="2134"/>
                    <a:pt x="13016" y="2269"/>
                    <a:pt x="20010" y="2269"/>
                  </a:cubicBezTo>
                  <a:cubicBezTo>
                    <a:pt x="27490" y="2269"/>
                    <a:pt x="34646" y="2107"/>
                    <a:pt x="41288" y="1837"/>
                  </a:cubicBezTo>
                  <a:cubicBezTo>
                    <a:pt x="41153" y="1216"/>
                    <a:pt x="41018" y="595"/>
                    <a:pt x="408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87"/>
            <p:cNvSpPr/>
            <p:nvPr/>
          </p:nvSpPr>
          <p:spPr>
            <a:xfrm>
              <a:off x="4504075" y="6198350"/>
              <a:ext cx="757475" cy="113450"/>
            </a:xfrm>
            <a:custGeom>
              <a:avLst/>
              <a:gdLst/>
              <a:ahLst/>
              <a:cxnLst/>
              <a:rect l="l" t="t" r="r" b="b"/>
              <a:pathLst>
                <a:path w="30299" h="4538" extrusionOk="0">
                  <a:moveTo>
                    <a:pt x="14015" y="1"/>
                  </a:moveTo>
                  <a:cubicBezTo>
                    <a:pt x="10613" y="1"/>
                    <a:pt x="10586" y="2431"/>
                    <a:pt x="2647" y="3295"/>
                  </a:cubicBezTo>
                  <a:cubicBezTo>
                    <a:pt x="1648" y="3376"/>
                    <a:pt x="702" y="3808"/>
                    <a:pt x="0" y="4537"/>
                  </a:cubicBezTo>
                  <a:lnTo>
                    <a:pt x="29704" y="4537"/>
                  </a:lnTo>
                  <a:cubicBezTo>
                    <a:pt x="29704" y="4537"/>
                    <a:pt x="30298" y="3106"/>
                    <a:pt x="29272" y="3106"/>
                  </a:cubicBezTo>
                  <a:cubicBezTo>
                    <a:pt x="24249" y="3106"/>
                    <a:pt x="24006" y="811"/>
                    <a:pt x="22143" y="352"/>
                  </a:cubicBezTo>
                  <a:cubicBezTo>
                    <a:pt x="22011" y="319"/>
                    <a:pt x="21869" y="303"/>
                    <a:pt x="21719" y="303"/>
                  </a:cubicBezTo>
                  <a:cubicBezTo>
                    <a:pt x="19786" y="303"/>
                    <a:pt x="16516" y="2859"/>
                    <a:pt x="15338" y="3160"/>
                  </a:cubicBezTo>
                  <a:cubicBezTo>
                    <a:pt x="15283" y="3174"/>
                    <a:pt x="15233" y="3181"/>
                    <a:pt x="15188" y="3181"/>
                  </a:cubicBezTo>
                  <a:cubicBezTo>
                    <a:pt x="14220" y="3181"/>
                    <a:pt x="15486" y="1"/>
                    <a:pt x="14015" y="1"/>
                  </a:cubicBezTo>
                  <a:close/>
                </a:path>
              </a:pathLst>
            </a:custGeom>
            <a:solidFill>
              <a:srgbClr val="C6B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48" name="Google Shape;6248;p87"/>
            <p:cNvGrpSpPr/>
            <p:nvPr/>
          </p:nvGrpSpPr>
          <p:grpSpPr>
            <a:xfrm>
              <a:off x="4318425" y="5794625"/>
              <a:ext cx="927600" cy="546200"/>
              <a:chOff x="4318425" y="5794625"/>
              <a:chExt cx="927600" cy="546200"/>
            </a:xfrm>
          </p:grpSpPr>
          <p:sp>
            <p:nvSpPr>
              <p:cNvPr id="6249" name="Google Shape;6249;p87"/>
              <p:cNvSpPr/>
              <p:nvPr/>
            </p:nvSpPr>
            <p:spPr>
              <a:xfrm>
                <a:off x="4362300" y="6010000"/>
                <a:ext cx="76325" cy="314625"/>
              </a:xfrm>
              <a:custGeom>
                <a:avLst/>
                <a:gdLst/>
                <a:ahLst/>
                <a:cxnLst/>
                <a:rect l="l" t="t" r="r" b="b"/>
                <a:pathLst>
                  <a:path w="3053" h="12585" extrusionOk="0">
                    <a:moveTo>
                      <a:pt x="2242" y="1"/>
                    </a:moveTo>
                    <a:lnTo>
                      <a:pt x="1" y="12584"/>
                    </a:lnTo>
                    <a:lnTo>
                      <a:pt x="2512" y="12233"/>
                    </a:lnTo>
                    <a:lnTo>
                      <a:pt x="3052" y="487"/>
                    </a:lnTo>
                    <a:lnTo>
                      <a:pt x="2242" y="1"/>
                    </a:lnTo>
                    <a:close/>
                  </a:path>
                </a:pathLst>
              </a:custGeom>
              <a:solidFill>
                <a:srgbClr val="6D36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0" name="Google Shape;6250;p87"/>
              <p:cNvSpPr/>
              <p:nvPr/>
            </p:nvSpPr>
            <p:spPr>
              <a:xfrm>
                <a:off x="4318425" y="5883150"/>
                <a:ext cx="923550" cy="457675"/>
              </a:xfrm>
              <a:custGeom>
                <a:avLst/>
                <a:gdLst/>
                <a:ahLst/>
                <a:cxnLst/>
                <a:rect l="l" t="t" r="r" b="b"/>
                <a:pathLst>
                  <a:path w="36942" h="18307" extrusionOk="0">
                    <a:moveTo>
                      <a:pt x="15778" y="0"/>
                    </a:moveTo>
                    <a:cubicBezTo>
                      <a:pt x="12922" y="0"/>
                      <a:pt x="0" y="781"/>
                      <a:pt x="0" y="781"/>
                    </a:cubicBezTo>
                    <a:cubicBezTo>
                      <a:pt x="162" y="2212"/>
                      <a:pt x="4213" y="13446"/>
                      <a:pt x="6751" y="17766"/>
                    </a:cubicBezTo>
                    <a:lnTo>
                      <a:pt x="15932" y="18306"/>
                    </a:lnTo>
                    <a:lnTo>
                      <a:pt x="36941" y="17091"/>
                    </a:lnTo>
                    <a:lnTo>
                      <a:pt x="27814" y="25"/>
                    </a:lnTo>
                    <a:cubicBezTo>
                      <a:pt x="27814" y="25"/>
                      <a:pt x="23001" y="121"/>
                      <a:pt x="19593" y="121"/>
                    </a:cubicBezTo>
                    <a:cubicBezTo>
                      <a:pt x="17889" y="121"/>
                      <a:pt x="16536" y="97"/>
                      <a:pt x="16311" y="25"/>
                    </a:cubicBezTo>
                    <a:cubicBezTo>
                      <a:pt x="16249" y="8"/>
                      <a:pt x="16064" y="0"/>
                      <a:pt x="15778" y="0"/>
                    </a:cubicBezTo>
                    <a:close/>
                  </a:path>
                </a:pathLst>
              </a:custGeom>
              <a:solidFill>
                <a:srgbClr val="5C4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1" name="Google Shape;6251;p87"/>
              <p:cNvSpPr/>
              <p:nvPr/>
            </p:nvSpPr>
            <p:spPr>
              <a:xfrm>
                <a:off x="4344750" y="5794625"/>
                <a:ext cx="901275" cy="516500"/>
              </a:xfrm>
              <a:custGeom>
                <a:avLst/>
                <a:gdLst/>
                <a:ahLst/>
                <a:cxnLst/>
                <a:rect l="l" t="t" r="r" b="b"/>
                <a:pathLst>
                  <a:path w="36051" h="20660" extrusionOk="0">
                    <a:moveTo>
                      <a:pt x="1" y="4673"/>
                    </a:moveTo>
                    <a:cubicBezTo>
                      <a:pt x="1" y="4673"/>
                      <a:pt x="1" y="4673"/>
                      <a:pt x="1" y="4673"/>
                    </a:cubicBezTo>
                    <a:lnTo>
                      <a:pt x="1" y="4673"/>
                    </a:lnTo>
                    <a:cubicBezTo>
                      <a:pt x="1" y="4673"/>
                      <a:pt x="1" y="4673"/>
                      <a:pt x="1" y="4673"/>
                    </a:cubicBezTo>
                    <a:close/>
                    <a:moveTo>
                      <a:pt x="19546" y="0"/>
                    </a:moveTo>
                    <a:cubicBezTo>
                      <a:pt x="17100" y="0"/>
                      <a:pt x="15068" y="3377"/>
                      <a:pt x="15068" y="3377"/>
                    </a:cubicBezTo>
                    <a:cubicBezTo>
                      <a:pt x="14329" y="1763"/>
                      <a:pt x="12715" y="764"/>
                      <a:pt x="10999" y="764"/>
                    </a:cubicBezTo>
                    <a:cubicBezTo>
                      <a:pt x="10647" y="764"/>
                      <a:pt x="10291" y="806"/>
                      <a:pt x="9938" y="893"/>
                    </a:cubicBezTo>
                    <a:cubicBezTo>
                      <a:pt x="7705" y="1323"/>
                      <a:pt x="62" y="4673"/>
                      <a:pt x="1" y="4673"/>
                    </a:cubicBezTo>
                    <a:cubicBezTo>
                      <a:pt x="1" y="4673"/>
                      <a:pt x="1" y="4673"/>
                      <a:pt x="1" y="4673"/>
                    </a:cubicBezTo>
                    <a:lnTo>
                      <a:pt x="1" y="4673"/>
                    </a:lnTo>
                    <a:cubicBezTo>
                      <a:pt x="244" y="5430"/>
                      <a:pt x="6076" y="20335"/>
                      <a:pt x="6373" y="20659"/>
                    </a:cubicBezTo>
                    <a:lnTo>
                      <a:pt x="20604" y="20173"/>
                    </a:lnTo>
                    <a:lnTo>
                      <a:pt x="36050" y="19336"/>
                    </a:lnTo>
                    <a:lnTo>
                      <a:pt x="27409" y="2432"/>
                    </a:lnTo>
                    <a:cubicBezTo>
                      <a:pt x="27409" y="2432"/>
                      <a:pt x="22089" y="83"/>
                      <a:pt x="19632" y="2"/>
                    </a:cubicBezTo>
                    <a:cubicBezTo>
                      <a:pt x="19603" y="1"/>
                      <a:pt x="19575" y="0"/>
                      <a:pt x="19546" y="0"/>
                    </a:cubicBezTo>
                    <a:close/>
                  </a:path>
                </a:pathLst>
              </a:custGeom>
              <a:solidFill>
                <a:srgbClr val="F2E7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2" name="Google Shape;6252;p87"/>
              <p:cNvSpPr/>
              <p:nvPr/>
            </p:nvSpPr>
            <p:spPr>
              <a:xfrm>
                <a:off x="4536475" y="6155825"/>
                <a:ext cx="98600" cy="12897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5159" extrusionOk="0">
                    <a:moveTo>
                      <a:pt x="1" y="0"/>
                    </a:moveTo>
                    <a:lnTo>
                      <a:pt x="2647" y="5158"/>
                    </a:lnTo>
                    <a:lnTo>
                      <a:pt x="3943" y="4996"/>
                    </a:lnTo>
                    <a:cubicBezTo>
                      <a:pt x="1891" y="3376"/>
                      <a:pt x="1" y="2"/>
                      <a:pt x="1" y="0"/>
                    </a:cubicBezTo>
                    <a:close/>
                  </a:path>
                </a:pathLst>
              </a:custGeom>
              <a:solidFill>
                <a:srgbClr val="E5D6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3" name="Google Shape;6253;p87"/>
              <p:cNvSpPr/>
              <p:nvPr/>
            </p:nvSpPr>
            <p:spPr>
              <a:xfrm>
                <a:off x="4344750" y="5891200"/>
                <a:ext cx="249125" cy="420600"/>
              </a:xfrm>
              <a:custGeom>
                <a:avLst/>
                <a:gdLst/>
                <a:ahLst/>
                <a:cxnLst/>
                <a:rect l="l" t="t" r="r" b="b"/>
                <a:pathLst>
                  <a:path w="9965" h="16824" extrusionOk="0">
                    <a:moveTo>
                      <a:pt x="1972" y="0"/>
                    </a:moveTo>
                    <a:cubicBezTo>
                      <a:pt x="325" y="675"/>
                      <a:pt x="1" y="837"/>
                      <a:pt x="1" y="837"/>
                    </a:cubicBezTo>
                    <a:cubicBezTo>
                      <a:pt x="244" y="1566"/>
                      <a:pt x="6076" y="16472"/>
                      <a:pt x="6373" y="16823"/>
                    </a:cubicBezTo>
                    <a:lnTo>
                      <a:pt x="9965" y="16688"/>
                    </a:lnTo>
                    <a:lnTo>
                      <a:pt x="1972" y="0"/>
                    </a:lnTo>
                    <a:close/>
                  </a:path>
                </a:pathLst>
              </a:custGeom>
              <a:solidFill>
                <a:srgbClr val="E5D6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4" name="Google Shape;6254;p87"/>
              <p:cNvSpPr/>
              <p:nvPr/>
            </p:nvSpPr>
            <p:spPr>
              <a:xfrm>
                <a:off x="4722800" y="5795275"/>
                <a:ext cx="523225" cy="490200"/>
              </a:xfrm>
              <a:custGeom>
                <a:avLst/>
                <a:gdLst/>
                <a:ahLst/>
                <a:cxnLst/>
                <a:rect l="l" t="t" r="r" b="b"/>
                <a:pathLst>
                  <a:path w="20929" h="19608" extrusionOk="0">
                    <a:moveTo>
                      <a:pt x="4415" y="1"/>
                    </a:moveTo>
                    <a:cubicBezTo>
                      <a:pt x="2188" y="1"/>
                      <a:pt x="320" y="2764"/>
                      <a:pt x="1" y="3270"/>
                    </a:cubicBezTo>
                    <a:lnTo>
                      <a:pt x="5860" y="16475"/>
                    </a:lnTo>
                    <a:lnTo>
                      <a:pt x="6103" y="19607"/>
                    </a:lnTo>
                    <a:lnTo>
                      <a:pt x="20928" y="19337"/>
                    </a:lnTo>
                    <a:lnTo>
                      <a:pt x="12287" y="2433"/>
                    </a:lnTo>
                    <a:cubicBezTo>
                      <a:pt x="12287" y="2433"/>
                      <a:pt x="6967" y="84"/>
                      <a:pt x="4510" y="3"/>
                    </a:cubicBezTo>
                    <a:cubicBezTo>
                      <a:pt x="4478" y="2"/>
                      <a:pt x="4446" y="1"/>
                      <a:pt x="4415" y="1"/>
                    </a:cubicBezTo>
                    <a:close/>
                  </a:path>
                </a:pathLst>
              </a:custGeom>
              <a:solidFill>
                <a:srgbClr val="E5D6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5" name="Google Shape;6255;p87"/>
              <p:cNvSpPr/>
              <p:nvPr/>
            </p:nvSpPr>
            <p:spPr>
              <a:xfrm>
                <a:off x="4817975" y="5795075"/>
                <a:ext cx="355800" cy="370500"/>
              </a:xfrm>
              <a:custGeom>
                <a:avLst/>
                <a:gdLst/>
                <a:ahLst/>
                <a:cxnLst/>
                <a:rect l="l" t="t" r="r" b="b"/>
                <a:pathLst>
                  <a:path w="14232" h="14820" extrusionOk="0">
                    <a:moveTo>
                      <a:pt x="508" y="0"/>
                    </a:moveTo>
                    <a:cubicBezTo>
                      <a:pt x="332" y="0"/>
                      <a:pt x="159" y="25"/>
                      <a:pt x="1" y="65"/>
                    </a:cubicBezTo>
                    <a:cubicBezTo>
                      <a:pt x="433" y="2360"/>
                      <a:pt x="1243" y="4547"/>
                      <a:pt x="2323" y="6572"/>
                    </a:cubicBezTo>
                    <a:cubicBezTo>
                      <a:pt x="5002" y="11572"/>
                      <a:pt x="8861" y="14819"/>
                      <a:pt x="11766" y="14819"/>
                    </a:cubicBezTo>
                    <a:cubicBezTo>
                      <a:pt x="12375" y="14819"/>
                      <a:pt x="12943" y="14676"/>
                      <a:pt x="13449" y="14376"/>
                    </a:cubicBezTo>
                    <a:cubicBezTo>
                      <a:pt x="13746" y="14187"/>
                      <a:pt x="14016" y="13971"/>
                      <a:pt x="14232" y="13701"/>
                    </a:cubicBezTo>
                    <a:lnTo>
                      <a:pt x="8480" y="2441"/>
                    </a:lnTo>
                    <a:cubicBezTo>
                      <a:pt x="8480" y="2441"/>
                      <a:pt x="3160" y="92"/>
                      <a:pt x="703" y="11"/>
                    </a:cubicBezTo>
                    <a:cubicBezTo>
                      <a:pt x="638" y="3"/>
                      <a:pt x="573" y="0"/>
                      <a:pt x="508" y="0"/>
                    </a:cubicBezTo>
                    <a:close/>
                  </a:path>
                </a:pathLst>
              </a:custGeom>
              <a:solidFill>
                <a:srgbClr val="F2E7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6" name="Google Shape;6256;p87"/>
              <p:cNvSpPr/>
              <p:nvPr/>
            </p:nvSpPr>
            <p:spPr>
              <a:xfrm>
                <a:off x="4432525" y="6064025"/>
                <a:ext cx="125575" cy="234950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9398" extrusionOk="0">
                    <a:moveTo>
                      <a:pt x="0" y="0"/>
                    </a:moveTo>
                    <a:lnTo>
                      <a:pt x="4051" y="9397"/>
                    </a:lnTo>
                    <a:lnTo>
                      <a:pt x="5023" y="9100"/>
                    </a:lnTo>
                    <a:cubicBezTo>
                      <a:pt x="3132" y="6184"/>
                      <a:pt x="1458" y="3132"/>
                      <a:pt x="0" y="0"/>
                    </a:cubicBezTo>
                    <a:close/>
                  </a:path>
                </a:pathLst>
              </a:custGeom>
              <a:solidFill>
                <a:srgbClr val="C6B6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7" name="Google Shape;6257;p87"/>
              <p:cNvSpPr/>
              <p:nvPr/>
            </p:nvSpPr>
            <p:spPr>
              <a:xfrm>
                <a:off x="4369050" y="5893900"/>
                <a:ext cx="86450" cy="168775"/>
              </a:xfrm>
              <a:custGeom>
                <a:avLst/>
                <a:gdLst/>
                <a:ahLst/>
                <a:cxnLst/>
                <a:rect l="l" t="t" r="r" b="b"/>
                <a:pathLst>
                  <a:path w="3458" h="6751" extrusionOk="0">
                    <a:moveTo>
                      <a:pt x="757" y="0"/>
                    </a:moveTo>
                    <a:lnTo>
                      <a:pt x="1" y="297"/>
                    </a:lnTo>
                    <a:lnTo>
                      <a:pt x="3457" y="6751"/>
                    </a:lnTo>
                    <a:cubicBezTo>
                      <a:pt x="3457" y="6751"/>
                      <a:pt x="1918" y="3214"/>
                      <a:pt x="757" y="0"/>
                    </a:cubicBezTo>
                    <a:close/>
                  </a:path>
                </a:pathLst>
              </a:custGeom>
              <a:solidFill>
                <a:srgbClr val="C6B6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58" name="Google Shape;6258;p87"/>
            <p:cNvSpPr/>
            <p:nvPr/>
          </p:nvSpPr>
          <p:spPr>
            <a:xfrm>
              <a:off x="4959750" y="6222975"/>
              <a:ext cx="144500" cy="50350"/>
            </a:xfrm>
            <a:custGeom>
              <a:avLst/>
              <a:gdLst/>
              <a:ahLst/>
              <a:cxnLst/>
              <a:rect l="l" t="t" r="r" b="b"/>
              <a:pathLst>
                <a:path w="5780" h="2014" extrusionOk="0">
                  <a:moveTo>
                    <a:pt x="2975" y="0"/>
                  </a:moveTo>
                  <a:cubicBezTo>
                    <a:pt x="2732" y="0"/>
                    <a:pt x="2481" y="65"/>
                    <a:pt x="2188" y="177"/>
                  </a:cubicBezTo>
                  <a:cubicBezTo>
                    <a:pt x="1378" y="555"/>
                    <a:pt x="649" y="1068"/>
                    <a:pt x="1" y="1662"/>
                  </a:cubicBezTo>
                  <a:cubicBezTo>
                    <a:pt x="886" y="1446"/>
                    <a:pt x="1725" y="1342"/>
                    <a:pt x="2517" y="1342"/>
                  </a:cubicBezTo>
                  <a:cubicBezTo>
                    <a:pt x="3706" y="1342"/>
                    <a:pt x="4791" y="1576"/>
                    <a:pt x="5779" y="2013"/>
                  </a:cubicBezTo>
                  <a:cubicBezTo>
                    <a:pt x="4318" y="532"/>
                    <a:pt x="3673" y="0"/>
                    <a:pt x="2975" y="0"/>
                  </a:cubicBezTo>
                  <a:close/>
                </a:path>
              </a:pathLst>
            </a:custGeom>
            <a:solidFill>
              <a:srgbClr val="AA97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9" name="Google Shape;6259;p87"/>
            <p:cNvSpPr/>
            <p:nvPr/>
          </p:nvSpPr>
          <p:spPr>
            <a:xfrm>
              <a:off x="4755200" y="6217350"/>
              <a:ext cx="95475" cy="32325"/>
            </a:xfrm>
            <a:custGeom>
              <a:avLst/>
              <a:gdLst/>
              <a:ahLst/>
              <a:cxnLst/>
              <a:rect l="l" t="t" r="r" b="b"/>
              <a:pathLst>
                <a:path w="3819" h="1293" extrusionOk="0">
                  <a:moveTo>
                    <a:pt x="2934" y="0"/>
                  </a:moveTo>
                  <a:cubicBezTo>
                    <a:pt x="2360" y="0"/>
                    <a:pt x="1425" y="332"/>
                    <a:pt x="1" y="1185"/>
                  </a:cubicBezTo>
                  <a:cubicBezTo>
                    <a:pt x="943" y="886"/>
                    <a:pt x="1860" y="603"/>
                    <a:pt x="2541" y="603"/>
                  </a:cubicBezTo>
                  <a:cubicBezTo>
                    <a:pt x="3091" y="603"/>
                    <a:pt x="3487" y="787"/>
                    <a:pt x="3619" y="1293"/>
                  </a:cubicBezTo>
                  <a:cubicBezTo>
                    <a:pt x="3818" y="573"/>
                    <a:pt x="3687" y="0"/>
                    <a:pt x="2934" y="0"/>
                  </a:cubicBezTo>
                  <a:close/>
                </a:path>
              </a:pathLst>
            </a:custGeom>
            <a:solidFill>
              <a:srgbClr val="AA97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0" name="Google Shape;6260;p87"/>
            <p:cNvSpPr/>
            <p:nvPr/>
          </p:nvSpPr>
          <p:spPr>
            <a:xfrm>
              <a:off x="4674200" y="6252350"/>
              <a:ext cx="122200" cy="27000"/>
            </a:xfrm>
            <a:custGeom>
              <a:avLst/>
              <a:gdLst/>
              <a:ahLst/>
              <a:cxnLst/>
              <a:rect l="l" t="t" r="r" b="b"/>
              <a:pathLst>
                <a:path w="4888" h="1080" extrusionOk="0">
                  <a:moveTo>
                    <a:pt x="4888" y="1"/>
                  </a:moveTo>
                  <a:lnTo>
                    <a:pt x="4888" y="1"/>
                  </a:lnTo>
                  <a:cubicBezTo>
                    <a:pt x="3376" y="568"/>
                    <a:pt x="0" y="1027"/>
                    <a:pt x="0" y="1027"/>
                  </a:cubicBezTo>
                  <a:cubicBezTo>
                    <a:pt x="0" y="1027"/>
                    <a:pt x="908" y="1080"/>
                    <a:pt x="1858" y="1080"/>
                  </a:cubicBezTo>
                  <a:cubicBezTo>
                    <a:pt x="2571" y="1080"/>
                    <a:pt x="3306" y="1050"/>
                    <a:pt x="3700" y="946"/>
                  </a:cubicBezTo>
                  <a:cubicBezTo>
                    <a:pt x="4213" y="811"/>
                    <a:pt x="4645" y="460"/>
                    <a:pt x="4888" y="1"/>
                  </a:cubicBezTo>
                  <a:close/>
                </a:path>
              </a:pathLst>
            </a:custGeom>
            <a:solidFill>
              <a:srgbClr val="AA97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87"/>
            <p:cNvSpPr/>
            <p:nvPr/>
          </p:nvSpPr>
          <p:spPr>
            <a:xfrm>
              <a:off x="4765325" y="6712775"/>
              <a:ext cx="93200" cy="625825"/>
            </a:xfrm>
            <a:custGeom>
              <a:avLst/>
              <a:gdLst/>
              <a:ahLst/>
              <a:cxnLst/>
              <a:rect l="l" t="t" r="r" b="b"/>
              <a:pathLst>
                <a:path w="3728" h="25033" extrusionOk="0">
                  <a:moveTo>
                    <a:pt x="1" y="0"/>
                  </a:moveTo>
                  <a:cubicBezTo>
                    <a:pt x="1270" y="0"/>
                    <a:pt x="1270" y="25032"/>
                    <a:pt x="1" y="25032"/>
                  </a:cubicBezTo>
                  <a:lnTo>
                    <a:pt x="3727" y="25032"/>
                  </a:lnTo>
                  <a:cubicBezTo>
                    <a:pt x="2458" y="25032"/>
                    <a:pt x="2458" y="0"/>
                    <a:pt x="3727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87"/>
            <p:cNvSpPr/>
            <p:nvPr/>
          </p:nvSpPr>
          <p:spPr>
            <a:xfrm>
              <a:off x="4765325" y="6712775"/>
              <a:ext cx="93200" cy="371325"/>
            </a:xfrm>
            <a:custGeom>
              <a:avLst/>
              <a:gdLst/>
              <a:ahLst/>
              <a:cxnLst/>
              <a:rect l="l" t="t" r="r" b="b"/>
              <a:pathLst>
                <a:path w="3728" h="14853" extrusionOk="0">
                  <a:moveTo>
                    <a:pt x="1" y="0"/>
                  </a:moveTo>
                  <a:cubicBezTo>
                    <a:pt x="622" y="0"/>
                    <a:pt x="919" y="5536"/>
                    <a:pt x="973" y="11396"/>
                  </a:cubicBezTo>
                  <a:cubicBezTo>
                    <a:pt x="1054" y="11315"/>
                    <a:pt x="1162" y="11261"/>
                    <a:pt x="1270" y="11261"/>
                  </a:cubicBezTo>
                  <a:cubicBezTo>
                    <a:pt x="1864" y="11261"/>
                    <a:pt x="2404" y="12638"/>
                    <a:pt x="2782" y="14852"/>
                  </a:cubicBezTo>
                  <a:cubicBezTo>
                    <a:pt x="2701" y="7939"/>
                    <a:pt x="3025" y="0"/>
                    <a:pt x="3727" y="0"/>
                  </a:cubicBezTo>
                  <a:close/>
                </a:path>
              </a:pathLst>
            </a:custGeom>
            <a:solidFill>
              <a:srgbClr val="231B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87"/>
            <p:cNvSpPr/>
            <p:nvPr/>
          </p:nvSpPr>
          <p:spPr>
            <a:xfrm>
              <a:off x="4755875" y="7348025"/>
              <a:ext cx="112775" cy="170825"/>
            </a:xfrm>
            <a:custGeom>
              <a:avLst/>
              <a:gdLst/>
              <a:ahLst/>
              <a:cxnLst/>
              <a:rect l="l" t="t" r="r" b="b"/>
              <a:pathLst>
                <a:path w="4511" h="6833" extrusionOk="0">
                  <a:moveTo>
                    <a:pt x="1" y="0"/>
                  </a:moveTo>
                  <a:cubicBezTo>
                    <a:pt x="1540" y="0"/>
                    <a:pt x="1540" y="6832"/>
                    <a:pt x="1" y="6832"/>
                  </a:cubicBezTo>
                  <a:lnTo>
                    <a:pt x="4510" y="6832"/>
                  </a:lnTo>
                  <a:cubicBezTo>
                    <a:pt x="2944" y="6832"/>
                    <a:pt x="2944" y="0"/>
                    <a:pt x="4510" y="0"/>
                  </a:cubicBezTo>
                  <a:close/>
                </a:path>
              </a:pathLst>
            </a:custGeom>
            <a:solidFill>
              <a:srgbClr val="302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87"/>
            <p:cNvSpPr/>
            <p:nvPr/>
          </p:nvSpPr>
          <p:spPr>
            <a:xfrm>
              <a:off x="4743725" y="6699950"/>
              <a:ext cx="136400" cy="126250"/>
            </a:xfrm>
            <a:custGeom>
              <a:avLst/>
              <a:gdLst/>
              <a:ahLst/>
              <a:cxnLst/>
              <a:rect l="l" t="t" r="r" b="b"/>
              <a:pathLst>
                <a:path w="5456" h="5050" extrusionOk="0">
                  <a:moveTo>
                    <a:pt x="2728" y="0"/>
                  </a:moveTo>
                  <a:cubicBezTo>
                    <a:pt x="1216" y="0"/>
                    <a:pt x="1" y="1134"/>
                    <a:pt x="1" y="2539"/>
                  </a:cubicBezTo>
                  <a:cubicBezTo>
                    <a:pt x="1" y="3916"/>
                    <a:pt x="1216" y="5050"/>
                    <a:pt x="2728" y="5050"/>
                  </a:cubicBezTo>
                  <a:cubicBezTo>
                    <a:pt x="4240" y="5050"/>
                    <a:pt x="5455" y="3916"/>
                    <a:pt x="5455" y="2539"/>
                  </a:cubicBezTo>
                  <a:cubicBezTo>
                    <a:pt x="5455" y="1134"/>
                    <a:pt x="4240" y="0"/>
                    <a:pt x="2728" y="0"/>
                  </a:cubicBezTo>
                  <a:close/>
                </a:path>
              </a:pathLst>
            </a:custGeom>
            <a:solidFill>
              <a:srgbClr val="231B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87"/>
            <p:cNvSpPr/>
            <p:nvPr/>
          </p:nvSpPr>
          <p:spPr>
            <a:xfrm>
              <a:off x="4730225" y="7263650"/>
              <a:ext cx="164075" cy="155275"/>
            </a:xfrm>
            <a:custGeom>
              <a:avLst/>
              <a:gdLst/>
              <a:ahLst/>
              <a:cxnLst/>
              <a:rect l="l" t="t" r="r" b="b"/>
              <a:pathLst>
                <a:path w="6563" h="6211" extrusionOk="0">
                  <a:moveTo>
                    <a:pt x="3268" y="0"/>
                  </a:moveTo>
                  <a:cubicBezTo>
                    <a:pt x="1459" y="0"/>
                    <a:pt x="1" y="1404"/>
                    <a:pt x="1" y="3105"/>
                  </a:cubicBezTo>
                  <a:cubicBezTo>
                    <a:pt x="1" y="4834"/>
                    <a:pt x="1459" y="6211"/>
                    <a:pt x="3268" y="6211"/>
                  </a:cubicBezTo>
                  <a:cubicBezTo>
                    <a:pt x="5077" y="6211"/>
                    <a:pt x="6562" y="4834"/>
                    <a:pt x="6562" y="3105"/>
                  </a:cubicBezTo>
                  <a:cubicBezTo>
                    <a:pt x="6562" y="1404"/>
                    <a:pt x="5077" y="0"/>
                    <a:pt x="3268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87"/>
            <p:cNvSpPr/>
            <p:nvPr/>
          </p:nvSpPr>
          <p:spPr>
            <a:xfrm>
              <a:off x="4470350" y="7489800"/>
              <a:ext cx="684025" cy="151900"/>
            </a:xfrm>
            <a:custGeom>
              <a:avLst/>
              <a:gdLst/>
              <a:ahLst/>
              <a:cxnLst/>
              <a:rect l="l" t="t" r="r" b="b"/>
              <a:pathLst>
                <a:path w="27361" h="6076" extrusionOk="0">
                  <a:moveTo>
                    <a:pt x="13312" y="0"/>
                  </a:moveTo>
                  <a:cubicBezTo>
                    <a:pt x="13258" y="0"/>
                    <a:pt x="13177" y="0"/>
                    <a:pt x="13123" y="27"/>
                  </a:cubicBezTo>
                  <a:cubicBezTo>
                    <a:pt x="10515" y="623"/>
                    <a:pt x="7817" y="4827"/>
                    <a:pt x="4880" y="4827"/>
                  </a:cubicBezTo>
                  <a:cubicBezTo>
                    <a:pt x="4623" y="4827"/>
                    <a:pt x="4364" y="4795"/>
                    <a:pt x="4104" y="4726"/>
                  </a:cubicBezTo>
                  <a:cubicBezTo>
                    <a:pt x="3351" y="4529"/>
                    <a:pt x="2702" y="4443"/>
                    <a:pt x="2167" y="4443"/>
                  </a:cubicBezTo>
                  <a:cubicBezTo>
                    <a:pt x="575" y="4443"/>
                    <a:pt x="0" y="5207"/>
                    <a:pt x="728" y="6076"/>
                  </a:cubicBezTo>
                  <a:lnTo>
                    <a:pt x="26598" y="6076"/>
                  </a:lnTo>
                  <a:cubicBezTo>
                    <a:pt x="27361" y="5192"/>
                    <a:pt x="26794" y="4428"/>
                    <a:pt x="25220" y="4428"/>
                  </a:cubicBezTo>
                  <a:cubicBezTo>
                    <a:pt x="24678" y="4428"/>
                    <a:pt x="24017" y="4518"/>
                    <a:pt x="23249" y="4726"/>
                  </a:cubicBezTo>
                  <a:cubicBezTo>
                    <a:pt x="22989" y="4795"/>
                    <a:pt x="22730" y="4827"/>
                    <a:pt x="22473" y="4827"/>
                  </a:cubicBezTo>
                  <a:cubicBezTo>
                    <a:pt x="19536" y="4827"/>
                    <a:pt x="16837" y="623"/>
                    <a:pt x="14230" y="27"/>
                  </a:cubicBezTo>
                  <a:cubicBezTo>
                    <a:pt x="14176" y="0"/>
                    <a:pt x="14095" y="0"/>
                    <a:pt x="14014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87"/>
            <p:cNvSpPr/>
            <p:nvPr/>
          </p:nvSpPr>
          <p:spPr>
            <a:xfrm>
              <a:off x="4276575" y="6283425"/>
              <a:ext cx="1071375" cy="533975"/>
            </a:xfrm>
            <a:custGeom>
              <a:avLst/>
              <a:gdLst/>
              <a:ahLst/>
              <a:cxnLst/>
              <a:rect l="l" t="t" r="r" b="b"/>
              <a:pathLst>
                <a:path w="42855" h="21359" extrusionOk="0">
                  <a:moveTo>
                    <a:pt x="20860" y="0"/>
                  </a:moveTo>
                  <a:cubicBezTo>
                    <a:pt x="10430" y="0"/>
                    <a:pt x="0" y="432"/>
                    <a:pt x="0" y="1296"/>
                  </a:cubicBezTo>
                  <a:lnTo>
                    <a:pt x="0" y="20928"/>
                  </a:lnTo>
                  <a:cubicBezTo>
                    <a:pt x="562" y="21216"/>
                    <a:pt x="1186" y="21358"/>
                    <a:pt x="1814" y="21358"/>
                  </a:cubicBezTo>
                  <a:cubicBezTo>
                    <a:pt x="2362" y="21358"/>
                    <a:pt x="2914" y="21250"/>
                    <a:pt x="3430" y="21036"/>
                  </a:cubicBezTo>
                  <a:cubicBezTo>
                    <a:pt x="4306" y="20675"/>
                    <a:pt x="5218" y="20552"/>
                    <a:pt x="6118" y="20552"/>
                  </a:cubicBezTo>
                  <a:cubicBezTo>
                    <a:pt x="8045" y="20552"/>
                    <a:pt x="9917" y="21117"/>
                    <a:pt x="11261" y="21117"/>
                  </a:cubicBezTo>
                  <a:cubicBezTo>
                    <a:pt x="13120" y="21117"/>
                    <a:pt x="14908" y="18713"/>
                    <a:pt x="17394" y="18713"/>
                  </a:cubicBezTo>
                  <a:cubicBezTo>
                    <a:pt x="17543" y="18713"/>
                    <a:pt x="17695" y="18722"/>
                    <a:pt x="17850" y="18740"/>
                  </a:cubicBezTo>
                  <a:cubicBezTo>
                    <a:pt x="20503" y="19056"/>
                    <a:pt x="23234" y="20905"/>
                    <a:pt x="25917" y="20905"/>
                  </a:cubicBezTo>
                  <a:cubicBezTo>
                    <a:pt x="25991" y="20905"/>
                    <a:pt x="26065" y="20904"/>
                    <a:pt x="26140" y="20901"/>
                  </a:cubicBezTo>
                  <a:cubicBezTo>
                    <a:pt x="28658" y="20801"/>
                    <a:pt x="32948" y="19136"/>
                    <a:pt x="35015" y="19136"/>
                  </a:cubicBezTo>
                  <a:cubicBezTo>
                    <a:pt x="35187" y="19136"/>
                    <a:pt x="35344" y="19148"/>
                    <a:pt x="35483" y="19173"/>
                  </a:cubicBezTo>
                  <a:cubicBezTo>
                    <a:pt x="37256" y="19485"/>
                    <a:pt x="38551" y="20906"/>
                    <a:pt x="40412" y="20906"/>
                  </a:cubicBezTo>
                  <a:cubicBezTo>
                    <a:pt x="40479" y="20906"/>
                    <a:pt x="40546" y="20904"/>
                    <a:pt x="40613" y="20901"/>
                  </a:cubicBezTo>
                  <a:cubicBezTo>
                    <a:pt x="42558" y="20793"/>
                    <a:pt x="42855" y="19497"/>
                    <a:pt x="42855" y="19497"/>
                  </a:cubicBezTo>
                  <a:lnTo>
                    <a:pt x="41721" y="1296"/>
                  </a:lnTo>
                  <a:cubicBezTo>
                    <a:pt x="41721" y="432"/>
                    <a:pt x="31290" y="0"/>
                    <a:pt x="20860" y="0"/>
                  </a:cubicBezTo>
                  <a:close/>
                </a:path>
              </a:pathLst>
            </a:custGeom>
            <a:solidFill>
              <a:srgbClr val="A5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87"/>
            <p:cNvSpPr/>
            <p:nvPr/>
          </p:nvSpPr>
          <p:spPr>
            <a:xfrm>
              <a:off x="4276575" y="6302325"/>
              <a:ext cx="39850" cy="514425"/>
            </a:xfrm>
            <a:custGeom>
              <a:avLst/>
              <a:gdLst/>
              <a:ahLst/>
              <a:cxnLst/>
              <a:rect l="l" t="t" r="r" b="b"/>
              <a:pathLst>
                <a:path w="1594" h="20577" extrusionOk="0">
                  <a:moveTo>
                    <a:pt x="1593" y="0"/>
                  </a:moveTo>
                  <a:lnTo>
                    <a:pt x="1593" y="0"/>
                  </a:lnTo>
                  <a:cubicBezTo>
                    <a:pt x="567" y="162"/>
                    <a:pt x="0" y="351"/>
                    <a:pt x="0" y="540"/>
                  </a:cubicBezTo>
                  <a:lnTo>
                    <a:pt x="0" y="20172"/>
                  </a:lnTo>
                  <a:cubicBezTo>
                    <a:pt x="432" y="20415"/>
                    <a:pt x="918" y="20550"/>
                    <a:pt x="1404" y="20577"/>
                  </a:cubicBezTo>
                  <a:cubicBezTo>
                    <a:pt x="1161" y="17552"/>
                    <a:pt x="1026" y="14393"/>
                    <a:pt x="1026" y="11153"/>
                  </a:cubicBezTo>
                  <a:cubicBezTo>
                    <a:pt x="999" y="7426"/>
                    <a:pt x="1188" y="3727"/>
                    <a:pt x="1593" y="0"/>
                  </a:cubicBezTo>
                  <a:close/>
                </a:path>
              </a:pathLst>
            </a:custGeom>
            <a:solidFill>
              <a:srgbClr val="8E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87"/>
            <p:cNvSpPr/>
            <p:nvPr/>
          </p:nvSpPr>
          <p:spPr>
            <a:xfrm>
              <a:off x="5293250" y="6305025"/>
              <a:ext cx="54700" cy="500250"/>
            </a:xfrm>
            <a:custGeom>
              <a:avLst/>
              <a:gdLst/>
              <a:ahLst/>
              <a:cxnLst/>
              <a:rect l="l" t="t" r="r" b="b"/>
              <a:pathLst>
                <a:path w="2188" h="20010" extrusionOk="0">
                  <a:moveTo>
                    <a:pt x="0" y="0"/>
                  </a:moveTo>
                  <a:lnTo>
                    <a:pt x="0" y="0"/>
                  </a:lnTo>
                  <a:cubicBezTo>
                    <a:pt x="378" y="3673"/>
                    <a:pt x="567" y="7345"/>
                    <a:pt x="567" y="11045"/>
                  </a:cubicBezTo>
                  <a:cubicBezTo>
                    <a:pt x="567" y="14123"/>
                    <a:pt x="432" y="17120"/>
                    <a:pt x="189" y="20010"/>
                  </a:cubicBezTo>
                  <a:cubicBezTo>
                    <a:pt x="1918" y="19821"/>
                    <a:pt x="2188" y="18633"/>
                    <a:pt x="2188" y="18633"/>
                  </a:cubicBezTo>
                  <a:lnTo>
                    <a:pt x="1054" y="432"/>
                  </a:lnTo>
                  <a:cubicBezTo>
                    <a:pt x="1054" y="270"/>
                    <a:pt x="675" y="108"/>
                    <a:pt x="0" y="0"/>
                  </a:cubicBezTo>
                  <a:close/>
                </a:path>
              </a:pathLst>
            </a:custGeom>
            <a:solidFill>
              <a:srgbClr val="8E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87"/>
            <p:cNvSpPr/>
            <p:nvPr/>
          </p:nvSpPr>
          <p:spPr>
            <a:xfrm>
              <a:off x="4276575" y="6283425"/>
              <a:ext cx="1045050" cy="84000"/>
            </a:xfrm>
            <a:custGeom>
              <a:avLst/>
              <a:gdLst/>
              <a:ahLst/>
              <a:cxnLst/>
              <a:rect l="l" t="t" r="r" b="b"/>
              <a:pathLst>
                <a:path w="41802" h="3360" extrusionOk="0">
                  <a:moveTo>
                    <a:pt x="20860" y="0"/>
                  </a:moveTo>
                  <a:cubicBezTo>
                    <a:pt x="10430" y="0"/>
                    <a:pt x="0" y="432"/>
                    <a:pt x="0" y="1296"/>
                  </a:cubicBezTo>
                  <a:lnTo>
                    <a:pt x="0" y="1350"/>
                  </a:lnTo>
                  <a:cubicBezTo>
                    <a:pt x="2848" y="2653"/>
                    <a:pt x="5622" y="2981"/>
                    <a:pt x="8752" y="2981"/>
                  </a:cubicBezTo>
                  <a:cubicBezTo>
                    <a:pt x="11913" y="2981"/>
                    <a:pt x="15438" y="2646"/>
                    <a:pt x="19767" y="2646"/>
                  </a:cubicBezTo>
                  <a:cubicBezTo>
                    <a:pt x="24499" y="2646"/>
                    <a:pt x="29955" y="3359"/>
                    <a:pt x="34688" y="3359"/>
                  </a:cubicBezTo>
                  <a:cubicBezTo>
                    <a:pt x="37382" y="3359"/>
                    <a:pt x="39842" y="3128"/>
                    <a:pt x="41802" y="2403"/>
                  </a:cubicBezTo>
                  <a:lnTo>
                    <a:pt x="41721" y="1296"/>
                  </a:lnTo>
                  <a:cubicBezTo>
                    <a:pt x="41721" y="432"/>
                    <a:pt x="31290" y="0"/>
                    <a:pt x="20860" y="0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87"/>
            <p:cNvSpPr/>
            <p:nvPr/>
          </p:nvSpPr>
          <p:spPr>
            <a:xfrm>
              <a:off x="5019150" y="6602050"/>
              <a:ext cx="196475" cy="187700"/>
            </a:xfrm>
            <a:custGeom>
              <a:avLst/>
              <a:gdLst/>
              <a:ahLst/>
              <a:cxnLst/>
              <a:rect l="l" t="t" r="r" b="b"/>
              <a:pathLst>
                <a:path w="7859" h="7508" extrusionOk="0">
                  <a:moveTo>
                    <a:pt x="3916" y="1"/>
                  </a:moveTo>
                  <a:cubicBezTo>
                    <a:pt x="1999" y="1"/>
                    <a:pt x="298" y="4969"/>
                    <a:pt x="1" y="7508"/>
                  </a:cubicBezTo>
                  <a:cubicBezTo>
                    <a:pt x="1982" y="6989"/>
                    <a:pt x="4046" y="6388"/>
                    <a:pt x="5292" y="6388"/>
                  </a:cubicBezTo>
                  <a:cubicBezTo>
                    <a:pt x="5473" y="6388"/>
                    <a:pt x="5636" y="6400"/>
                    <a:pt x="5780" y="6428"/>
                  </a:cubicBezTo>
                  <a:cubicBezTo>
                    <a:pt x="6509" y="6590"/>
                    <a:pt x="7211" y="6860"/>
                    <a:pt x="7859" y="7238"/>
                  </a:cubicBezTo>
                  <a:cubicBezTo>
                    <a:pt x="7427" y="4240"/>
                    <a:pt x="5834" y="1"/>
                    <a:pt x="3916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87"/>
            <p:cNvSpPr/>
            <p:nvPr/>
          </p:nvSpPr>
          <p:spPr>
            <a:xfrm>
              <a:off x="4598575" y="6383325"/>
              <a:ext cx="281550" cy="416550"/>
            </a:xfrm>
            <a:custGeom>
              <a:avLst/>
              <a:gdLst/>
              <a:ahLst/>
              <a:cxnLst/>
              <a:rect l="l" t="t" r="r" b="b"/>
              <a:pathLst>
                <a:path w="11262" h="16662" extrusionOk="0">
                  <a:moveTo>
                    <a:pt x="5456" y="1"/>
                  </a:moveTo>
                  <a:cubicBezTo>
                    <a:pt x="2755" y="1"/>
                    <a:pt x="649" y="10451"/>
                    <a:pt x="1" y="16635"/>
                  </a:cubicBezTo>
                  <a:cubicBezTo>
                    <a:pt x="1341" y="15915"/>
                    <a:pt x="2750" y="14716"/>
                    <a:pt x="4501" y="14716"/>
                  </a:cubicBezTo>
                  <a:cubicBezTo>
                    <a:pt x="4654" y="14716"/>
                    <a:pt x="4810" y="14725"/>
                    <a:pt x="4970" y="14744"/>
                  </a:cubicBezTo>
                  <a:cubicBezTo>
                    <a:pt x="7049" y="14988"/>
                    <a:pt x="9182" y="16176"/>
                    <a:pt x="11261" y="16662"/>
                  </a:cubicBezTo>
                  <a:cubicBezTo>
                    <a:pt x="10640" y="10451"/>
                    <a:pt x="8183" y="1"/>
                    <a:pt x="5456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87"/>
            <p:cNvSpPr/>
            <p:nvPr/>
          </p:nvSpPr>
          <p:spPr>
            <a:xfrm>
              <a:off x="4323150" y="6456900"/>
              <a:ext cx="123575" cy="360525"/>
            </a:xfrm>
            <a:custGeom>
              <a:avLst/>
              <a:gdLst/>
              <a:ahLst/>
              <a:cxnLst/>
              <a:rect l="l" t="t" r="r" b="b"/>
              <a:pathLst>
                <a:path w="4943" h="14421" extrusionOk="0">
                  <a:moveTo>
                    <a:pt x="2134" y="1"/>
                  </a:moveTo>
                  <a:cubicBezTo>
                    <a:pt x="919" y="1"/>
                    <a:pt x="298" y="8804"/>
                    <a:pt x="0" y="14421"/>
                  </a:cubicBezTo>
                  <a:cubicBezTo>
                    <a:pt x="541" y="14421"/>
                    <a:pt x="1081" y="14313"/>
                    <a:pt x="1567" y="14097"/>
                  </a:cubicBezTo>
                  <a:cubicBezTo>
                    <a:pt x="2429" y="13774"/>
                    <a:pt x="3325" y="13605"/>
                    <a:pt x="4242" y="13605"/>
                  </a:cubicBezTo>
                  <a:cubicBezTo>
                    <a:pt x="4474" y="13605"/>
                    <a:pt x="4708" y="13616"/>
                    <a:pt x="4942" y="13638"/>
                  </a:cubicBezTo>
                  <a:cubicBezTo>
                    <a:pt x="4591" y="8426"/>
                    <a:pt x="3268" y="1"/>
                    <a:pt x="2134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87"/>
            <p:cNvSpPr/>
            <p:nvPr/>
          </p:nvSpPr>
          <p:spPr>
            <a:xfrm>
              <a:off x="4730900" y="7302800"/>
              <a:ext cx="163400" cy="116400"/>
            </a:xfrm>
            <a:custGeom>
              <a:avLst/>
              <a:gdLst/>
              <a:ahLst/>
              <a:cxnLst/>
              <a:rect l="l" t="t" r="r" b="b"/>
              <a:pathLst>
                <a:path w="6536" h="4656" extrusionOk="0">
                  <a:moveTo>
                    <a:pt x="6103" y="0"/>
                  </a:moveTo>
                  <a:lnTo>
                    <a:pt x="6103" y="0"/>
                  </a:lnTo>
                  <a:cubicBezTo>
                    <a:pt x="6130" y="162"/>
                    <a:pt x="6130" y="324"/>
                    <a:pt x="6130" y="486"/>
                  </a:cubicBezTo>
                  <a:cubicBezTo>
                    <a:pt x="6077" y="2209"/>
                    <a:pt x="4672" y="3593"/>
                    <a:pt x="2961" y="3593"/>
                  </a:cubicBezTo>
                  <a:cubicBezTo>
                    <a:pt x="2928" y="3593"/>
                    <a:pt x="2896" y="3593"/>
                    <a:pt x="2863" y="3592"/>
                  </a:cubicBezTo>
                  <a:cubicBezTo>
                    <a:pt x="2838" y="3592"/>
                    <a:pt x="2812" y="3593"/>
                    <a:pt x="2787" y="3593"/>
                  </a:cubicBezTo>
                  <a:cubicBezTo>
                    <a:pt x="1655" y="3593"/>
                    <a:pt x="608" y="3003"/>
                    <a:pt x="1" y="2026"/>
                  </a:cubicBezTo>
                  <a:lnTo>
                    <a:pt x="1" y="2026"/>
                  </a:lnTo>
                  <a:cubicBezTo>
                    <a:pt x="333" y="3558"/>
                    <a:pt x="1679" y="4656"/>
                    <a:pt x="3218" y="4656"/>
                  </a:cubicBezTo>
                  <a:cubicBezTo>
                    <a:pt x="3306" y="4656"/>
                    <a:pt x="3395" y="4652"/>
                    <a:pt x="3484" y="4645"/>
                  </a:cubicBezTo>
                  <a:cubicBezTo>
                    <a:pt x="5131" y="4537"/>
                    <a:pt x="6427" y="3187"/>
                    <a:pt x="6535" y="1539"/>
                  </a:cubicBezTo>
                  <a:cubicBezTo>
                    <a:pt x="6535" y="999"/>
                    <a:pt x="6373" y="459"/>
                    <a:pt x="6103" y="0"/>
                  </a:cubicBezTo>
                  <a:close/>
                </a:path>
              </a:pathLst>
            </a:custGeom>
            <a:solidFill>
              <a:srgbClr val="302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87"/>
            <p:cNvSpPr/>
            <p:nvPr/>
          </p:nvSpPr>
          <p:spPr>
            <a:xfrm>
              <a:off x="4478425" y="7600600"/>
              <a:ext cx="675750" cy="40425"/>
            </a:xfrm>
            <a:custGeom>
              <a:avLst/>
              <a:gdLst/>
              <a:ahLst/>
              <a:cxnLst/>
              <a:rect l="l" t="t" r="r" b="b"/>
              <a:pathLst>
                <a:path w="27030" h="1617" extrusionOk="0">
                  <a:moveTo>
                    <a:pt x="24888" y="1"/>
                  </a:moveTo>
                  <a:cubicBezTo>
                    <a:pt x="24660" y="1"/>
                    <a:pt x="24411" y="17"/>
                    <a:pt x="24141" y="51"/>
                  </a:cubicBezTo>
                  <a:cubicBezTo>
                    <a:pt x="20550" y="834"/>
                    <a:pt x="15932" y="1320"/>
                    <a:pt x="10883" y="1320"/>
                  </a:cubicBezTo>
                  <a:cubicBezTo>
                    <a:pt x="7318" y="1320"/>
                    <a:pt x="3754" y="1050"/>
                    <a:pt x="216" y="510"/>
                  </a:cubicBezTo>
                  <a:lnTo>
                    <a:pt x="216" y="510"/>
                  </a:lnTo>
                  <a:cubicBezTo>
                    <a:pt x="0" y="807"/>
                    <a:pt x="54" y="1185"/>
                    <a:pt x="405" y="1617"/>
                  </a:cubicBezTo>
                  <a:lnTo>
                    <a:pt x="26275" y="1617"/>
                  </a:lnTo>
                  <a:cubicBezTo>
                    <a:pt x="27030" y="768"/>
                    <a:pt x="26465" y="1"/>
                    <a:pt x="24888" y="1"/>
                  </a:cubicBezTo>
                  <a:close/>
                </a:path>
              </a:pathLst>
            </a:custGeom>
            <a:solidFill>
              <a:srgbClr val="302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87"/>
            <p:cNvSpPr/>
            <p:nvPr/>
          </p:nvSpPr>
          <p:spPr>
            <a:xfrm>
              <a:off x="4676900" y="7506000"/>
              <a:ext cx="135025" cy="78325"/>
            </a:xfrm>
            <a:custGeom>
              <a:avLst/>
              <a:gdLst/>
              <a:ahLst/>
              <a:cxnLst/>
              <a:rect l="l" t="t" r="r" b="b"/>
              <a:pathLst>
                <a:path w="5401" h="3133" extrusionOk="0">
                  <a:moveTo>
                    <a:pt x="4726" y="0"/>
                  </a:moveTo>
                  <a:lnTo>
                    <a:pt x="4564" y="27"/>
                  </a:lnTo>
                  <a:cubicBezTo>
                    <a:pt x="3106" y="378"/>
                    <a:pt x="1593" y="2215"/>
                    <a:pt x="0" y="3133"/>
                  </a:cubicBezTo>
                  <a:lnTo>
                    <a:pt x="513" y="3079"/>
                  </a:lnTo>
                  <a:cubicBezTo>
                    <a:pt x="3187" y="2674"/>
                    <a:pt x="5293" y="1350"/>
                    <a:pt x="5401" y="27"/>
                  </a:cubicBezTo>
                  <a:lnTo>
                    <a:pt x="5266" y="0"/>
                  </a:lnTo>
                  <a:close/>
                </a:path>
              </a:pathLst>
            </a:custGeom>
            <a:solidFill>
              <a:srgbClr val="5E4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87"/>
            <p:cNvSpPr/>
            <p:nvPr/>
          </p:nvSpPr>
          <p:spPr>
            <a:xfrm>
              <a:off x="4768025" y="7275800"/>
              <a:ext cx="83075" cy="32425"/>
            </a:xfrm>
            <a:custGeom>
              <a:avLst/>
              <a:gdLst/>
              <a:ahLst/>
              <a:cxnLst/>
              <a:rect l="l" t="t" r="r" b="b"/>
              <a:pathLst>
                <a:path w="3323" h="1297" extrusionOk="0">
                  <a:moveTo>
                    <a:pt x="1675" y="0"/>
                  </a:moveTo>
                  <a:cubicBezTo>
                    <a:pt x="730" y="0"/>
                    <a:pt x="1" y="297"/>
                    <a:pt x="1" y="648"/>
                  </a:cubicBezTo>
                  <a:cubicBezTo>
                    <a:pt x="1" y="999"/>
                    <a:pt x="730" y="1296"/>
                    <a:pt x="1675" y="1296"/>
                  </a:cubicBezTo>
                  <a:cubicBezTo>
                    <a:pt x="2593" y="1296"/>
                    <a:pt x="3322" y="999"/>
                    <a:pt x="3322" y="648"/>
                  </a:cubicBezTo>
                  <a:cubicBezTo>
                    <a:pt x="3322" y="297"/>
                    <a:pt x="2593" y="0"/>
                    <a:pt x="1675" y="0"/>
                  </a:cubicBezTo>
                  <a:close/>
                </a:path>
              </a:pathLst>
            </a:custGeom>
            <a:solidFill>
              <a:srgbClr val="5E4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87"/>
            <p:cNvSpPr/>
            <p:nvPr/>
          </p:nvSpPr>
          <p:spPr>
            <a:xfrm>
              <a:off x="4743050" y="7305875"/>
              <a:ext cx="22300" cy="24700"/>
            </a:xfrm>
            <a:custGeom>
              <a:avLst/>
              <a:gdLst/>
              <a:ahLst/>
              <a:cxnLst/>
              <a:rect l="l" t="t" r="r" b="b"/>
              <a:pathLst>
                <a:path w="892" h="988" extrusionOk="0">
                  <a:moveTo>
                    <a:pt x="529" y="0"/>
                  </a:moveTo>
                  <a:cubicBezTo>
                    <a:pt x="391" y="0"/>
                    <a:pt x="253" y="84"/>
                    <a:pt x="163" y="228"/>
                  </a:cubicBezTo>
                  <a:cubicBezTo>
                    <a:pt x="1" y="444"/>
                    <a:pt x="28" y="714"/>
                    <a:pt x="190" y="903"/>
                  </a:cubicBezTo>
                  <a:cubicBezTo>
                    <a:pt x="247" y="961"/>
                    <a:pt x="318" y="988"/>
                    <a:pt x="392" y="988"/>
                  </a:cubicBezTo>
                  <a:cubicBezTo>
                    <a:pt x="526" y="988"/>
                    <a:pt x="670" y="898"/>
                    <a:pt x="757" y="741"/>
                  </a:cubicBezTo>
                  <a:cubicBezTo>
                    <a:pt x="892" y="525"/>
                    <a:pt x="892" y="255"/>
                    <a:pt x="730" y="66"/>
                  </a:cubicBezTo>
                  <a:cubicBezTo>
                    <a:pt x="667" y="21"/>
                    <a:pt x="598" y="0"/>
                    <a:pt x="529" y="0"/>
                  </a:cubicBezTo>
                  <a:close/>
                </a:path>
              </a:pathLst>
            </a:custGeom>
            <a:solidFill>
              <a:srgbClr val="5E4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87"/>
            <p:cNvSpPr/>
            <p:nvPr/>
          </p:nvSpPr>
          <p:spPr>
            <a:xfrm>
              <a:off x="4758575" y="7299150"/>
              <a:ext cx="94600" cy="79975"/>
            </a:xfrm>
            <a:custGeom>
              <a:avLst/>
              <a:gdLst/>
              <a:ahLst/>
              <a:cxnLst/>
              <a:rect l="l" t="t" r="r" b="b"/>
              <a:pathLst>
                <a:path w="3784" h="3199" extrusionOk="0">
                  <a:moveTo>
                    <a:pt x="2125" y="0"/>
                  </a:moveTo>
                  <a:cubicBezTo>
                    <a:pt x="1750" y="0"/>
                    <a:pt x="1369" y="136"/>
                    <a:pt x="1054" y="443"/>
                  </a:cubicBezTo>
                  <a:cubicBezTo>
                    <a:pt x="1" y="1442"/>
                    <a:pt x="703" y="3198"/>
                    <a:pt x="2134" y="3198"/>
                  </a:cubicBezTo>
                  <a:cubicBezTo>
                    <a:pt x="2151" y="3198"/>
                    <a:pt x="2167" y="3198"/>
                    <a:pt x="2184" y="3198"/>
                  </a:cubicBezTo>
                  <a:cubicBezTo>
                    <a:pt x="3025" y="3198"/>
                    <a:pt x="3701" y="2533"/>
                    <a:pt x="3727" y="1685"/>
                  </a:cubicBezTo>
                  <a:cubicBezTo>
                    <a:pt x="3783" y="694"/>
                    <a:pt x="2971" y="0"/>
                    <a:pt x="2125" y="0"/>
                  </a:cubicBezTo>
                  <a:close/>
                </a:path>
              </a:pathLst>
            </a:custGeom>
            <a:solidFill>
              <a:srgbClr val="302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87"/>
            <p:cNvSpPr/>
            <p:nvPr/>
          </p:nvSpPr>
          <p:spPr>
            <a:xfrm>
              <a:off x="4789625" y="7323950"/>
              <a:ext cx="39875" cy="33550"/>
            </a:xfrm>
            <a:custGeom>
              <a:avLst/>
              <a:gdLst/>
              <a:ahLst/>
              <a:cxnLst/>
              <a:rect l="l" t="t" r="r" b="b"/>
              <a:pathLst>
                <a:path w="1595" h="1342" extrusionOk="0">
                  <a:moveTo>
                    <a:pt x="886" y="0"/>
                  </a:moveTo>
                  <a:cubicBezTo>
                    <a:pt x="727" y="0"/>
                    <a:pt x="566" y="56"/>
                    <a:pt x="433" y="180"/>
                  </a:cubicBezTo>
                  <a:cubicBezTo>
                    <a:pt x="1" y="612"/>
                    <a:pt x="298" y="1342"/>
                    <a:pt x="919" y="1342"/>
                  </a:cubicBezTo>
                  <a:cubicBezTo>
                    <a:pt x="1270" y="1342"/>
                    <a:pt x="1567" y="1071"/>
                    <a:pt x="1594" y="693"/>
                  </a:cubicBezTo>
                  <a:cubicBezTo>
                    <a:pt x="1594" y="282"/>
                    <a:pt x="1244" y="0"/>
                    <a:pt x="886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87"/>
            <p:cNvSpPr/>
            <p:nvPr/>
          </p:nvSpPr>
          <p:spPr>
            <a:xfrm>
              <a:off x="4783550" y="7601175"/>
              <a:ext cx="51350" cy="38500"/>
            </a:xfrm>
            <a:custGeom>
              <a:avLst/>
              <a:gdLst/>
              <a:ahLst/>
              <a:cxnLst/>
              <a:rect l="l" t="t" r="r" b="b"/>
              <a:pathLst>
                <a:path w="2054" h="1540" extrusionOk="0">
                  <a:moveTo>
                    <a:pt x="1000" y="1"/>
                  </a:moveTo>
                  <a:cubicBezTo>
                    <a:pt x="460" y="1"/>
                    <a:pt x="1" y="460"/>
                    <a:pt x="1" y="1027"/>
                  </a:cubicBezTo>
                  <a:lnTo>
                    <a:pt x="1" y="1540"/>
                  </a:lnTo>
                  <a:lnTo>
                    <a:pt x="2026" y="1540"/>
                  </a:lnTo>
                  <a:lnTo>
                    <a:pt x="2026" y="1027"/>
                  </a:lnTo>
                  <a:cubicBezTo>
                    <a:pt x="2053" y="460"/>
                    <a:pt x="1567" y="1"/>
                    <a:pt x="1000" y="1"/>
                  </a:cubicBezTo>
                  <a:close/>
                </a:path>
              </a:pathLst>
            </a:custGeom>
            <a:solidFill>
              <a:srgbClr val="302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87"/>
            <p:cNvSpPr/>
            <p:nvPr/>
          </p:nvSpPr>
          <p:spPr>
            <a:xfrm>
              <a:off x="4276575" y="6464650"/>
              <a:ext cx="1054500" cy="59800"/>
            </a:xfrm>
            <a:custGeom>
              <a:avLst/>
              <a:gdLst/>
              <a:ahLst/>
              <a:cxnLst/>
              <a:rect l="l" t="t" r="r" b="b"/>
              <a:pathLst>
                <a:path w="42180" h="2392" extrusionOk="0">
                  <a:moveTo>
                    <a:pt x="14432" y="0"/>
                  </a:moveTo>
                  <a:cubicBezTo>
                    <a:pt x="10155" y="0"/>
                    <a:pt x="7056" y="1095"/>
                    <a:pt x="3862" y="1095"/>
                  </a:cubicBezTo>
                  <a:cubicBezTo>
                    <a:pt x="2755" y="1095"/>
                    <a:pt x="1431" y="1041"/>
                    <a:pt x="0" y="960"/>
                  </a:cubicBezTo>
                  <a:lnTo>
                    <a:pt x="0" y="2283"/>
                  </a:lnTo>
                  <a:cubicBezTo>
                    <a:pt x="1431" y="2337"/>
                    <a:pt x="2755" y="2391"/>
                    <a:pt x="3862" y="2391"/>
                  </a:cubicBezTo>
                  <a:cubicBezTo>
                    <a:pt x="7056" y="2391"/>
                    <a:pt x="10155" y="1297"/>
                    <a:pt x="14432" y="1297"/>
                  </a:cubicBezTo>
                  <a:cubicBezTo>
                    <a:pt x="14711" y="1297"/>
                    <a:pt x="14995" y="1301"/>
                    <a:pt x="15284" y="1311"/>
                  </a:cubicBezTo>
                  <a:cubicBezTo>
                    <a:pt x="19964" y="1444"/>
                    <a:pt x="24774" y="2284"/>
                    <a:pt x="29458" y="2284"/>
                  </a:cubicBezTo>
                  <a:cubicBezTo>
                    <a:pt x="29531" y="2284"/>
                    <a:pt x="29604" y="2284"/>
                    <a:pt x="29677" y="2283"/>
                  </a:cubicBezTo>
                  <a:cubicBezTo>
                    <a:pt x="33079" y="2256"/>
                    <a:pt x="38291" y="1797"/>
                    <a:pt x="42180" y="1581"/>
                  </a:cubicBezTo>
                  <a:lnTo>
                    <a:pt x="42099" y="285"/>
                  </a:lnTo>
                  <a:cubicBezTo>
                    <a:pt x="38210" y="501"/>
                    <a:pt x="33052" y="960"/>
                    <a:pt x="29677" y="987"/>
                  </a:cubicBezTo>
                  <a:cubicBezTo>
                    <a:pt x="29538" y="989"/>
                    <a:pt x="29399" y="990"/>
                    <a:pt x="29260" y="990"/>
                  </a:cubicBezTo>
                  <a:cubicBezTo>
                    <a:pt x="24663" y="990"/>
                    <a:pt x="19897" y="146"/>
                    <a:pt x="15284" y="15"/>
                  </a:cubicBezTo>
                  <a:cubicBezTo>
                    <a:pt x="14995" y="5"/>
                    <a:pt x="14711" y="0"/>
                    <a:pt x="14432" y="0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87"/>
            <p:cNvSpPr/>
            <p:nvPr/>
          </p:nvSpPr>
          <p:spPr>
            <a:xfrm>
              <a:off x="4276575" y="6520800"/>
              <a:ext cx="1058550" cy="40775"/>
            </a:xfrm>
            <a:custGeom>
              <a:avLst/>
              <a:gdLst/>
              <a:ahLst/>
              <a:cxnLst/>
              <a:rect l="l" t="t" r="r" b="b"/>
              <a:pathLst>
                <a:path w="42342" h="1631" extrusionOk="0">
                  <a:moveTo>
                    <a:pt x="14638" y="0"/>
                  </a:moveTo>
                  <a:cubicBezTo>
                    <a:pt x="10246" y="0"/>
                    <a:pt x="7116" y="1117"/>
                    <a:pt x="3889" y="1117"/>
                  </a:cubicBezTo>
                  <a:cubicBezTo>
                    <a:pt x="2782" y="1117"/>
                    <a:pt x="1458" y="1036"/>
                    <a:pt x="0" y="982"/>
                  </a:cubicBezTo>
                  <a:lnTo>
                    <a:pt x="0" y="1522"/>
                  </a:lnTo>
                  <a:cubicBezTo>
                    <a:pt x="1458" y="1577"/>
                    <a:pt x="2782" y="1631"/>
                    <a:pt x="3889" y="1631"/>
                  </a:cubicBezTo>
                  <a:cubicBezTo>
                    <a:pt x="7112" y="1631"/>
                    <a:pt x="10263" y="540"/>
                    <a:pt x="14626" y="540"/>
                  </a:cubicBezTo>
                  <a:cubicBezTo>
                    <a:pt x="14869" y="540"/>
                    <a:pt x="15115" y="543"/>
                    <a:pt x="15365" y="550"/>
                  </a:cubicBezTo>
                  <a:cubicBezTo>
                    <a:pt x="20045" y="710"/>
                    <a:pt x="24881" y="1550"/>
                    <a:pt x="29592" y="1550"/>
                  </a:cubicBezTo>
                  <a:cubicBezTo>
                    <a:pt x="29665" y="1550"/>
                    <a:pt x="29739" y="1550"/>
                    <a:pt x="29812" y="1550"/>
                  </a:cubicBezTo>
                  <a:cubicBezTo>
                    <a:pt x="33187" y="1495"/>
                    <a:pt x="38453" y="1036"/>
                    <a:pt x="42342" y="847"/>
                  </a:cubicBezTo>
                  <a:lnTo>
                    <a:pt x="42261" y="307"/>
                  </a:lnTo>
                  <a:cubicBezTo>
                    <a:pt x="38372" y="523"/>
                    <a:pt x="33187" y="955"/>
                    <a:pt x="29812" y="1009"/>
                  </a:cubicBezTo>
                  <a:cubicBezTo>
                    <a:pt x="29672" y="1011"/>
                    <a:pt x="29531" y="1012"/>
                    <a:pt x="29391" y="1012"/>
                  </a:cubicBezTo>
                  <a:cubicBezTo>
                    <a:pt x="24744" y="1012"/>
                    <a:pt x="19978" y="168"/>
                    <a:pt x="15365" y="10"/>
                  </a:cubicBezTo>
                  <a:cubicBezTo>
                    <a:pt x="15119" y="3"/>
                    <a:pt x="14876" y="0"/>
                    <a:pt x="14638" y="0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87"/>
            <p:cNvSpPr/>
            <p:nvPr/>
          </p:nvSpPr>
          <p:spPr>
            <a:xfrm>
              <a:off x="5812400" y="5793300"/>
              <a:ext cx="246425" cy="156025"/>
            </a:xfrm>
            <a:custGeom>
              <a:avLst/>
              <a:gdLst/>
              <a:ahLst/>
              <a:cxnLst/>
              <a:rect l="l" t="t" r="r" b="b"/>
              <a:pathLst>
                <a:path w="9857" h="6241" extrusionOk="0">
                  <a:moveTo>
                    <a:pt x="4942" y="1"/>
                  </a:moveTo>
                  <a:cubicBezTo>
                    <a:pt x="2214" y="1"/>
                    <a:pt x="0" y="1648"/>
                    <a:pt x="0" y="3700"/>
                  </a:cubicBezTo>
                  <a:cubicBezTo>
                    <a:pt x="0" y="4024"/>
                    <a:pt x="54" y="4348"/>
                    <a:pt x="162" y="4645"/>
                  </a:cubicBezTo>
                  <a:cubicBezTo>
                    <a:pt x="864" y="3673"/>
                    <a:pt x="1971" y="3133"/>
                    <a:pt x="3132" y="3133"/>
                  </a:cubicBezTo>
                  <a:cubicBezTo>
                    <a:pt x="5725" y="3133"/>
                    <a:pt x="6562" y="4240"/>
                    <a:pt x="6778" y="5320"/>
                  </a:cubicBezTo>
                  <a:cubicBezTo>
                    <a:pt x="6897" y="5898"/>
                    <a:pt x="7464" y="6240"/>
                    <a:pt x="8037" y="6240"/>
                  </a:cubicBezTo>
                  <a:cubicBezTo>
                    <a:pt x="8375" y="6240"/>
                    <a:pt x="8715" y="6121"/>
                    <a:pt x="8965" y="5860"/>
                  </a:cubicBezTo>
                  <a:cubicBezTo>
                    <a:pt x="9532" y="5266"/>
                    <a:pt x="9856" y="4510"/>
                    <a:pt x="9856" y="3700"/>
                  </a:cubicBezTo>
                  <a:cubicBezTo>
                    <a:pt x="9856" y="1648"/>
                    <a:pt x="7669" y="1"/>
                    <a:pt x="4942" y="1"/>
                  </a:cubicBezTo>
                  <a:close/>
                </a:path>
              </a:pathLst>
            </a:custGeom>
            <a:solidFill>
              <a:srgbClr val="2D2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87"/>
            <p:cNvSpPr/>
            <p:nvPr/>
          </p:nvSpPr>
          <p:spPr>
            <a:xfrm>
              <a:off x="6013575" y="5895925"/>
              <a:ext cx="53350" cy="53350"/>
            </a:xfrm>
            <a:custGeom>
              <a:avLst/>
              <a:gdLst/>
              <a:ahLst/>
              <a:cxnLst/>
              <a:rect l="l" t="t" r="r" b="b"/>
              <a:pathLst>
                <a:path w="2134" h="2134" extrusionOk="0">
                  <a:moveTo>
                    <a:pt x="0" y="0"/>
                  </a:moveTo>
                  <a:lnTo>
                    <a:pt x="0" y="2133"/>
                  </a:lnTo>
                  <a:lnTo>
                    <a:pt x="2133" y="2133"/>
                  </a:lnTo>
                  <a:lnTo>
                    <a:pt x="2133" y="0"/>
                  </a:lnTo>
                  <a:close/>
                </a:path>
              </a:pathLst>
            </a:custGeom>
            <a:solidFill>
              <a:srgbClr val="2D2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87"/>
            <p:cNvSpPr/>
            <p:nvPr/>
          </p:nvSpPr>
          <p:spPr>
            <a:xfrm>
              <a:off x="5883275" y="5793300"/>
              <a:ext cx="224150" cy="156025"/>
            </a:xfrm>
            <a:custGeom>
              <a:avLst/>
              <a:gdLst/>
              <a:ahLst/>
              <a:cxnLst/>
              <a:rect l="l" t="t" r="r" b="b"/>
              <a:pathLst>
                <a:path w="8966" h="6241" extrusionOk="0">
                  <a:moveTo>
                    <a:pt x="4483" y="1"/>
                  </a:moveTo>
                  <a:cubicBezTo>
                    <a:pt x="1999" y="1"/>
                    <a:pt x="0" y="1648"/>
                    <a:pt x="0" y="3700"/>
                  </a:cubicBezTo>
                  <a:cubicBezTo>
                    <a:pt x="0" y="4024"/>
                    <a:pt x="54" y="4348"/>
                    <a:pt x="162" y="4645"/>
                  </a:cubicBezTo>
                  <a:cubicBezTo>
                    <a:pt x="729" y="3700"/>
                    <a:pt x="1756" y="3133"/>
                    <a:pt x="2863" y="3133"/>
                  </a:cubicBezTo>
                  <a:cubicBezTo>
                    <a:pt x="5212" y="3133"/>
                    <a:pt x="5968" y="4240"/>
                    <a:pt x="6157" y="5320"/>
                  </a:cubicBezTo>
                  <a:cubicBezTo>
                    <a:pt x="6276" y="5898"/>
                    <a:pt x="6779" y="6240"/>
                    <a:pt x="7298" y="6240"/>
                  </a:cubicBezTo>
                  <a:cubicBezTo>
                    <a:pt x="7604" y="6240"/>
                    <a:pt x="7915" y="6121"/>
                    <a:pt x="8155" y="5860"/>
                  </a:cubicBezTo>
                  <a:cubicBezTo>
                    <a:pt x="8668" y="5266"/>
                    <a:pt x="8965" y="4510"/>
                    <a:pt x="8965" y="3727"/>
                  </a:cubicBezTo>
                  <a:cubicBezTo>
                    <a:pt x="8965" y="1648"/>
                    <a:pt x="6967" y="1"/>
                    <a:pt x="4483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7" name="Google Shape;6287;p87"/>
            <p:cNvSpPr/>
            <p:nvPr/>
          </p:nvSpPr>
          <p:spPr>
            <a:xfrm>
              <a:off x="6312625" y="5793300"/>
              <a:ext cx="246425" cy="156025"/>
            </a:xfrm>
            <a:custGeom>
              <a:avLst/>
              <a:gdLst/>
              <a:ahLst/>
              <a:cxnLst/>
              <a:rect l="l" t="t" r="r" b="b"/>
              <a:pathLst>
                <a:path w="9857" h="6241" extrusionOk="0">
                  <a:moveTo>
                    <a:pt x="4942" y="1"/>
                  </a:moveTo>
                  <a:cubicBezTo>
                    <a:pt x="2215" y="1"/>
                    <a:pt x="1" y="1648"/>
                    <a:pt x="1" y="3700"/>
                  </a:cubicBezTo>
                  <a:cubicBezTo>
                    <a:pt x="1" y="4024"/>
                    <a:pt x="55" y="4348"/>
                    <a:pt x="163" y="4645"/>
                  </a:cubicBezTo>
                  <a:cubicBezTo>
                    <a:pt x="865" y="3673"/>
                    <a:pt x="1972" y="3133"/>
                    <a:pt x="3133" y="3133"/>
                  </a:cubicBezTo>
                  <a:cubicBezTo>
                    <a:pt x="5725" y="3133"/>
                    <a:pt x="6562" y="4240"/>
                    <a:pt x="6778" y="5320"/>
                  </a:cubicBezTo>
                  <a:cubicBezTo>
                    <a:pt x="6897" y="5898"/>
                    <a:pt x="7465" y="6240"/>
                    <a:pt x="8037" y="6240"/>
                  </a:cubicBezTo>
                  <a:cubicBezTo>
                    <a:pt x="8375" y="6240"/>
                    <a:pt x="8715" y="6121"/>
                    <a:pt x="8966" y="5860"/>
                  </a:cubicBezTo>
                  <a:cubicBezTo>
                    <a:pt x="9533" y="5266"/>
                    <a:pt x="9857" y="4510"/>
                    <a:pt x="9857" y="3700"/>
                  </a:cubicBezTo>
                  <a:cubicBezTo>
                    <a:pt x="9857" y="1648"/>
                    <a:pt x="7642" y="1"/>
                    <a:pt x="4942" y="1"/>
                  </a:cubicBezTo>
                  <a:close/>
                </a:path>
              </a:pathLst>
            </a:custGeom>
            <a:solidFill>
              <a:srgbClr val="2D2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8" name="Google Shape;6288;p87"/>
            <p:cNvSpPr/>
            <p:nvPr/>
          </p:nvSpPr>
          <p:spPr>
            <a:xfrm>
              <a:off x="6513800" y="5895925"/>
              <a:ext cx="53350" cy="53350"/>
            </a:xfrm>
            <a:custGeom>
              <a:avLst/>
              <a:gdLst/>
              <a:ahLst/>
              <a:cxnLst/>
              <a:rect l="l" t="t" r="r" b="b"/>
              <a:pathLst>
                <a:path w="2134" h="2134" extrusionOk="0">
                  <a:moveTo>
                    <a:pt x="1" y="0"/>
                  </a:moveTo>
                  <a:lnTo>
                    <a:pt x="1" y="2133"/>
                  </a:lnTo>
                  <a:lnTo>
                    <a:pt x="2134" y="2133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2D2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9" name="Google Shape;6289;p87"/>
            <p:cNvSpPr/>
            <p:nvPr/>
          </p:nvSpPr>
          <p:spPr>
            <a:xfrm>
              <a:off x="5251400" y="6547375"/>
              <a:ext cx="182300" cy="403050"/>
            </a:xfrm>
            <a:custGeom>
              <a:avLst/>
              <a:gdLst/>
              <a:ahLst/>
              <a:cxnLst/>
              <a:rect l="l" t="t" r="r" b="b"/>
              <a:pathLst>
                <a:path w="7292" h="16122" extrusionOk="0">
                  <a:moveTo>
                    <a:pt x="0" y="0"/>
                  </a:moveTo>
                  <a:cubicBezTo>
                    <a:pt x="4132" y="4402"/>
                    <a:pt x="5644" y="9614"/>
                    <a:pt x="2836" y="16121"/>
                  </a:cubicBezTo>
                  <a:lnTo>
                    <a:pt x="7291" y="16121"/>
                  </a:lnTo>
                  <a:cubicBezTo>
                    <a:pt x="5455" y="10937"/>
                    <a:pt x="4510" y="5482"/>
                    <a:pt x="4483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0" name="Google Shape;6290;p87"/>
            <p:cNvSpPr/>
            <p:nvPr/>
          </p:nvSpPr>
          <p:spPr>
            <a:xfrm>
              <a:off x="5557200" y="6547375"/>
              <a:ext cx="140450" cy="403050"/>
            </a:xfrm>
            <a:custGeom>
              <a:avLst/>
              <a:gdLst/>
              <a:ahLst/>
              <a:cxnLst/>
              <a:rect l="l" t="t" r="r" b="b"/>
              <a:pathLst>
                <a:path w="5618" h="16122" extrusionOk="0">
                  <a:moveTo>
                    <a:pt x="1" y="0"/>
                  </a:moveTo>
                  <a:cubicBezTo>
                    <a:pt x="3673" y="4402"/>
                    <a:pt x="4618" y="9614"/>
                    <a:pt x="1135" y="16121"/>
                  </a:cubicBezTo>
                  <a:lnTo>
                    <a:pt x="5617" y="16121"/>
                  </a:lnTo>
                  <a:cubicBezTo>
                    <a:pt x="4294" y="10856"/>
                    <a:pt x="3916" y="5401"/>
                    <a:pt x="4456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1" name="Google Shape;6291;p87"/>
            <p:cNvSpPr/>
            <p:nvPr/>
          </p:nvSpPr>
          <p:spPr>
            <a:xfrm>
              <a:off x="5270300" y="6547375"/>
              <a:ext cx="182300" cy="403050"/>
            </a:xfrm>
            <a:custGeom>
              <a:avLst/>
              <a:gdLst/>
              <a:ahLst/>
              <a:cxnLst/>
              <a:rect l="l" t="t" r="r" b="b"/>
              <a:pathLst>
                <a:path w="7292" h="16122" extrusionOk="0">
                  <a:moveTo>
                    <a:pt x="0" y="0"/>
                  </a:moveTo>
                  <a:cubicBezTo>
                    <a:pt x="4159" y="4402"/>
                    <a:pt x="5644" y="9614"/>
                    <a:pt x="2836" y="16121"/>
                  </a:cubicBezTo>
                  <a:lnTo>
                    <a:pt x="7291" y="16121"/>
                  </a:lnTo>
                  <a:cubicBezTo>
                    <a:pt x="5455" y="10937"/>
                    <a:pt x="4483" y="5482"/>
                    <a:pt x="4456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2" name="Google Shape;6292;p87"/>
            <p:cNvSpPr/>
            <p:nvPr/>
          </p:nvSpPr>
          <p:spPr>
            <a:xfrm>
              <a:off x="5576100" y="6547375"/>
              <a:ext cx="140450" cy="403050"/>
            </a:xfrm>
            <a:custGeom>
              <a:avLst/>
              <a:gdLst/>
              <a:ahLst/>
              <a:cxnLst/>
              <a:rect l="l" t="t" r="r" b="b"/>
              <a:pathLst>
                <a:path w="5618" h="16122" extrusionOk="0">
                  <a:moveTo>
                    <a:pt x="1" y="0"/>
                  </a:moveTo>
                  <a:cubicBezTo>
                    <a:pt x="3700" y="4402"/>
                    <a:pt x="4618" y="9614"/>
                    <a:pt x="1162" y="16121"/>
                  </a:cubicBezTo>
                  <a:lnTo>
                    <a:pt x="5618" y="16121"/>
                  </a:lnTo>
                  <a:cubicBezTo>
                    <a:pt x="4294" y="10856"/>
                    <a:pt x="3916" y="5401"/>
                    <a:pt x="4456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3" name="Google Shape;6293;p87"/>
            <p:cNvSpPr/>
            <p:nvPr/>
          </p:nvSpPr>
          <p:spPr>
            <a:xfrm>
              <a:off x="5229200" y="6539250"/>
              <a:ext cx="489950" cy="53400"/>
            </a:xfrm>
            <a:custGeom>
              <a:avLst/>
              <a:gdLst/>
              <a:ahLst/>
              <a:cxnLst/>
              <a:rect l="l" t="t" r="r" b="b"/>
              <a:pathLst>
                <a:path w="19598" h="2136" extrusionOk="0">
                  <a:moveTo>
                    <a:pt x="845" y="0"/>
                  </a:moveTo>
                  <a:cubicBezTo>
                    <a:pt x="354" y="0"/>
                    <a:pt x="1" y="447"/>
                    <a:pt x="132" y="920"/>
                  </a:cubicBezTo>
                  <a:lnTo>
                    <a:pt x="159" y="1217"/>
                  </a:lnTo>
                  <a:cubicBezTo>
                    <a:pt x="267" y="1730"/>
                    <a:pt x="726" y="2135"/>
                    <a:pt x="1266" y="2135"/>
                  </a:cubicBezTo>
                  <a:lnTo>
                    <a:pt x="18710" y="2135"/>
                  </a:lnTo>
                  <a:cubicBezTo>
                    <a:pt x="18725" y="2135"/>
                    <a:pt x="18739" y="2136"/>
                    <a:pt x="18753" y="2136"/>
                  </a:cubicBezTo>
                  <a:cubicBezTo>
                    <a:pt x="19244" y="2136"/>
                    <a:pt x="19598" y="1689"/>
                    <a:pt x="19467" y="1217"/>
                  </a:cubicBezTo>
                  <a:lnTo>
                    <a:pt x="19440" y="920"/>
                  </a:lnTo>
                  <a:cubicBezTo>
                    <a:pt x="19331" y="406"/>
                    <a:pt x="18872" y="28"/>
                    <a:pt x="18332" y="1"/>
                  </a:cubicBezTo>
                  <a:lnTo>
                    <a:pt x="888" y="1"/>
                  </a:lnTo>
                  <a:cubicBezTo>
                    <a:pt x="874" y="1"/>
                    <a:pt x="859" y="0"/>
                    <a:pt x="845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4" name="Google Shape;6294;p87"/>
            <p:cNvSpPr/>
            <p:nvPr/>
          </p:nvSpPr>
          <p:spPr>
            <a:xfrm>
              <a:off x="5229125" y="6539275"/>
              <a:ext cx="99250" cy="54025"/>
            </a:xfrm>
            <a:custGeom>
              <a:avLst/>
              <a:gdLst/>
              <a:ahLst/>
              <a:cxnLst/>
              <a:rect l="l" t="t" r="r" b="b"/>
              <a:pathLst>
                <a:path w="3970" h="2161" extrusionOk="0">
                  <a:moveTo>
                    <a:pt x="891" y="0"/>
                  </a:moveTo>
                  <a:cubicBezTo>
                    <a:pt x="378" y="0"/>
                    <a:pt x="0" y="459"/>
                    <a:pt x="135" y="946"/>
                  </a:cubicBezTo>
                  <a:lnTo>
                    <a:pt x="162" y="1243"/>
                  </a:lnTo>
                  <a:cubicBezTo>
                    <a:pt x="270" y="1756"/>
                    <a:pt x="729" y="2134"/>
                    <a:pt x="1269" y="2161"/>
                  </a:cubicBezTo>
                  <a:lnTo>
                    <a:pt x="3105" y="2161"/>
                  </a:lnTo>
                  <a:cubicBezTo>
                    <a:pt x="3592" y="2161"/>
                    <a:pt x="3970" y="1702"/>
                    <a:pt x="3862" y="1243"/>
                  </a:cubicBezTo>
                  <a:lnTo>
                    <a:pt x="3808" y="946"/>
                  </a:lnTo>
                  <a:cubicBezTo>
                    <a:pt x="3700" y="405"/>
                    <a:pt x="3267" y="27"/>
                    <a:pt x="2727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5" name="Google Shape;6295;p87"/>
            <p:cNvSpPr/>
            <p:nvPr/>
          </p:nvSpPr>
          <p:spPr>
            <a:xfrm>
              <a:off x="5147525" y="6464325"/>
              <a:ext cx="606000" cy="97975"/>
            </a:xfrm>
            <a:custGeom>
              <a:avLst/>
              <a:gdLst/>
              <a:ahLst/>
              <a:cxnLst/>
              <a:rect l="l" t="t" r="r" b="b"/>
              <a:pathLst>
                <a:path w="24240" h="3919" extrusionOk="0">
                  <a:moveTo>
                    <a:pt x="1789" y="0"/>
                  </a:moveTo>
                  <a:cubicBezTo>
                    <a:pt x="758" y="0"/>
                    <a:pt x="0" y="933"/>
                    <a:pt x="240" y="1945"/>
                  </a:cubicBezTo>
                  <a:lnTo>
                    <a:pt x="240" y="1999"/>
                  </a:lnTo>
                  <a:cubicBezTo>
                    <a:pt x="456" y="3079"/>
                    <a:pt x="1401" y="3890"/>
                    <a:pt x="2508" y="3917"/>
                  </a:cubicBezTo>
                  <a:lnTo>
                    <a:pt x="22436" y="3917"/>
                  </a:lnTo>
                  <a:cubicBezTo>
                    <a:pt x="22464" y="3918"/>
                    <a:pt x="22491" y="3919"/>
                    <a:pt x="22518" y="3919"/>
                  </a:cubicBezTo>
                  <a:cubicBezTo>
                    <a:pt x="23504" y="3919"/>
                    <a:pt x="24240" y="2972"/>
                    <a:pt x="24030" y="1999"/>
                  </a:cubicBezTo>
                  <a:lnTo>
                    <a:pt x="24030" y="1945"/>
                  </a:lnTo>
                  <a:cubicBezTo>
                    <a:pt x="23787" y="838"/>
                    <a:pt x="22842" y="28"/>
                    <a:pt x="21734" y="1"/>
                  </a:cubicBezTo>
                  <a:lnTo>
                    <a:pt x="1833" y="1"/>
                  </a:lnTo>
                  <a:cubicBezTo>
                    <a:pt x="1818" y="1"/>
                    <a:pt x="1803" y="0"/>
                    <a:pt x="1789" y="0"/>
                  </a:cubicBezTo>
                  <a:close/>
                </a:path>
              </a:pathLst>
            </a:custGeom>
            <a:solidFill>
              <a:srgbClr val="C47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6" name="Google Shape;6296;p87"/>
            <p:cNvSpPr/>
            <p:nvPr/>
          </p:nvSpPr>
          <p:spPr>
            <a:xfrm>
              <a:off x="5154850" y="6464300"/>
              <a:ext cx="538075" cy="65325"/>
            </a:xfrm>
            <a:custGeom>
              <a:avLst/>
              <a:gdLst/>
              <a:ahLst/>
              <a:cxnLst/>
              <a:rect l="l" t="t" r="r" b="b"/>
              <a:pathLst>
                <a:path w="21523" h="2613" extrusionOk="0">
                  <a:moveTo>
                    <a:pt x="1478" y="1"/>
                  </a:moveTo>
                  <a:cubicBezTo>
                    <a:pt x="801" y="1"/>
                    <a:pt x="210" y="427"/>
                    <a:pt x="1" y="1082"/>
                  </a:cubicBezTo>
                  <a:cubicBezTo>
                    <a:pt x="2593" y="1703"/>
                    <a:pt x="5212" y="2108"/>
                    <a:pt x="7859" y="2351"/>
                  </a:cubicBezTo>
                  <a:cubicBezTo>
                    <a:pt x="9800" y="2528"/>
                    <a:pt x="11652" y="2613"/>
                    <a:pt x="13331" y="2613"/>
                  </a:cubicBezTo>
                  <a:cubicBezTo>
                    <a:pt x="18051" y="2613"/>
                    <a:pt x="21403" y="1947"/>
                    <a:pt x="21522" y="812"/>
                  </a:cubicBezTo>
                  <a:cubicBezTo>
                    <a:pt x="21495" y="488"/>
                    <a:pt x="21333" y="191"/>
                    <a:pt x="21063" y="2"/>
                  </a:cubicBezTo>
                  <a:lnTo>
                    <a:pt x="1540" y="2"/>
                  </a:lnTo>
                  <a:cubicBezTo>
                    <a:pt x="1519" y="1"/>
                    <a:pt x="1498" y="1"/>
                    <a:pt x="1478" y="1"/>
                  </a:cubicBezTo>
                  <a:close/>
                </a:path>
              </a:pathLst>
            </a:custGeom>
            <a:solidFill>
              <a:srgbClr val="DD9C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7" name="Google Shape;6297;p87"/>
            <p:cNvSpPr/>
            <p:nvPr/>
          </p:nvSpPr>
          <p:spPr>
            <a:xfrm>
              <a:off x="5147525" y="6464325"/>
              <a:ext cx="156475" cy="97950"/>
            </a:xfrm>
            <a:custGeom>
              <a:avLst/>
              <a:gdLst/>
              <a:ahLst/>
              <a:cxnLst/>
              <a:rect l="l" t="t" r="r" b="b"/>
              <a:pathLst>
                <a:path w="6259" h="3918" extrusionOk="0">
                  <a:moveTo>
                    <a:pt x="1790" y="0"/>
                  </a:moveTo>
                  <a:cubicBezTo>
                    <a:pt x="784" y="0"/>
                    <a:pt x="0" y="933"/>
                    <a:pt x="240" y="1945"/>
                  </a:cubicBezTo>
                  <a:lnTo>
                    <a:pt x="240" y="1999"/>
                  </a:lnTo>
                  <a:cubicBezTo>
                    <a:pt x="456" y="3079"/>
                    <a:pt x="1401" y="3890"/>
                    <a:pt x="2508" y="3917"/>
                  </a:cubicBezTo>
                  <a:lnTo>
                    <a:pt x="4452" y="3917"/>
                  </a:lnTo>
                  <a:cubicBezTo>
                    <a:pt x="4467" y="3917"/>
                    <a:pt x="4481" y="3917"/>
                    <a:pt x="4495" y="3917"/>
                  </a:cubicBezTo>
                  <a:cubicBezTo>
                    <a:pt x="5500" y="3917"/>
                    <a:pt x="6258" y="2984"/>
                    <a:pt x="6045" y="1999"/>
                  </a:cubicBezTo>
                  <a:lnTo>
                    <a:pt x="6045" y="1945"/>
                  </a:lnTo>
                  <a:cubicBezTo>
                    <a:pt x="5829" y="838"/>
                    <a:pt x="4884" y="28"/>
                    <a:pt x="3777" y="1"/>
                  </a:cubicBezTo>
                  <a:lnTo>
                    <a:pt x="1833" y="1"/>
                  </a:lnTo>
                  <a:cubicBezTo>
                    <a:pt x="1819" y="1"/>
                    <a:pt x="1804" y="0"/>
                    <a:pt x="1790" y="0"/>
                  </a:cubicBezTo>
                  <a:close/>
                </a:path>
              </a:pathLst>
            </a:custGeom>
            <a:solidFill>
              <a:srgbClr val="EFB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8" name="Google Shape;6298;p87"/>
            <p:cNvSpPr/>
            <p:nvPr/>
          </p:nvSpPr>
          <p:spPr>
            <a:xfrm>
              <a:off x="5710450" y="5823000"/>
              <a:ext cx="781775" cy="1019400"/>
            </a:xfrm>
            <a:custGeom>
              <a:avLst/>
              <a:gdLst/>
              <a:ahLst/>
              <a:cxnLst/>
              <a:rect l="l" t="t" r="r" b="b"/>
              <a:pathLst>
                <a:path w="31271" h="40776" extrusionOk="0">
                  <a:moveTo>
                    <a:pt x="5104" y="1"/>
                  </a:moveTo>
                  <a:cubicBezTo>
                    <a:pt x="2404" y="2728"/>
                    <a:pt x="0" y="23116"/>
                    <a:pt x="0" y="40776"/>
                  </a:cubicBezTo>
                  <a:lnTo>
                    <a:pt x="26167" y="40776"/>
                  </a:lnTo>
                  <a:cubicBezTo>
                    <a:pt x="26167" y="21063"/>
                    <a:pt x="28678" y="2593"/>
                    <a:pt x="31270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9" name="Google Shape;6299;p87"/>
            <p:cNvSpPr/>
            <p:nvPr/>
          </p:nvSpPr>
          <p:spPr>
            <a:xfrm>
              <a:off x="6326800" y="5823000"/>
              <a:ext cx="165425" cy="1019400"/>
            </a:xfrm>
            <a:custGeom>
              <a:avLst/>
              <a:gdLst/>
              <a:ahLst/>
              <a:cxnLst/>
              <a:rect l="l" t="t" r="r" b="b"/>
              <a:pathLst>
                <a:path w="6617" h="40776" extrusionOk="0">
                  <a:moveTo>
                    <a:pt x="4807" y="1"/>
                  </a:moveTo>
                  <a:cubicBezTo>
                    <a:pt x="2323" y="3592"/>
                    <a:pt x="28" y="21577"/>
                    <a:pt x="1" y="40776"/>
                  </a:cubicBezTo>
                  <a:lnTo>
                    <a:pt x="1513" y="40776"/>
                  </a:lnTo>
                  <a:cubicBezTo>
                    <a:pt x="1513" y="21063"/>
                    <a:pt x="4024" y="2593"/>
                    <a:pt x="6616" y="1"/>
                  </a:cubicBezTo>
                  <a:close/>
                </a:path>
              </a:pathLst>
            </a:custGeom>
            <a:solidFill>
              <a:srgbClr val="261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0" name="Google Shape;6300;p87"/>
            <p:cNvSpPr/>
            <p:nvPr/>
          </p:nvSpPr>
          <p:spPr>
            <a:xfrm>
              <a:off x="5708425" y="5854050"/>
              <a:ext cx="671725" cy="918150"/>
            </a:xfrm>
            <a:custGeom>
              <a:avLst/>
              <a:gdLst/>
              <a:ahLst/>
              <a:cxnLst/>
              <a:rect l="l" t="t" r="r" b="b"/>
              <a:pathLst>
                <a:path w="26869" h="36726" extrusionOk="0">
                  <a:moveTo>
                    <a:pt x="5239" y="1"/>
                  </a:moveTo>
                  <a:cubicBezTo>
                    <a:pt x="4699" y="1"/>
                    <a:pt x="4240" y="271"/>
                    <a:pt x="3997" y="730"/>
                  </a:cubicBezTo>
                  <a:cubicBezTo>
                    <a:pt x="1891" y="4862"/>
                    <a:pt x="108" y="20875"/>
                    <a:pt x="0" y="35321"/>
                  </a:cubicBezTo>
                  <a:cubicBezTo>
                    <a:pt x="0" y="36104"/>
                    <a:pt x="649" y="36726"/>
                    <a:pt x="1405" y="36726"/>
                  </a:cubicBezTo>
                  <a:lnTo>
                    <a:pt x="21630" y="36726"/>
                  </a:lnTo>
                  <a:cubicBezTo>
                    <a:pt x="22413" y="36726"/>
                    <a:pt x="23034" y="36104"/>
                    <a:pt x="23034" y="35321"/>
                  </a:cubicBezTo>
                  <a:cubicBezTo>
                    <a:pt x="23115" y="20686"/>
                    <a:pt x="24682" y="7049"/>
                    <a:pt x="26518" y="1891"/>
                  </a:cubicBezTo>
                  <a:cubicBezTo>
                    <a:pt x="26869" y="973"/>
                    <a:pt x="26194" y="1"/>
                    <a:pt x="25195" y="1"/>
                  </a:cubicBezTo>
                  <a:close/>
                </a:path>
              </a:pathLst>
            </a:custGeom>
            <a:solidFill>
              <a:srgbClr val="DD9C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1" name="Google Shape;6301;p87"/>
            <p:cNvSpPr/>
            <p:nvPr/>
          </p:nvSpPr>
          <p:spPr>
            <a:xfrm>
              <a:off x="5728675" y="5854050"/>
              <a:ext cx="582625" cy="571625"/>
            </a:xfrm>
            <a:custGeom>
              <a:avLst/>
              <a:gdLst/>
              <a:ahLst/>
              <a:cxnLst/>
              <a:rect l="l" t="t" r="r" b="b"/>
              <a:pathLst>
                <a:path w="23305" h="22865" extrusionOk="0">
                  <a:moveTo>
                    <a:pt x="4402" y="1"/>
                  </a:moveTo>
                  <a:cubicBezTo>
                    <a:pt x="3889" y="1"/>
                    <a:pt x="3430" y="271"/>
                    <a:pt x="3187" y="730"/>
                  </a:cubicBezTo>
                  <a:cubicBezTo>
                    <a:pt x="1891" y="3268"/>
                    <a:pt x="730" y="10289"/>
                    <a:pt x="1" y="18687"/>
                  </a:cubicBezTo>
                  <a:cubicBezTo>
                    <a:pt x="1459" y="20740"/>
                    <a:pt x="3376" y="22144"/>
                    <a:pt x="5644" y="22657"/>
                  </a:cubicBezTo>
                  <a:cubicBezTo>
                    <a:pt x="6264" y="22797"/>
                    <a:pt x="6890" y="22865"/>
                    <a:pt x="7516" y="22865"/>
                  </a:cubicBezTo>
                  <a:cubicBezTo>
                    <a:pt x="13895" y="22865"/>
                    <a:pt x="20362" y="15810"/>
                    <a:pt x="22575" y="6023"/>
                  </a:cubicBezTo>
                  <a:cubicBezTo>
                    <a:pt x="23034" y="4051"/>
                    <a:pt x="23278" y="2026"/>
                    <a:pt x="23305" y="1"/>
                  </a:cubicBezTo>
                  <a:close/>
                </a:path>
              </a:pathLst>
            </a:custGeom>
            <a:solidFill>
              <a:srgbClr val="EFB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2" name="Google Shape;6302;p87"/>
            <p:cNvSpPr/>
            <p:nvPr/>
          </p:nvSpPr>
          <p:spPr>
            <a:xfrm>
              <a:off x="5735425" y="5881750"/>
              <a:ext cx="590050" cy="863450"/>
            </a:xfrm>
            <a:custGeom>
              <a:avLst/>
              <a:gdLst/>
              <a:ahLst/>
              <a:cxnLst/>
              <a:rect l="l" t="t" r="r" b="b"/>
              <a:pathLst>
                <a:path w="23602" h="34538" extrusionOk="0">
                  <a:moveTo>
                    <a:pt x="4780" y="486"/>
                  </a:moveTo>
                  <a:lnTo>
                    <a:pt x="22062" y="513"/>
                  </a:lnTo>
                  <a:cubicBezTo>
                    <a:pt x="22359" y="513"/>
                    <a:pt x="22656" y="675"/>
                    <a:pt x="22818" y="918"/>
                  </a:cubicBezTo>
                  <a:cubicBezTo>
                    <a:pt x="23035" y="1215"/>
                    <a:pt x="23089" y="1593"/>
                    <a:pt x="22981" y="1917"/>
                  </a:cubicBezTo>
                  <a:cubicBezTo>
                    <a:pt x="21279" y="6994"/>
                    <a:pt x="20010" y="20037"/>
                    <a:pt x="19929" y="32971"/>
                  </a:cubicBezTo>
                  <a:cubicBezTo>
                    <a:pt x="19956" y="33538"/>
                    <a:pt x="19524" y="33997"/>
                    <a:pt x="18957" y="34024"/>
                  </a:cubicBezTo>
                  <a:lnTo>
                    <a:pt x="1486" y="34024"/>
                  </a:lnTo>
                  <a:cubicBezTo>
                    <a:pt x="1243" y="34024"/>
                    <a:pt x="1000" y="33916"/>
                    <a:pt x="811" y="33754"/>
                  </a:cubicBezTo>
                  <a:cubicBezTo>
                    <a:pt x="622" y="33538"/>
                    <a:pt x="514" y="33268"/>
                    <a:pt x="514" y="32971"/>
                  </a:cubicBezTo>
                  <a:cubicBezTo>
                    <a:pt x="622" y="19335"/>
                    <a:pt x="2188" y="4726"/>
                    <a:pt x="3943" y="1026"/>
                  </a:cubicBezTo>
                  <a:cubicBezTo>
                    <a:pt x="4078" y="702"/>
                    <a:pt x="4402" y="486"/>
                    <a:pt x="4780" y="486"/>
                  </a:cubicBezTo>
                  <a:close/>
                  <a:moveTo>
                    <a:pt x="4780" y="0"/>
                  </a:moveTo>
                  <a:cubicBezTo>
                    <a:pt x="4213" y="0"/>
                    <a:pt x="3727" y="324"/>
                    <a:pt x="3484" y="810"/>
                  </a:cubicBezTo>
                  <a:cubicBezTo>
                    <a:pt x="1702" y="4564"/>
                    <a:pt x="109" y="19281"/>
                    <a:pt x="28" y="32971"/>
                  </a:cubicBezTo>
                  <a:cubicBezTo>
                    <a:pt x="1" y="33403"/>
                    <a:pt x="163" y="33808"/>
                    <a:pt x="460" y="34105"/>
                  </a:cubicBezTo>
                  <a:cubicBezTo>
                    <a:pt x="730" y="34375"/>
                    <a:pt x="1108" y="34537"/>
                    <a:pt x="1486" y="34537"/>
                  </a:cubicBezTo>
                  <a:lnTo>
                    <a:pt x="18957" y="34537"/>
                  </a:lnTo>
                  <a:cubicBezTo>
                    <a:pt x="19767" y="34510"/>
                    <a:pt x="20442" y="33808"/>
                    <a:pt x="20415" y="32998"/>
                  </a:cubicBezTo>
                  <a:cubicBezTo>
                    <a:pt x="20496" y="20091"/>
                    <a:pt x="21765" y="7102"/>
                    <a:pt x="23413" y="2079"/>
                  </a:cubicBezTo>
                  <a:cubicBezTo>
                    <a:pt x="23602" y="1566"/>
                    <a:pt x="23521" y="1026"/>
                    <a:pt x="23197" y="594"/>
                  </a:cubicBezTo>
                  <a:cubicBezTo>
                    <a:pt x="22927" y="216"/>
                    <a:pt x="22521" y="0"/>
                    <a:pt x="22062" y="0"/>
                  </a:cubicBezTo>
                  <a:close/>
                </a:path>
              </a:pathLst>
            </a:custGeom>
            <a:solidFill>
              <a:srgbClr val="BA27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3" name="Google Shape;6303;p87"/>
            <p:cNvSpPr/>
            <p:nvPr/>
          </p:nvSpPr>
          <p:spPr>
            <a:xfrm>
              <a:off x="5223050" y="6925425"/>
              <a:ext cx="326075" cy="715600"/>
            </a:xfrm>
            <a:custGeom>
              <a:avLst/>
              <a:gdLst/>
              <a:ahLst/>
              <a:cxnLst/>
              <a:rect l="l" t="t" r="r" b="b"/>
              <a:pathLst>
                <a:path w="13043" h="28624" extrusionOk="0">
                  <a:moveTo>
                    <a:pt x="4132" y="0"/>
                  </a:moveTo>
                  <a:cubicBezTo>
                    <a:pt x="4132" y="0"/>
                    <a:pt x="4429" y="19497"/>
                    <a:pt x="2025" y="25789"/>
                  </a:cubicBezTo>
                  <a:cubicBezTo>
                    <a:pt x="837" y="26032"/>
                    <a:pt x="0" y="27058"/>
                    <a:pt x="0" y="28273"/>
                  </a:cubicBezTo>
                  <a:lnTo>
                    <a:pt x="0" y="28624"/>
                  </a:lnTo>
                  <a:lnTo>
                    <a:pt x="4294" y="28624"/>
                  </a:lnTo>
                  <a:cubicBezTo>
                    <a:pt x="4294" y="28624"/>
                    <a:pt x="4537" y="5509"/>
                    <a:pt x="13043" y="2539"/>
                  </a:cubicBezTo>
                  <a:lnTo>
                    <a:pt x="13043" y="0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4" name="Google Shape;6304;p87"/>
            <p:cNvSpPr/>
            <p:nvPr/>
          </p:nvSpPr>
          <p:spPr>
            <a:xfrm>
              <a:off x="5715175" y="6925425"/>
              <a:ext cx="184325" cy="715600"/>
            </a:xfrm>
            <a:custGeom>
              <a:avLst/>
              <a:gdLst/>
              <a:ahLst/>
              <a:cxnLst/>
              <a:rect l="l" t="t" r="r" b="b"/>
              <a:pathLst>
                <a:path w="7373" h="28624" extrusionOk="0">
                  <a:moveTo>
                    <a:pt x="28" y="0"/>
                  </a:moveTo>
                  <a:lnTo>
                    <a:pt x="1" y="2539"/>
                  </a:lnTo>
                  <a:cubicBezTo>
                    <a:pt x="5617" y="5509"/>
                    <a:pt x="5563" y="28624"/>
                    <a:pt x="5563" y="28624"/>
                  </a:cubicBezTo>
                  <a:lnTo>
                    <a:pt x="6076" y="28624"/>
                  </a:lnTo>
                  <a:lnTo>
                    <a:pt x="7372" y="26761"/>
                  </a:lnTo>
                  <a:cubicBezTo>
                    <a:pt x="5509" y="21819"/>
                    <a:pt x="5941" y="0"/>
                    <a:pt x="5941" y="0"/>
                  </a:cubicBezTo>
                  <a:close/>
                </a:path>
              </a:pathLst>
            </a:custGeom>
            <a:solidFill>
              <a:srgbClr val="261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5" name="Google Shape;6305;p87"/>
            <p:cNvSpPr/>
            <p:nvPr/>
          </p:nvSpPr>
          <p:spPr>
            <a:xfrm>
              <a:off x="5860325" y="7568775"/>
              <a:ext cx="66175" cy="72250"/>
            </a:xfrm>
            <a:custGeom>
              <a:avLst/>
              <a:gdLst/>
              <a:ahLst/>
              <a:cxnLst/>
              <a:rect l="l" t="t" r="r" b="b"/>
              <a:pathLst>
                <a:path w="2647" h="2890" extrusionOk="0">
                  <a:moveTo>
                    <a:pt x="27" y="1"/>
                  </a:moveTo>
                  <a:lnTo>
                    <a:pt x="0" y="2890"/>
                  </a:lnTo>
                  <a:lnTo>
                    <a:pt x="2620" y="2890"/>
                  </a:lnTo>
                  <a:lnTo>
                    <a:pt x="2620" y="2539"/>
                  </a:lnTo>
                  <a:cubicBezTo>
                    <a:pt x="2647" y="1135"/>
                    <a:pt x="1890" y="1"/>
                    <a:pt x="972" y="1"/>
                  </a:cubicBezTo>
                  <a:close/>
                </a:path>
              </a:pathLst>
            </a:custGeom>
            <a:solidFill>
              <a:srgbClr val="261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6" name="Google Shape;6306;p87"/>
            <p:cNvSpPr/>
            <p:nvPr/>
          </p:nvSpPr>
          <p:spPr>
            <a:xfrm>
              <a:off x="6235675" y="6925425"/>
              <a:ext cx="205925" cy="715600"/>
            </a:xfrm>
            <a:custGeom>
              <a:avLst/>
              <a:gdLst/>
              <a:ahLst/>
              <a:cxnLst/>
              <a:rect l="l" t="t" r="r" b="b"/>
              <a:pathLst>
                <a:path w="8237" h="28624" extrusionOk="0">
                  <a:moveTo>
                    <a:pt x="0" y="0"/>
                  </a:moveTo>
                  <a:lnTo>
                    <a:pt x="54" y="2539"/>
                  </a:lnTo>
                  <a:cubicBezTo>
                    <a:pt x="5779" y="5509"/>
                    <a:pt x="6454" y="28624"/>
                    <a:pt x="6454" y="28624"/>
                  </a:cubicBezTo>
                  <a:lnTo>
                    <a:pt x="6967" y="28624"/>
                  </a:lnTo>
                  <a:lnTo>
                    <a:pt x="8236" y="26761"/>
                  </a:lnTo>
                  <a:cubicBezTo>
                    <a:pt x="6211" y="21819"/>
                    <a:pt x="5941" y="0"/>
                    <a:pt x="5941" y="0"/>
                  </a:cubicBezTo>
                  <a:close/>
                </a:path>
              </a:pathLst>
            </a:custGeom>
            <a:solidFill>
              <a:srgbClr val="261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7" name="Google Shape;6307;p87"/>
            <p:cNvSpPr/>
            <p:nvPr/>
          </p:nvSpPr>
          <p:spPr>
            <a:xfrm>
              <a:off x="6401725" y="7568775"/>
              <a:ext cx="66200" cy="72250"/>
            </a:xfrm>
            <a:custGeom>
              <a:avLst/>
              <a:gdLst/>
              <a:ahLst/>
              <a:cxnLst/>
              <a:rect l="l" t="t" r="r" b="b"/>
              <a:pathLst>
                <a:path w="2648" h="2890" extrusionOk="0">
                  <a:moveTo>
                    <a:pt x="1" y="1"/>
                  </a:moveTo>
                  <a:lnTo>
                    <a:pt x="55" y="2890"/>
                  </a:lnTo>
                  <a:lnTo>
                    <a:pt x="2647" y="2890"/>
                  </a:lnTo>
                  <a:lnTo>
                    <a:pt x="2647" y="2539"/>
                  </a:lnTo>
                  <a:cubicBezTo>
                    <a:pt x="2620" y="1135"/>
                    <a:pt x="1864" y="1"/>
                    <a:pt x="919" y="1"/>
                  </a:cubicBezTo>
                  <a:close/>
                </a:path>
              </a:pathLst>
            </a:custGeom>
            <a:solidFill>
              <a:srgbClr val="261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8" name="Google Shape;6308;p87"/>
            <p:cNvSpPr/>
            <p:nvPr/>
          </p:nvSpPr>
          <p:spPr>
            <a:xfrm>
              <a:off x="5711125" y="6925425"/>
              <a:ext cx="328800" cy="715600"/>
            </a:xfrm>
            <a:custGeom>
              <a:avLst/>
              <a:gdLst/>
              <a:ahLst/>
              <a:cxnLst/>
              <a:rect l="l" t="t" r="r" b="b"/>
              <a:pathLst>
                <a:path w="13152" h="28624" extrusionOk="0">
                  <a:moveTo>
                    <a:pt x="4213" y="0"/>
                  </a:moveTo>
                  <a:cubicBezTo>
                    <a:pt x="4213" y="0"/>
                    <a:pt x="4537" y="19470"/>
                    <a:pt x="2134" y="25789"/>
                  </a:cubicBezTo>
                  <a:cubicBezTo>
                    <a:pt x="919" y="25978"/>
                    <a:pt x="0" y="27031"/>
                    <a:pt x="0" y="28273"/>
                  </a:cubicBezTo>
                  <a:lnTo>
                    <a:pt x="0" y="28624"/>
                  </a:lnTo>
                  <a:lnTo>
                    <a:pt x="4402" y="28624"/>
                  </a:lnTo>
                  <a:cubicBezTo>
                    <a:pt x="4402" y="28624"/>
                    <a:pt x="4645" y="5509"/>
                    <a:pt x="13151" y="2539"/>
                  </a:cubicBezTo>
                  <a:lnTo>
                    <a:pt x="13151" y="0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9" name="Google Shape;6309;p87"/>
            <p:cNvSpPr/>
            <p:nvPr/>
          </p:nvSpPr>
          <p:spPr>
            <a:xfrm>
              <a:off x="5387750" y="6925425"/>
              <a:ext cx="470575" cy="91150"/>
            </a:xfrm>
            <a:custGeom>
              <a:avLst/>
              <a:gdLst/>
              <a:ahLst/>
              <a:cxnLst/>
              <a:rect l="l" t="t" r="r" b="b"/>
              <a:pathLst>
                <a:path w="18823" h="3646" extrusionOk="0">
                  <a:moveTo>
                    <a:pt x="1" y="0"/>
                  </a:moveTo>
                  <a:lnTo>
                    <a:pt x="1" y="3646"/>
                  </a:lnTo>
                  <a:lnTo>
                    <a:pt x="18822" y="3646"/>
                  </a:lnTo>
                  <a:lnTo>
                    <a:pt x="18822" y="0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0" name="Google Shape;6310;p87"/>
            <p:cNvSpPr/>
            <p:nvPr/>
          </p:nvSpPr>
          <p:spPr>
            <a:xfrm>
              <a:off x="5913650" y="6925425"/>
              <a:ext cx="470550" cy="91150"/>
            </a:xfrm>
            <a:custGeom>
              <a:avLst/>
              <a:gdLst/>
              <a:ahLst/>
              <a:cxnLst/>
              <a:rect l="l" t="t" r="r" b="b"/>
              <a:pathLst>
                <a:path w="18822" h="3646" extrusionOk="0">
                  <a:moveTo>
                    <a:pt x="1" y="0"/>
                  </a:moveTo>
                  <a:lnTo>
                    <a:pt x="1" y="3646"/>
                  </a:lnTo>
                  <a:lnTo>
                    <a:pt x="18822" y="3646"/>
                  </a:lnTo>
                  <a:lnTo>
                    <a:pt x="18822" y="0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1" name="Google Shape;6311;p87"/>
            <p:cNvSpPr/>
            <p:nvPr/>
          </p:nvSpPr>
          <p:spPr>
            <a:xfrm>
              <a:off x="5752975" y="6797150"/>
              <a:ext cx="683900" cy="133700"/>
            </a:xfrm>
            <a:custGeom>
              <a:avLst/>
              <a:gdLst/>
              <a:ahLst/>
              <a:cxnLst/>
              <a:rect l="l" t="t" r="r" b="b"/>
              <a:pathLst>
                <a:path w="27356" h="5348" extrusionOk="0">
                  <a:moveTo>
                    <a:pt x="2782" y="1"/>
                  </a:moveTo>
                  <a:cubicBezTo>
                    <a:pt x="1" y="1"/>
                    <a:pt x="1" y="5347"/>
                    <a:pt x="2782" y="5347"/>
                  </a:cubicBezTo>
                  <a:lnTo>
                    <a:pt x="24493" y="5347"/>
                  </a:lnTo>
                  <a:cubicBezTo>
                    <a:pt x="27355" y="5347"/>
                    <a:pt x="27355" y="1"/>
                    <a:pt x="24493" y="1"/>
                  </a:cubicBezTo>
                  <a:close/>
                </a:path>
              </a:pathLst>
            </a:custGeom>
            <a:solidFill>
              <a:srgbClr val="C47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2" name="Google Shape;6312;p87"/>
            <p:cNvSpPr/>
            <p:nvPr/>
          </p:nvSpPr>
          <p:spPr>
            <a:xfrm>
              <a:off x="5256125" y="6797150"/>
              <a:ext cx="683875" cy="133700"/>
            </a:xfrm>
            <a:custGeom>
              <a:avLst/>
              <a:gdLst/>
              <a:ahLst/>
              <a:cxnLst/>
              <a:rect l="l" t="t" r="r" b="b"/>
              <a:pathLst>
                <a:path w="27355" h="5348" extrusionOk="0">
                  <a:moveTo>
                    <a:pt x="2782" y="1"/>
                  </a:moveTo>
                  <a:cubicBezTo>
                    <a:pt x="0" y="1"/>
                    <a:pt x="0" y="5347"/>
                    <a:pt x="2782" y="5347"/>
                  </a:cubicBezTo>
                  <a:lnTo>
                    <a:pt x="24465" y="5347"/>
                  </a:lnTo>
                  <a:cubicBezTo>
                    <a:pt x="27355" y="5347"/>
                    <a:pt x="27355" y="1"/>
                    <a:pt x="24465" y="1"/>
                  </a:cubicBezTo>
                  <a:close/>
                </a:path>
              </a:pathLst>
            </a:custGeom>
            <a:solidFill>
              <a:srgbClr val="E0A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3" name="Google Shape;6313;p87"/>
            <p:cNvSpPr/>
            <p:nvPr/>
          </p:nvSpPr>
          <p:spPr>
            <a:xfrm>
              <a:off x="5986550" y="6547375"/>
              <a:ext cx="173525" cy="403050"/>
            </a:xfrm>
            <a:custGeom>
              <a:avLst/>
              <a:gdLst/>
              <a:ahLst/>
              <a:cxnLst/>
              <a:rect l="l" t="t" r="r" b="b"/>
              <a:pathLst>
                <a:path w="6941" h="16122" extrusionOk="0">
                  <a:moveTo>
                    <a:pt x="2485" y="0"/>
                  </a:moveTo>
                  <a:cubicBezTo>
                    <a:pt x="5186" y="4402"/>
                    <a:pt x="4943" y="9614"/>
                    <a:pt x="1" y="16121"/>
                  </a:cubicBezTo>
                  <a:lnTo>
                    <a:pt x="4456" y="16121"/>
                  </a:lnTo>
                  <a:cubicBezTo>
                    <a:pt x="4321" y="10694"/>
                    <a:pt x="5240" y="5320"/>
                    <a:pt x="6941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4" name="Google Shape;6314;p87"/>
            <p:cNvSpPr/>
            <p:nvPr/>
          </p:nvSpPr>
          <p:spPr>
            <a:xfrm>
              <a:off x="5986550" y="6797825"/>
              <a:ext cx="121550" cy="166775"/>
            </a:xfrm>
            <a:custGeom>
              <a:avLst/>
              <a:gdLst/>
              <a:ahLst/>
              <a:cxnLst/>
              <a:rect l="l" t="t" r="r" b="b"/>
              <a:pathLst>
                <a:path w="4862" h="6671" extrusionOk="0">
                  <a:moveTo>
                    <a:pt x="3430" y="1"/>
                  </a:moveTo>
                  <a:cubicBezTo>
                    <a:pt x="2593" y="2188"/>
                    <a:pt x="1432" y="4267"/>
                    <a:pt x="1" y="6103"/>
                  </a:cubicBezTo>
                  <a:lnTo>
                    <a:pt x="4861" y="6671"/>
                  </a:lnTo>
                  <a:cubicBezTo>
                    <a:pt x="4807" y="5023"/>
                    <a:pt x="4456" y="2809"/>
                    <a:pt x="4618" y="1162"/>
                  </a:cubicBezTo>
                  <a:cubicBezTo>
                    <a:pt x="4240" y="757"/>
                    <a:pt x="3835" y="352"/>
                    <a:pt x="3430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5" name="Google Shape;6315;p87"/>
            <p:cNvSpPr/>
            <p:nvPr/>
          </p:nvSpPr>
          <p:spPr>
            <a:xfrm>
              <a:off x="6249850" y="6547375"/>
              <a:ext cx="216050" cy="403050"/>
            </a:xfrm>
            <a:custGeom>
              <a:avLst/>
              <a:gdLst/>
              <a:ahLst/>
              <a:cxnLst/>
              <a:rect l="l" t="t" r="r" b="b"/>
              <a:pathLst>
                <a:path w="8642" h="16122" extrusionOk="0">
                  <a:moveTo>
                    <a:pt x="4186" y="0"/>
                  </a:moveTo>
                  <a:cubicBezTo>
                    <a:pt x="6400" y="4402"/>
                    <a:pt x="5617" y="9614"/>
                    <a:pt x="0" y="16121"/>
                  </a:cubicBezTo>
                  <a:lnTo>
                    <a:pt x="4456" y="16121"/>
                  </a:lnTo>
                  <a:cubicBezTo>
                    <a:pt x="4888" y="10694"/>
                    <a:pt x="6373" y="5320"/>
                    <a:pt x="8641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6" name="Google Shape;6316;p87"/>
            <p:cNvSpPr/>
            <p:nvPr/>
          </p:nvSpPr>
          <p:spPr>
            <a:xfrm>
              <a:off x="6249850" y="6837650"/>
              <a:ext cx="120175" cy="125600"/>
            </a:xfrm>
            <a:custGeom>
              <a:avLst/>
              <a:gdLst/>
              <a:ahLst/>
              <a:cxnLst/>
              <a:rect l="l" t="t" r="r" b="b"/>
              <a:pathLst>
                <a:path w="4807" h="5024" extrusionOk="0">
                  <a:moveTo>
                    <a:pt x="3268" y="1"/>
                  </a:moveTo>
                  <a:cubicBezTo>
                    <a:pt x="2323" y="1594"/>
                    <a:pt x="1242" y="3106"/>
                    <a:pt x="0" y="4510"/>
                  </a:cubicBezTo>
                  <a:lnTo>
                    <a:pt x="4591" y="5024"/>
                  </a:lnTo>
                  <a:cubicBezTo>
                    <a:pt x="4672" y="4051"/>
                    <a:pt x="4672" y="2593"/>
                    <a:pt x="4807" y="1648"/>
                  </a:cubicBezTo>
                  <a:cubicBezTo>
                    <a:pt x="4348" y="1027"/>
                    <a:pt x="3835" y="487"/>
                    <a:pt x="3268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6317;p87"/>
            <p:cNvSpPr/>
            <p:nvPr/>
          </p:nvSpPr>
          <p:spPr>
            <a:xfrm>
              <a:off x="6008825" y="6547375"/>
              <a:ext cx="173525" cy="403050"/>
            </a:xfrm>
            <a:custGeom>
              <a:avLst/>
              <a:gdLst/>
              <a:ahLst/>
              <a:cxnLst/>
              <a:rect l="l" t="t" r="r" b="b"/>
              <a:pathLst>
                <a:path w="6941" h="16122" extrusionOk="0">
                  <a:moveTo>
                    <a:pt x="2485" y="0"/>
                  </a:moveTo>
                  <a:cubicBezTo>
                    <a:pt x="5186" y="4402"/>
                    <a:pt x="4943" y="9614"/>
                    <a:pt x="1" y="16121"/>
                  </a:cubicBezTo>
                  <a:lnTo>
                    <a:pt x="4457" y="16121"/>
                  </a:lnTo>
                  <a:cubicBezTo>
                    <a:pt x="4322" y="10694"/>
                    <a:pt x="5240" y="5320"/>
                    <a:pt x="6941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8" name="Google Shape;6318;p87"/>
            <p:cNvSpPr/>
            <p:nvPr/>
          </p:nvSpPr>
          <p:spPr>
            <a:xfrm>
              <a:off x="6272125" y="6547375"/>
              <a:ext cx="216725" cy="403050"/>
            </a:xfrm>
            <a:custGeom>
              <a:avLst/>
              <a:gdLst/>
              <a:ahLst/>
              <a:cxnLst/>
              <a:rect l="l" t="t" r="r" b="b"/>
              <a:pathLst>
                <a:path w="8669" h="16122" extrusionOk="0">
                  <a:moveTo>
                    <a:pt x="4186" y="0"/>
                  </a:moveTo>
                  <a:cubicBezTo>
                    <a:pt x="6400" y="4402"/>
                    <a:pt x="5617" y="9614"/>
                    <a:pt x="0" y="16121"/>
                  </a:cubicBezTo>
                  <a:lnTo>
                    <a:pt x="4483" y="16121"/>
                  </a:lnTo>
                  <a:cubicBezTo>
                    <a:pt x="4915" y="10694"/>
                    <a:pt x="6400" y="5320"/>
                    <a:pt x="8668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9" name="Google Shape;6319;p87"/>
            <p:cNvSpPr/>
            <p:nvPr/>
          </p:nvSpPr>
          <p:spPr>
            <a:xfrm>
              <a:off x="6023775" y="6539250"/>
              <a:ext cx="489300" cy="53400"/>
            </a:xfrm>
            <a:custGeom>
              <a:avLst/>
              <a:gdLst/>
              <a:ahLst/>
              <a:cxnLst/>
              <a:rect l="l" t="t" r="r" b="b"/>
              <a:pathLst>
                <a:path w="19572" h="2136" extrusionOk="0">
                  <a:moveTo>
                    <a:pt x="18724" y="0"/>
                  </a:moveTo>
                  <a:cubicBezTo>
                    <a:pt x="18711" y="0"/>
                    <a:pt x="18697" y="1"/>
                    <a:pt x="18683" y="1"/>
                  </a:cubicBezTo>
                  <a:lnTo>
                    <a:pt x="1212" y="1"/>
                  </a:lnTo>
                  <a:cubicBezTo>
                    <a:pt x="699" y="28"/>
                    <a:pt x="240" y="406"/>
                    <a:pt x="159" y="920"/>
                  </a:cubicBezTo>
                  <a:lnTo>
                    <a:pt x="105" y="1217"/>
                  </a:lnTo>
                  <a:cubicBezTo>
                    <a:pt x="0" y="1689"/>
                    <a:pt x="380" y="2136"/>
                    <a:pt x="847" y="2136"/>
                  </a:cubicBezTo>
                  <a:cubicBezTo>
                    <a:pt x="861" y="2136"/>
                    <a:pt x="874" y="2135"/>
                    <a:pt x="888" y="2135"/>
                  </a:cubicBezTo>
                  <a:lnTo>
                    <a:pt x="18359" y="2135"/>
                  </a:lnTo>
                  <a:cubicBezTo>
                    <a:pt x="18872" y="2135"/>
                    <a:pt x="19305" y="1757"/>
                    <a:pt x="19413" y="1244"/>
                  </a:cubicBezTo>
                  <a:lnTo>
                    <a:pt x="19467" y="947"/>
                  </a:lnTo>
                  <a:cubicBezTo>
                    <a:pt x="19571" y="448"/>
                    <a:pt x="19192" y="0"/>
                    <a:pt x="18724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0" name="Google Shape;6320;p87"/>
            <p:cNvSpPr/>
            <p:nvPr/>
          </p:nvSpPr>
          <p:spPr>
            <a:xfrm>
              <a:off x="6024375" y="6539275"/>
              <a:ext cx="102625" cy="54025"/>
            </a:xfrm>
            <a:custGeom>
              <a:avLst/>
              <a:gdLst/>
              <a:ahLst/>
              <a:cxnLst/>
              <a:rect l="l" t="t" r="r" b="b"/>
              <a:pathLst>
                <a:path w="4105" h="2161" extrusionOk="0">
                  <a:moveTo>
                    <a:pt x="1215" y="0"/>
                  </a:moveTo>
                  <a:cubicBezTo>
                    <a:pt x="675" y="27"/>
                    <a:pt x="243" y="405"/>
                    <a:pt x="135" y="946"/>
                  </a:cubicBezTo>
                  <a:lnTo>
                    <a:pt x="108" y="1243"/>
                  </a:lnTo>
                  <a:cubicBezTo>
                    <a:pt x="0" y="1729"/>
                    <a:pt x="378" y="2161"/>
                    <a:pt x="864" y="2161"/>
                  </a:cubicBezTo>
                  <a:lnTo>
                    <a:pt x="2889" y="2161"/>
                  </a:lnTo>
                  <a:cubicBezTo>
                    <a:pt x="3430" y="2134"/>
                    <a:pt x="3889" y="1756"/>
                    <a:pt x="3970" y="1243"/>
                  </a:cubicBezTo>
                  <a:lnTo>
                    <a:pt x="4024" y="946"/>
                  </a:lnTo>
                  <a:cubicBezTo>
                    <a:pt x="4105" y="432"/>
                    <a:pt x="3727" y="0"/>
                    <a:pt x="3240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1" name="Google Shape;6321;p87"/>
            <p:cNvSpPr/>
            <p:nvPr/>
          </p:nvSpPr>
          <p:spPr>
            <a:xfrm>
              <a:off x="5960300" y="6464275"/>
              <a:ext cx="604700" cy="98000"/>
            </a:xfrm>
            <a:custGeom>
              <a:avLst/>
              <a:gdLst/>
              <a:ahLst/>
              <a:cxnLst/>
              <a:rect l="l" t="t" r="r" b="b"/>
              <a:pathLst>
                <a:path w="24188" h="3920" extrusionOk="0">
                  <a:moveTo>
                    <a:pt x="22415" y="1"/>
                  </a:moveTo>
                  <a:cubicBezTo>
                    <a:pt x="22387" y="1"/>
                    <a:pt x="22358" y="2"/>
                    <a:pt x="22330" y="3"/>
                  </a:cubicBezTo>
                  <a:lnTo>
                    <a:pt x="2455" y="3"/>
                  </a:lnTo>
                  <a:cubicBezTo>
                    <a:pt x="1321" y="30"/>
                    <a:pt x="403" y="840"/>
                    <a:pt x="214" y="1947"/>
                  </a:cubicBezTo>
                  <a:lnTo>
                    <a:pt x="214" y="2001"/>
                  </a:lnTo>
                  <a:cubicBezTo>
                    <a:pt x="1" y="2986"/>
                    <a:pt x="785" y="3919"/>
                    <a:pt x="1817" y="3919"/>
                  </a:cubicBezTo>
                  <a:cubicBezTo>
                    <a:pt x="1832" y="3919"/>
                    <a:pt x="1846" y="3919"/>
                    <a:pt x="1861" y="3919"/>
                  </a:cubicBezTo>
                  <a:lnTo>
                    <a:pt x="21762" y="3919"/>
                  </a:lnTo>
                  <a:cubicBezTo>
                    <a:pt x="22870" y="3892"/>
                    <a:pt x="23788" y="3081"/>
                    <a:pt x="24004" y="2001"/>
                  </a:cubicBezTo>
                  <a:lnTo>
                    <a:pt x="24004" y="1947"/>
                  </a:lnTo>
                  <a:cubicBezTo>
                    <a:pt x="24188" y="923"/>
                    <a:pt x="23426" y="1"/>
                    <a:pt x="22415" y="1"/>
                  </a:cubicBezTo>
                  <a:close/>
                </a:path>
              </a:pathLst>
            </a:custGeom>
            <a:solidFill>
              <a:srgbClr val="C47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87"/>
            <p:cNvSpPr/>
            <p:nvPr/>
          </p:nvSpPr>
          <p:spPr>
            <a:xfrm>
              <a:off x="5960300" y="6464325"/>
              <a:ext cx="154475" cy="97950"/>
            </a:xfrm>
            <a:custGeom>
              <a:avLst/>
              <a:gdLst/>
              <a:ahLst/>
              <a:cxnLst/>
              <a:rect l="l" t="t" r="r" b="b"/>
              <a:pathLst>
                <a:path w="6179" h="3918" extrusionOk="0">
                  <a:moveTo>
                    <a:pt x="4389" y="0"/>
                  </a:moveTo>
                  <a:cubicBezTo>
                    <a:pt x="4375" y="0"/>
                    <a:pt x="4360" y="1"/>
                    <a:pt x="4345" y="1"/>
                  </a:cubicBezTo>
                  <a:lnTo>
                    <a:pt x="2455" y="1"/>
                  </a:lnTo>
                  <a:cubicBezTo>
                    <a:pt x="1321" y="28"/>
                    <a:pt x="403" y="838"/>
                    <a:pt x="214" y="1945"/>
                  </a:cubicBezTo>
                  <a:lnTo>
                    <a:pt x="214" y="1999"/>
                  </a:lnTo>
                  <a:cubicBezTo>
                    <a:pt x="1" y="2984"/>
                    <a:pt x="785" y="3917"/>
                    <a:pt x="1817" y="3917"/>
                  </a:cubicBezTo>
                  <a:cubicBezTo>
                    <a:pt x="1832" y="3917"/>
                    <a:pt x="1846" y="3917"/>
                    <a:pt x="1861" y="3917"/>
                  </a:cubicBezTo>
                  <a:lnTo>
                    <a:pt x="3778" y="3917"/>
                  </a:lnTo>
                  <a:cubicBezTo>
                    <a:pt x="4885" y="3863"/>
                    <a:pt x="5803" y="3079"/>
                    <a:pt x="5993" y="1999"/>
                  </a:cubicBezTo>
                  <a:lnTo>
                    <a:pt x="5993" y="1945"/>
                  </a:lnTo>
                  <a:cubicBezTo>
                    <a:pt x="6179" y="933"/>
                    <a:pt x="5420" y="0"/>
                    <a:pt x="4389" y="0"/>
                  </a:cubicBezTo>
                  <a:close/>
                </a:path>
              </a:pathLst>
            </a:custGeom>
            <a:solidFill>
              <a:srgbClr val="EFB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6323;p87"/>
            <p:cNvSpPr/>
            <p:nvPr/>
          </p:nvSpPr>
          <p:spPr>
            <a:xfrm>
              <a:off x="6383500" y="5793300"/>
              <a:ext cx="224150" cy="156025"/>
            </a:xfrm>
            <a:custGeom>
              <a:avLst/>
              <a:gdLst/>
              <a:ahLst/>
              <a:cxnLst/>
              <a:rect l="l" t="t" r="r" b="b"/>
              <a:pathLst>
                <a:path w="8966" h="6241" extrusionOk="0">
                  <a:moveTo>
                    <a:pt x="4483" y="1"/>
                  </a:moveTo>
                  <a:cubicBezTo>
                    <a:pt x="1999" y="1"/>
                    <a:pt x="1" y="1648"/>
                    <a:pt x="1" y="3700"/>
                  </a:cubicBezTo>
                  <a:cubicBezTo>
                    <a:pt x="1" y="4024"/>
                    <a:pt x="55" y="4321"/>
                    <a:pt x="136" y="4645"/>
                  </a:cubicBezTo>
                  <a:cubicBezTo>
                    <a:pt x="730" y="3700"/>
                    <a:pt x="1756" y="3133"/>
                    <a:pt x="2836" y="3133"/>
                  </a:cubicBezTo>
                  <a:cubicBezTo>
                    <a:pt x="5213" y="3133"/>
                    <a:pt x="5969" y="4240"/>
                    <a:pt x="6158" y="5320"/>
                  </a:cubicBezTo>
                  <a:cubicBezTo>
                    <a:pt x="6277" y="5898"/>
                    <a:pt x="6780" y="6240"/>
                    <a:pt x="7298" y="6240"/>
                  </a:cubicBezTo>
                  <a:cubicBezTo>
                    <a:pt x="7604" y="6240"/>
                    <a:pt x="7915" y="6121"/>
                    <a:pt x="8156" y="5860"/>
                  </a:cubicBezTo>
                  <a:cubicBezTo>
                    <a:pt x="8669" y="5266"/>
                    <a:pt x="8966" y="4483"/>
                    <a:pt x="8966" y="3700"/>
                  </a:cubicBezTo>
                  <a:cubicBezTo>
                    <a:pt x="8966" y="1648"/>
                    <a:pt x="6968" y="1"/>
                    <a:pt x="4483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6324;p87"/>
            <p:cNvSpPr/>
            <p:nvPr/>
          </p:nvSpPr>
          <p:spPr>
            <a:xfrm>
              <a:off x="5711125" y="6991575"/>
              <a:ext cx="157325" cy="649450"/>
            </a:xfrm>
            <a:custGeom>
              <a:avLst/>
              <a:gdLst/>
              <a:ahLst/>
              <a:cxnLst/>
              <a:rect l="l" t="t" r="r" b="b"/>
              <a:pathLst>
                <a:path w="6293" h="25978" extrusionOk="0">
                  <a:moveTo>
                    <a:pt x="4240" y="1"/>
                  </a:moveTo>
                  <a:cubicBezTo>
                    <a:pt x="4240" y="5536"/>
                    <a:pt x="3970" y="18255"/>
                    <a:pt x="2134" y="23143"/>
                  </a:cubicBezTo>
                  <a:cubicBezTo>
                    <a:pt x="919" y="23332"/>
                    <a:pt x="0" y="24385"/>
                    <a:pt x="0" y="25627"/>
                  </a:cubicBezTo>
                  <a:lnTo>
                    <a:pt x="0" y="25978"/>
                  </a:lnTo>
                  <a:lnTo>
                    <a:pt x="4402" y="25978"/>
                  </a:lnTo>
                  <a:cubicBezTo>
                    <a:pt x="4402" y="25978"/>
                    <a:pt x="4483" y="17958"/>
                    <a:pt x="6292" y="10775"/>
                  </a:cubicBezTo>
                  <a:cubicBezTo>
                    <a:pt x="6157" y="5725"/>
                    <a:pt x="5401" y="1729"/>
                    <a:pt x="4240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6325;p87"/>
            <p:cNvSpPr/>
            <p:nvPr/>
          </p:nvSpPr>
          <p:spPr>
            <a:xfrm>
              <a:off x="5273675" y="6797150"/>
              <a:ext cx="605575" cy="66200"/>
            </a:xfrm>
            <a:custGeom>
              <a:avLst/>
              <a:gdLst/>
              <a:ahLst/>
              <a:cxnLst/>
              <a:rect l="l" t="t" r="r" b="b"/>
              <a:pathLst>
                <a:path w="24223" h="2648" extrusionOk="0">
                  <a:moveTo>
                    <a:pt x="2080" y="1"/>
                  </a:moveTo>
                  <a:cubicBezTo>
                    <a:pt x="729" y="1"/>
                    <a:pt x="27" y="1297"/>
                    <a:pt x="0" y="2593"/>
                  </a:cubicBezTo>
                  <a:cubicBezTo>
                    <a:pt x="108" y="2620"/>
                    <a:pt x="243" y="2647"/>
                    <a:pt x="378" y="2647"/>
                  </a:cubicBezTo>
                  <a:lnTo>
                    <a:pt x="22089" y="2647"/>
                  </a:lnTo>
                  <a:cubicBezTo>
                    <a:pt x="23466" y="2647"/>
                    <a:pt x="24195" y="1351"/>
                    <a:pt x="24222" y="55"/>
                  </a:cubicBezTo>
                  <a:cubicBezTo>
                    <a:pt x="24087" y="28"/>
                    <a:pt x="23925" y="1"/>
                    <a:pt x="23763" y="1"/>
                  </a:cubicBezTo>
                  <a:close/>
                </a:path>
              </a:pathLst>
            </a:custGeom>
            <a:solidFill>
              <a:srgbClr val="EFB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87"/>
            <p:cNvSpPr/>
            <p:nvPr/>
          </p:nvSpPr>
          <p:spPr>
            <a:xfrm>
              <a:off x="5555175" y="6192275"/>
              <a:ext cx="4750" cy="2050"/>
            </a:xfrm>
            <a:custGeom>
              <a:avLst/>
              <a:gdLst/>
              <a:ahLst/>
              <a:cxnLst/>
              <a:rect l="l" t="t" r="r" b="b"/>
              <a:pathLst>
                <a:path w="190" h="82" extrusionOk="0">
                  <a:moveTo>
                    <a:pt x="1" y="1"/>
                  </a:moveTo>
                  <a:lnTo>
                    <a:pt x="1" y="82"/>
                  </a:lnTo>
                  <a:lnTo>
                    <a:pt x="190" y="82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rgbClr val="EFB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6327;p87"/>
            <p:cNvSpPr/>
            <p:nvPr/>
          </p:nvSpPr>
          <p:spPr>
            <a:xfrm>
              <a:off x="5711125" y="7007775"/>
              <a:ext cx="168800" cy="633250"/>
            </a:xfrm>
            <a:custGeom>
              <a:avLst/>
              <a:gdLst/>
              <a:ahLst/>
              <a:cxnLst/>
              <a:rect l="l" t="t" r="r" b="b"/>
              <a:pathLst>
                <a:path w="6752" h="25330" extrusionOk="0">
                  <a:moveTo>
                    <a:pt x="4240" y="1"/>
                  </a:moveTo>
                  <a:cubicBezTo>
                    <a:pt x="4213" y="5833"/>
                    <a:pt x="3889" y="17796"/>
                    <a:pt x="2134" y="22495"/>
                  </a:cubicBezTo>
                  <a:cubicBezTo>
                    <a:pt x="919" y="22684"/>
                    <a:pt x="0" y="23737"/>
                    <a:pt x="0" y="24979"/>
                  </a:cubicBezTo>
                  <a:lnTo>
                    <a:pt x="0" y="25330"/>
                  </a:lnTo>
                  <a:lnTo>
                    <a:pt x="4402" y="25330"/>
                  </a:lnTo>
                  <a:cubicBezTo>
                    <a:pt x="4402" y="25330"/>
                    <a:pt x="4510" y="16041"/>
                    <a:pt x="6751" y="8480"/>
                  </a:cubicBezTo>
                  <a:cubicBezTo>
                    <a:pt x="6454" y="4375"/>
                    <a:pt x="5563" y="1216"/>
                    <a:pt x="4240" y="1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87"/>
            <p:cNvSpPr/>
            <p:nvPr/>
          </p:nvSpPr>
          <p:spPr>
            <a:xfrm>
              <a:off x="5223050" y="7010475"/>
              <a:ext cx="155950" cy="630550"/>
            </a:xfrm>
            <a:custGeom>
              <a:avLst/>
              <a:gdLst/>
              <a:ahLst/>
              <a:cxnLst/>
              <a:rect l="l" t="t" r="r" b="b"/>
              <a:pathLst>
                <a:path w="6238" h="25222" extrusionOk="0">
                  <a:moveTo>
                    <a:pt x="4132" y="1"/>
                  </a:moveTo>
                  <a:cubicBezTo>
                    <a:pt x="4105" y="5861"/>
                    <a:pt x="3781" y="17742"/>
                    <a:pt x="2025" y="22387"/>
                  </a:cubicBezTo>
                  <a:cubicBezTo>
                    <a:pt x="837" y="22630"/>
                    <a:pt x="0" y="23656"/>
                    <a:pt x="0" y="24871"/>
                  </a:cubicBezTo>
                  <a:lnTo>
                    <a:pt x="0" y="25222"/>
                  </a:lnTo>
                  <a:lnTo>
                    <a:pt x="4294" y="25222"/>
                  </a:lnTo>
                  <a:cubicBezTo>
                    <a:pt x="4294" y="25222"/>
                    <a:pt x="4375" y="17040"/>
                    <a:pt x="6238" y="9803"/>
                  </a:cubicBezTo>
                  <a:cubicBezTo>
                    <a:pt x="6103" y="5077"/>
                    <a:pt x="5320" y="1405"/>
                    <a:pt x="4132" y="1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9" name="Google Shape;6329;p87"/>
          <p:cNvGrpSpPr/>
          <p:nvPr/>
        </p:nvGrpSpPr>
        <p:grpSpPr>
          <a:xfrm rot="1321491" flipH="1">
            <a:off x="2992314" y="2219608"/>
            <a:ext cx="714934" cy="378491"/>
            <a:chOff x="-1074225" y="4512538"/>
            <a:chExt cx="714950" cy="378500"/>
          </a:xfrm>
        </p:grpSpPr>
        <p:sp>
          <p:nvSpPr>
            <p:cNvPr id="6330" name="Google Shape;6330;p87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6331;p87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87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87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87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87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87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87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87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87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87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41" name="Google Shape;6341;p87"/>
          <p:cNvGrpSpPr/>
          <p:nvPr/>
        </p:nvGrpSpPr>
        <p:grpSpPr>
          <a:xfrm>
            <a:off x="4247812" y="1317949"/>
            <a:ext cx="648376" cy="880878"/>
            <a:chOff x="638276" y="3526008"/>
            <a:chExt cx="714936" cy="971200"/>
          </a:xfrm>
        </p:grpSpPr>
        <p:sp>
          <p:nvSpPr>
            <p:cNvPr id="6342" name="Google Shape;6342;p87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43" name="Google Shape;6343;p87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6344" name="Google Shape;6344;p87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5" name="Google Shape;6345;p87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6" name="Google Shape;6346;p87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7" name="Google Shape;6347;p87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8" name="Google Shape;6348;p87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9" name="Google Shape;6349;p87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0" name="Google Shape;6350;p87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1" name="Google Shape;6351;p87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2" name="Google Shape;6352;p87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3" name="Google Shape;6353;p87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4" name="Google Shape;6354;p87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5" name="Google Shape;6355;p87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6" name="Google Shape;6356;p87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7" name="Google Shape;6357;p87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8" name="Google Shape;6358;p87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9" name="Google Shape;6359;p87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0" name="Google Shape;6360;p87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1" name="Google Shape;6361;p87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2" name="Google Shape;6362;p87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3" name="Google Shape;6363;p87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4" name="Google Shape;6364;p87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5" name="Google Shape;6365;p87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6" name="Google Shape;6366;p87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7" name="Google Shape;6367;p87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8" name="Google Shape;6368;p87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9" name="Google Shape;6369;p87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69"/>
          <p:cNvSpPr txBox="1">
            <a:spLocks noGrp="1"/>
          </p:cNvSpPr>
          <p:nvPr>
            <p:ph type="title"/>
          </p:nvPr>
        </p:nvSpPr>
        <p:spPr>
          <a:xfrm>
            <a:off x="1599675" y="608484"/>
            <a:ext cx="5910344" cy="6776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ventana de Inicio es la interfaz principal de </a:t>
            </a:r>
            <a:r>
              <a:rPr lang="es-MX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MX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BookHub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proporcionando acceso a funcionalidades clave y presentando información relevante. </a:t>
            </a:r>
            <a:endParaRPr lang="es-MX" dirty="0"/>
          </a:p>
        </p:txBody>
      </p:sp>
      <p:grpSp>
        <p:nvGrpSpPr>
          <p:cNvPr id="3428" name="Google Shape;3428;p69"/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/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/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098" name="Imagen 1">
            <a:extLst>
              <a:ext uri="{FF2B5EF4-FFF2-40B4-BE49-F238E27FC236}">
                <a16:creationId xmlns:a16="http://schemas.microsoft.com/office/drawing/2014/main" id="{883A2F8C-57A4-6744-ACEE-168371374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322" y="1474324"/>
            <a:ext cx="6115050" cy="2857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278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8" name="Google Shape;3428;p69"/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/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/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122" name="Imagen 1">
            <a:extLst>
              <a:ext uri="{FF2B5EF4-FFF2-40B4-BE49-F238E27FC236}">
                <a16:creationId xmlns:a16="http://schemas.microsoft.com/office/drawing/2014/main" id="{495E16F2-9E45-9A82-314C-884B1E83C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433" y="1063633"/>
            <a:ext cx="6115050" cy="28765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4207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8" name="Google Shape;3428;p69"/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/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/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146" name="Imagen 1">
            <a:extLst>
              <a:ext uri="{FF2B5EF4-FFF2-40B4-BE49-F238E27FC236}">
                <a16:creationId xmlns:a16="http://schemas.microsoft.com/office/drawing/2014/main" id="{A23C1394-87A6-FEEB-F2D3-B88AAD1B7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473" y="1147983"/>
            <a:ext cx="6126163" cy="28352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38952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61" name="Google Shape;7361;p96"/>
          <p:cNvGrpSpPr/>
          <p:nvPr/>
        </p:nvGrpSpPr>
        <p:grpSpPr>
          <a:xfrm>
            <a:off x="713225" y="1306931"/>
            <a:ext cx="648376" cy="880878"/>
            <a:chOff x="638276" y="3526008"/>
            <a:chExt cx="714936" cy="971200"/>
          </a:xfrm>
        </p:grpSpPr>
        <p:sp>
          <p:nvSpPr>
            <p:cNvPr id="7362" name="Google Shape;7362;p96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63" name="Google Shape;7363;p96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7364" name="Google Shape;7364;p96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5" name="Google Shape;7365;p96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6" name="Google Shape;7366;p96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7" name="Google Shape;7367;p96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8" name="Google Shape;7368;p96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9" name="Google Shape;7369;p96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0" name="Google Shape;7370;p96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1" name="Google Shape;7371;p96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2" name="Google Shape;7372;p96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3" name="Google Shape;7373;p96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4" name="Google Shape;7374;p96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5" name="Google Shape;7375;p96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6" name="Google Shape;7376;p96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7" name="Google Shape;7377;p96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8" name="Google Shape;7378;p96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9" name="Google Shape;7379;p96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0" name="Google Shape;7380;p96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1" name="Google Shape;7381;p96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2" name="Google Shape;7382;p96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3" name="Google Shape;7383;p96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4" name="Google Shape;7384;p96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5" name="Google Shape;7385;p96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6" name="Google Shape;7386;p96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7" name="Google Shape;7387;p96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8" name="Google Shape;7388;p96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9" name="Google Shape;7389;p96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390" name="Google Shape;7390;p96"/>
          <p:cNvSpPr txBox="1">
            <a:spLocks noGrp="1"/>
          </p:cNvSpPr>
          <p:nvPr>
            <p:ph type="title"/>
          </p:nvPr>
        </p:nvSpPr>
        <p:spPr>
          <a:xfrm>
            <a:off x="2038200" y="2954058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dirty="0"/>
              <a:t>Información / Reseña</a:t>
            </a:r>
          </a:p>
        </p:txBody>
      </p:sp>
      <p:sp>
        <p:nvSpPr>
          <p:cNvPr id="7391" name="Google Shape;7391;p96"/>
          <p:cNvSpPr txBox="1">
            <a:spLocks noGrp="1"/>
          </p:cNvSpPr>
          <p:nvPr>
            <p:ph type="subTitle" idx="1"/>
          </p:nvPr>
        </p:nvSpPr>
        <p:spPr>
          <a:xfrm>
            <a:off x="2038200" y="3837511"/>
            <a:ext cx="5067600" cy="27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Page</a:t>
            </a:r>
            <a:endParaRPr dirty="0"/>
          </a:p>
        </p:txBody>
      </p:sp>
      <p:sp>
        <p:nvSpPr>
          <p:cNvPr id="7392" name="Google Shape;7392;p96"/>
          <p:cNvSpPr/>
          <p:nvPr/>
        </p:nvSpPr>
        <p:spPr>
          <a:xfrm>
            <a:off x="3815735" y="1409965"/>
            <a:ext cx="1512530" cy="1513003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9EBAB">
                  <a:alpha val="21960"/>
                  <a:alpha val="21910"/>
                </a:srgbClr>
              </a:gs>
              <a:gs pos="41000">
                <a:srgbClr val="F9EBAB">
                  <a:alpha val="53333"/>
                  <a:alpha val="21910"/>
                </a:srgbClr>
              </a:gs>
              <a:gs pos="100000">
                <a:srgbClr val="F9EBAB">
                  <a:alpha val="77254"/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3" name="Google Shape;7393;p96"/>
          <p:cNvSpPr txBox="1">
            <a:spLocks noGrp="1"/>
          </p:cNvSpPr>
          <p:nvPr>
            <p:ph type="title" idx="2"/>
          </p:nvPr>
        </p:nvSpPr>
        <p:spPr>
          <a:xfrm>
            <a:off x="3480300" y="1745575"/>
            <a:ext cx="2183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7394" name="Google Shape;7394;p96"/>
          <p:cNvGrpSpPr/>
          <p:nvPr/>
        </p:nvGrpSpPr>
        <p:grpSpPr>
          <a:xfrm>
            <a:off x="967588" y="2936430"/>
            <a:ext cx="941524" cy="1575885"/>
            <a:chOff x="8885363" y="6161640"/>
            <a:chExt cx="941524" cy="1575885"/>
          </a:xfrm>
        </p:grpSpPr>
        <p:grpSp>
          <p:nvGrpSpPr>
            <p:cNvPr id="7395" name="Google Shape;7395;p96"/>
            <p:cNvGrpSpPr/>
            <p:nvPr/>
          </p:nvGrpSpPr>
          <p:grpSpPr>
            <a:xfrm>
              <a:off x="8885363" y="6543873"/>
              <a:ext cx="941524" cy="1193652"/>
              <a:chOff x="1509175" y="5194363"/>
              <a:chExt cx="1071375" cy="1358275"/>
            </a:xfrm>
          </p:grpSpPr>
          <p:sp>
            <p:nvSpPr>
              <p:cNvPr id="7396" name="Google Shape;7396;p96"/>
              <p:cNvSpPr/>
              <p:nvPr/>
            </p:nvSpPr>
            <p:spPr>
              <a:xfrm>
                <a:off x="1997925" y="5623713"/>
                <a:ext cx="93200" cy="625825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25033" extrusionOk="0">
                    <a:moveTo>
                      <a:pt x="1" y="0"/>
                    </a:moveTo>
                    <a:cubicBezTo>
                      <a:pt x="1270" y="0"/>
                      <a:pt x="1270" y="25032"/>
                      <a:pt x="1" y="25032"/>
                    </a:cubicBezTo>
                    <a:lnTo>
                      <a:pt x="3727" y="25032"/>
                    </a:lnTo>
                    <a:cubicBezTo>
                      <a:pt x="2458" y="25032"/>
                      <a:pt x="2458" y="0"/>
                      <a:pt x="37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7" name="Google Shape;7397;p96"/>
              <p:cNvSpPr/>
              <p:nvPr/>
            </p:nvSpPr>
            <p:spPr>
              <a:xfrm>
                <a:off x="1997925" y="5623713"/>
                <a:ext cx="93200" cy="371325"/>
              </a:xfrm>
              <a:custGeom>
                <a:avLst/>
                <a:gdLst/>
                <a:ahLst/>
                <a:cxnLst/>
                <a:rect l="l" t="t" r="r" b="b"/>
                <a:pathLst>
                  <a:path w="3728" h="14853" extrusionOk="0">
                    <a:moveTo>
                      <a:pt x="1" y="0"/>
                    </a:moveTo>
                    <a:cubicBezTo>
                      <a:pt x="622" y="0"/>
                      <a:pt x="919" y="5536"/>
                      <a:pt x="973" y="11396"/>
                    </a:cubicBezTo>
                    <a:cubicBezTo>
                      <a:pt x="1054" y="11315"/>
                      <a:pt x="1162" y="11261"/>
                      <a:pt x="1270" y="11261"/>
                    </a:cubicBezTo>
                    <a:cubicBezTo>
                      <a:pt x="1864" y="11261"/>
                      <a:pt x="2404" y="12638"/>
                      <a:pt x="2782" y="14852"/>
                    </a:cubicBezTo>
                    <a:cubicBezTo>
                      <a:pt x="2701" y="7939"/>
                      <a:pt x="3025" y="0"/>
                      <a:pt x="372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8" name="Google Shape;7398;p96"/>
              <p:cNvSpPr/>
              <p:nvPr/>
            </p:nvSpPr>
            <p:spPr>
              <a:xfrm>
                <a:off x="1988475" y="6258963"/>
                <a:ext cx="112775" cy="170825"/>
              </a:xfrm>
              <a:custGeom>
                <a:avLst/>
                <a:gdLst/>
                <a:ahLst/>
                <a:cxnLst/>
                <a:rect l="l" t="t" r="r" b="b"/>
                <a:pathLst>
                  <a:path w="4511" h="6833" extrusionOk="0">
                    <a:moveTo>
                      <a:pt x="1" y="0"/>
                    </a:moveTo>
                    <a:cubicBezTo>
                      <a:pt x="1540" y="0"/>
                      <a:pt x="1540" y="6832"/>
                      <a:pt x="1" y="6832"/>
                    </a:cubicBezTo>
                    <a:lnTo>
                      <a:pt x="4510" y="6832"/>
                    </a:lnTo>
                    <a:cubicBezTo>
                      <a:pt x="2944" y="6832"/>
                      <a:pt x="2944" y="0"/>
                      <a:pt x="45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9" name="Google Shape;7399;p96"/>
              <p:cNvSpPr/>
              <p:nvPr/>
            </p:nvSpPr>
            <p:spPr>
              <a:xfrm>
                <a:off x="1976325" y="5610888"/>
                <a:ext cx="136400" cy="126250"/>
              </a:xfrm>
              <a:custGeom>
                <a:avLst/>
                <a:gdLst/>
                <a:ahLst/>
                <a:cxnLst/>
                <a:rect l="l" t="t" r="r" b="b"/>
                <a:pathLst>
                  <a:path w="5456" h="5050" extrusionOk="0">
                    <a:moveTo>
                      <a:pt x="2728" y="0"/>
                    </a:moveTo>
                    <a:cubicBezTo>
                      <a:pt x="1216" y="0"/>
                      <a:pt x="1" y="1134"/>
                      <a:pt x="1" y="2539"/>
                    </a:cubicBezTo>
                    <a:cubicBezTo>
                      <a:pt x="1" y="3916"/>
                      <a:pt x="1216" y="5050"/>
                      <a:pt x="2728" y="5050"/>
                    </a:cubicBezTo>
                    <a:cubicBezTo>
                      <a:pt x="4240" y="5050"/>
                      <a:pt x="5455" y="3916"/>
                      <a:pt x="5455" y="2539"/>
                    </a:cubicBezTo>
                    <a:cubicBezTo>
                      <a:pt x="5455" y="1134"/>
                      <a:pt x="4240" y="0"/>
                      <a:pt x="27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0" name="Google Shape;7400;p96"/>
              <p:cNvSpPr/>
              <p:nvPr/>
            </p:nvSpPr>
            <p:spPr>
              <a:xfrm>
                <a:off x="1962825" y="6174588"/>
                <a:ext cx="164075" cy="155275"/>
              </a:xfrm>
              <a:custGeom>
                <a:avLst/>
                <a:gdLst/>
                <a:ahLst/>
                <a:cxnLst/>
                <a:rect l="l" t="t" r="r" b="b"/>
                <a:pathLst>
                  <a:path w="6563" h="6211" extrusionOk="0">
                    <a:moveTo>
                      <a:pt x="3268" y="0"/>
                    </a:moveTo>
                    <a:cubicBezTo>
                      <a:pt x="1459" y="0"/>
                      <a:pt x="1" y="1404"/>
                      <a:pt x="1" y="3105"/>
                    </a:cubicBezTo>
                    <a:cubicBezTo>
                      <a:pt x="1" y="4834"/>
                      <a:pt x="1459" y="6211"/>
                      <a:pt x="3268" y="6211"/>
                    </a:cubicBezTo>
                    <a:cubicBezTo>
                      <a:pt x="5077" y="6211"/>
                      <a:pt x="6562" y="4834"/>
                      <a:pt x="6562" y="3105"/>
                    </a:cubicBezTo>
                    <a:cubicBezTo>
                      <a:pt x="6562" y="1404"/>
                      <a:pt x="5077" y="0"/>
                      <a:pt x="326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1" name="Google Shape;7401;p96"/>
              <p:cNvSpPr/>
              <p:nvPr/>
            </p:nvSpPr>
            <p:spPr>
              <a:xfrm>
                <a:off x="1702950" y="6400738"/>
                <a:ext cx="684025" cy="151900"/>
              </a:xfrm>
              <a:custGeom>
                <a:avLst/>
                <a:gdLst/>
                <a:ahLst/>
                <a:cxnLst/>
                <a:rect l="l" t="t" r="r" b="b"/>
                <a:pathLst>
                  <a:path w="27361" h="6076" extrusionOk="0">
                    <a:moveTo>
                      <a:pt x="13312" y="0"/>
                    </a:moveTo>
                    <a:cubicBezTo>
                      <a:pt x="13258" y="0"/>
                      <a:pt x="13177" y="0"/>
                      <a:pt x="13123" y="27"/>
                    </a:cubicBezTo>
                    <a:cubicBezTo>
                      <a:pt x="10515" y="623"/>
                      <a:pt x="7817" y="4827"/>
                      <a:pt x="4880" y="4827"/>
                    </a:cubicBezTo>
                    <a:cubicBezTo>
                      <a:pt x="4623" y="4827"/>
                      <a:pt x="4364" y="4795"/>
                      <a:pt x="4104" y="4726"/>
                    </a:cubicBezTo>
                    <a:cubicBezTo>
                      <a:pt x="3351" y="4529"/>
                      <a:pt x="2702" y="4443"/>
                      <a:pt x="2167" y="4443"/>
                    </a:cubicBezTo>
                    <a:cubicBezTo>
                      <a:pt x="575" y="4443"/>
                      <a:pt x="0" y="5207"/>
                      <a:pt x="728" y="6076"/>
                    </a:cubicBezTo>
                    <a:lnTo>
                      <a:pt x="26598" y="6076"/>
                    </a:lnTo>
                    <a:cubicBezTo>
                      <a:pt x="27361" y="5192"/>
                      <a:pt x="26794" y="4428"/>
                      <a:pt x="25220" y="4428"/>
                    </a:cubicBezTo>
                    <a:cubicBezTo>
                      <a:pt x="24678" y="4428"/>
                      <a:pt x="24017" y="4518"/>
                      <a:pt x="23249" y="4726"/>
                    </a:cubicBezTo>
                    <a:cubicBezTo>
                      <a:pt x="22989" y="4795"/>
                      <a:pt x="22730" y="4827"/>
                      <a:pt x="22473" y="4827"/>
                    </a:cubicBezTo>
                    <a:cubicBezTo>
                      <a:pt x="19536" y="4827"/>
                      <a:pt x="16837" y="623"/>
                      <a:pt x="14230" y="27"/>
                    </a:cubicBezTo>
                    <a:cubicBezTo>
                      <a:pt x="14176" y="0"/>
                      <a:pt x="14095" y="0"/>
                      <a:pt x="140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2" name="Google Shape;7402;p96"/>
              <p:cNvSpPr/>
              <p:nvPr/>
            </p:nvSpPr>
            <p:spPr>
              <a:xfrm>
                <a:off x="1509175" y="5194363"/>
                <a:ext cx="1071375" cy="533975"/>
              </a:xfrm>
              <a:custGeom>
                <a:avLst/>
                <a:gdLst/>
                <a:ahLst/>
                <a:cxnLst/>
                <a:rect l="l" t="t" r="r" b="b"/>
                <a:pathLst>
                  <a:path w="42855" h="21359" extrusionOk="0">
                    <a:moveTo>
                      <a:pt x="20860" y="0"/>
                    </a:moveTo>
                    <a:cubicBezTo>
                      <a:pt x="10430" y="0"/>
                      <a:pt x="0" y="432"/>
                      <a:pt x="0" y="1296"/>
                    </a:cubicBezTo>
                    <a:lnTo>
                      <a:pt x="0" y="20928"/>
                    </a:lnTo>
                    <a:cubicBezTo>
                      <a:pt x="562" y="21216"/>
                      <a:pt x="1186" y="21358"/>
                      <a:pt x="1814" y="21358"/>
                    </a:cubicBezTo>
                    <a:cubicBezTo>
                      <a:pt x="2362" y="21358"/>
                      <a:pt x="2914" y="21250"/>
                      <a:pt x="3430" y="21036"/>
                    </a:cubicBezTo>
                    <a:cubicBezTo>
                      <a:pt x="4306" y="20675"/>
                      <a:pt x="5218" y="20552"/>
                      <a:pt x="6118" y="20552"/>
                    </a:cubicBezTo>
                    <a:cubicBezTo>
                      <a:pt x="8045" y="20552"/>
                      <a:pt x="9917" y="21117"/>
                      <a:pt x="11261" y="21117"/>
                    </a:cubicBezTo>
                    <a:cubicBezTo>
                      <a:pt x="13120" y="21117"/>
                      <a:pt x="14908" y="18713"/>
                      <a:pt x="17394" y="18713"/>
                    </a:cubicBezTo>
                    <a:cubicBezTo>
                      <a:pt x="17543" y="18713"/>
                      <a:pt x="17695" y="18722"/>
                      <a:pt x="17850" y="18740"/>
                    </a:cubicBezTo>
                    <a:cubicBezTo>
                      <a:pt x="20503" y="19056"/>
                      <a:pt x="23234" y="20905"/>
                      <a:pt x="25917" y="20905"/>
                    </a:cubicBezTo>
                    <a:cubicBezTo>
                      <a:pt x="25991" y="20905"/>
                      <a:pt x="26065" y="20904"/>
                      <a:pt x="26140" y="20901"/>
                    </a:cubicBezTo>
                    <a:cubicBezTo>
                      <a:pt x="28658" y="20801"/>
                      <a:pt x="32948" y="19136"/>
                      <a:pt x="35015" y="19136"/>
                    </a:cubicBezTo>
                    <a:cubicBezTo>
                      <a:pt x="35187" y="19136"/>
                      <a:pt x="35344" y="19148"/>
                      <a:pt x="35483" y="19173"/>
                    </a:cubicBezTo>
                    <a:cubicBezTo>
                      <a:pt x="37256" y="19485"/>
                      <a:pt x="38551" y="20906"/>
                      <a:pt x="40412" y="20906"/>
                    </a:cubicBezTo>
                    <a:cubicBezTo>
                      <a:pt x="40479" y="20906"/>
                      <a:pt x="40546" y="20904"/>
                      <a:pt x="40613" y="20901"/>
                    </a:cubicBezTo>
                    <a:cubicBezTo>
                      <a:pt x="42558" y="20793"/>
                      <a:pt x="42855" y="19497"/>
                      <a:pt x="42855" y="19497"/>
                    </a:cubicBezTo>
                    <a:lnTo>
                      <a:pt x="41721" y="1296"/>
                    </a:lnTo>
                    <a:cubicBezTo>
                      <a:pt x="41721" y="432"/>
                      <a:pt x="31290" y="0"/>
                      <a:pt x="208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3" name="Google Shape;7403;p96"/>
              <p:cNvSpPr/>
              <p:nvPr/>
            </p:nvSpPr>
            <p:spPr>
              <a:xfrm>
                <a:off x="1509175" y="5213263"/>
                <a:ext cx="39850" cy="514425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20577" extrusionOk="0">
                    <a:moveTo>
                      <a:pt x="1593" y="0"/>
                    </a:moveTo>
                    <a:lnTo>
                      <a:pt x="1593" y="0"/>
                    </a:lnTo>
                    <a:cubicBezTo>
                      <a:pt x="567" y="162"/>
                      <a:pt x="0" y="351"/>
                      <a:pt x="0" y="540"/>
                    </a:cubicBezTo>
                    <a:lnTo>
                      <a:pt x="0" y="20172"/>
                    </a:lnTo>
                    <a:cubicBezTo>
                      <a:pt x="432" y="20415"/>
                      <a:pt x="918" y="20550"/>
                      <a:pt x="1404" y="20577"/>
                    </a:cubicBezTo>
                    <a:cubicBezTo>
                      <a:pt x="1161" y="17552"/>
                      <a:pt x="1026" y="14393"/>
                      <a:pt x="1026" y="11153"/>
                    </a:cubicBezTo>
                    <a:cubicBezTo>
                      <a:pt x="999" y="7426"/>
                      <a:pt x="1188" y="3727"/>
                      <a:pt x="1593" y="0"/>
                    </a:cubicBezTo>
                    <a:close/>
                  </a:path>
                </a:pathLst>
              </a:custGeom>
              <a:solidFill>
                <a:srgbClr val="8E161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4" name="Google Shape;7404;p96"/>
              <p:cNvSpPr/>
              <p:nvPr/>
            </p:nvSpPr>
            <p:spPr>
              <a:xfrm>
                <a:off x="1509175" y="5194363"/>
                <a:ext cx="1045050" cy="84000"/>
              </a:xfrm>
              <a:custGeom>
                <a:avLst/>
                <a:gdLst/>
                <a:ahLst/>
                <a:cxnLst/>
                <a:rect l="l" t="t" r="r" b="b"/>
                <a:pathLst>
                  <a:path w="41802" h="3360" extrusionOk="0">
                    <a:moveTo>
                      <a:pt x="20860" y="0"/>
                    </a:moveTo>
                    <a:cubicBezTo>
                      <a:pt x="10430" y="0"/>
                      <a:pt x="0" y="432"/>
                      <a:pt x="0" y="1296"/>
                    </a:cubicBezTo>
                    <a:lnTo>
                      <a:pt x="0" y="1350"/>
                    </a:lnTo>
                    <a:cubicBezTo>
                      <a:pt x="2848" y="2653"/>
                      <a:pt x="5622" y="2981"/>
                      <a:pt x="8752" y="2981"/>
                    </a:cubicBezTo>
                    <a:cubicBezTo>
                      <a:pt x="11913" y="2981"/>
                      <a:pt x="15438" y="2646"/>
                      <a:pt x="19767" y="2646"/>
                    </a:cubicBezTo>
                    <a:cubicBezTo>
                      <a:pt x="24499" y="2646"/>
                      <a:pt x="29955" y="3359"/>
                      <a:pt x="34688" y="3359"/>
                    </a:cubicBezTo>
                    <a:cubicBezTo>
                      <a:pt x="37382" y="3359"/>
                      <a:pt x="39842" y="3128"/>
                      <a:pt x="41802" y="2403"/>
                    </a:cubicBezTo>
                    <a:lnTo>
                      <a:pt x="41721" y="1296"/>
                    </a:lnTo>
                    <a:cubicBezTo>
                      <a:pt x="41721" y="432"/>
                      <a:pt x="31290" y="0"/>
                      <a:pt x="20860" y="0"/>
                    </a:cubicBezTo>
                    <a:close/>
                  </a:path>
                </a:pathLst>
              </a:custGeom>
              <a:solidFill>
                <a:srgbClr val="C427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5" name="Google Shape;7405;p96"/>
              <p:cNvSpPr/>
              <p:nvPr/>
            </p:nvSpPr>
            <p:spPr>
              <a:xfrm>
                <a:off x="1831175" y="5294263"/>
                <a:ext cx="281550" cy="416550"/>
              </a:xfrm>
              <a:custGeom>
                <a:avLst/>
                <a:gdLst/>
                <a:ahLst/>
                <a:cxnLst/>
                <a:rect l="l" t="t" r="r" b="b"/>
                <a:pathLst>
                  <a:path w="11262" h="16662" extrusionOk="0">
                    <a:moveTo>
                      <a:pt x="5456" y="1"/>
                    </a:moveTo>
                    <a:cubicBezTo>
                      <a:pt x="2755" y="1"/>
                      <a:pt x="649" y="10451"/>
                      <a:pt x="1" y="16635"/>
                    </a:cubicBezTo>
                    <a:cubicBezTo>
                      <a:pt x="1341" y="15915"/>
                      <a:pt x="2750" y="14716"/>
                      <a:pt x="4501" y="14716"/>
                    </a:cubicBezTo>
                    <a:cubicBezTo>
                      <a:pt x="4654" y="14716"/>
                      <a:pt x="4810" y="14725"/>
                      <a:pt x="4970" y="14744"/>
                    </a:cubicBezTo>
                    <a:cubicBezTo>
                      <a:pt x="7049" y="14988"/>
                      <a:pt x="9182" y="16176"/>
                      <a:pt x="11261" y="16662"/>
                    </a:cubicBezTo>
                    <a:cubicBezTo>
                      <a:pt x="10640" y="10451"/>
                      <a:pt x="8183" y="1"/>
                      <a:pt x="5456" y="1"/>
                    </a:cubicBezTo>
                    <a:close/>
                  </a:path>
                </a:pathLst>
              </a:custGeom>
              <a:solidFill>
                <a:srgbClr val="C427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6" name="Google Shape;7406;p96"/>
              <p:cNvSpPr/>
              <p:nvPr/>
            </p:nvSpPr>
            <p:spPr>
              <a:xfrm>
                <a:off x="1555750" y="5367838"/>
                <a:ext cx="123575" cy="360525"/>
              </a:xfrm>
              <a:custGeom>
                <a:avLst/>
                <a:gdLst/>
                <a:ahLst/>
                <a:cxnLst/>
                <a:rect l="l" t="t" r="r" b="b"/>
                <a:pathLst>
                  <a:path w="4943" h="14421" extrusionOk="0">
                    <a:moveTo>
                      <a:pt x="2134" y="1"/>
                    </a:moveTo>
                    <a:cubicBezTo>
                      <a:pt x="919" y="1"/>
                      <a:pt x="298" y="8804"/>
                      <a:pt x="0" y="14421"/>
                    </a:cubicBezTo>
                    <a:cubicBezTo>
                      <a:pt x="541" y="14421"/>
                      <a:pt x="1081" y="14313"/>
                      <a:pt x="1567" y="14097"/>
                    </a:cubicBezTo>
                    <a:cubicBezTo>
                      <a:pt x="2429" y="13774"/>
                      <a:pt x="3325" y="13605"/>
                      <a:pt x="4242" y="13605"/>
                    </a:cubicBezTo>
                    <a:cubicBezTo>
                      <a:pt x="4474" y="13605"/>
                      <a:pt x="4708" y="13616"/>
                      <a:pt x="4942" y="13638"/>
                    </a:cubicBezTo>
                    <a:cubicBezTo>
                      <a:pt x="4591" y="8426"/>
                      <a:pt x="3268" y="1"/>
                      <a:pt x="2134" y="1"/>
                    </a:cubicBezTo>
                    <a:close/>
                  </a:path>
                </a:pathLst>
              </a:custGeom>
              <a:solidFill>
                <a:srgbClr val="C427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7" name="Google Shape;7407;p96"/>
              <p:cNvSpPr/>
              <p:nvPr/>
            </p:nvSpPr>
            <p:spPr>
              <a:xfrm>
                <a:off x="1963500" y="6213738"/>
                <a:ext cx="163400" cy="116400"/>
              </a:xfrm>
              <a:custGeom>
                <a:avLst/>
                <a:gdLst/>
                <a:ahLst/>
                <a:cxnLst/>
                <a:rect l="l" t="t" r="r" b="b"/>
                <a:pathLst>
                  <a:path w="6536" h="4656" extrusionOk="0">
                    <a:moveTo>
                      <a:pt x="6103" y="0"/>
                    </a:moveTo>
                    <a:lnTo>
                      <a:pt x="6103" y="0"/>
                    </a:lnTo>
                    <a:cubicBezTo>
                      <a:pt x="6130" y="162"/>
                      <a:pt x="6130" y="324"/>
                      <a:pt x="6130" y="486"/>
                    </a:cubicBezTo>
                    <a:cubicBezTo>
                      <a:pt x="6077" y="2209"/>
                      <a:pt x="4672" y="3593"/>
                      <a:pt x="2961" y="3593"/>
                    </a:cubicBezTo>
                    <a:cubicBezTo>
                      <a:pt x="2928" y="3593"/>
                      <a:pt x="2896" y="3593"/>
                      <a:pt x="2863" y="3592"/>
                    </a:cubicBezTo>
                    <a:cubicBezTo>
                      <a:pt x="2838" y="3592"/>
                      <a:pt x="2812" y="3593"/>
                      <a:pt x="2787" y="3593"/>
                    </a:cubicBezTo>
                    <a:cubicBezTo>
                      <a:pt x="1655" y="3593"/>
                      <a:pt x="608" y="3003"/>
                      <a:pt x="1" y="2026"/>
                    </a:cubicBezTo>
                    <a:lnTo>
                      <a:pt x="1" y="2026"/>
                    </a:lnTo>
                    <a:cubicBezTo>
                      <a:pt x="333" y="3558"/>
                      <a:pt x="1679" y="4656"/>
                      <a:pt x="3218" y="4656"/>
                    </a:cubicBezTo>
                    <a:cubicBezTo>
                      <a:pt x="3306" y="4656"/>
                      <a:pt x="3395" y="4652"/>
                      <a:pt x="3484" y="4645"/>
                    </a:cubicBezTo>
                    <a:cubicBezTo>
                      <a:pt x="5131" y="4537"/>
                      <a:pt x="6427" y="3187"/>
                      <a:pt x="6535" y="1539"/>
                    </a:cubicBezTo>
                    <a:cubicBezTo>
                      <a:pt x="6535" y="999"/>
                      <a:pt x="6373" y="459"/>
                      <a:pt x="6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8" name="Google Shape;7408;p96"/>
              <p:cNvSpPr/>
              <p:nvPr/>
            </p:nvSpPr>
            <p:spPr>
              <a:xfrm>
                <a:off x="1711025" y="6511538"/>
                <a:ext cx="675750" cy="40425"/>
              </a:xfrm>
              <a:custGeom>
                <a:avLst/>
                <a:gdLst/>
                <a:ahLst/>
                <a:cxnLst/>
                <a:rect l="l" t="t" r="r" b="b"/>
                <a:pathLst>
                  <a:path w="27030" h="1617" extrusionOk="0">
                    <a:moveTo>
                      <a:pt x="24888" y="1"/>
                    </a:moveTo>
                    <a:cubicBezTo>
                      <a:pt x="24660" y="1"/>
                      <a:pt x="24411" y="17"/>
                      <a:pt x="24141" y="51"/>
                    </a:cubicBezTo>
                    <a:cubicBezTo>
                      <a:pt x="20550" y="834"/>
                      <a:pt x="15932" y="1320"/>
                      <a:pt x="10883" y="1320"/>
                    </a:cubicBezTo>
                    <a:cubicBezTo>
                      <a:pt x="7318" y="1320"/>
                      <a:pt x="3754" y="1050"/>
                      <a:pt x="216" y="510"/>
                    </a:cubicBezTo>
                    <a:lnTo>
                      <a:pt x="216" y="510"/>
                    </a:lnTo>
                    <a:cubicBezTo>
                      <a:pt x="0" y="807"/>
                      <a:pt x="54" y="1185"/>
                      <a:pt x="405" y="1617"/>
                    </a:cubicBezTo>
                    <a:lnTo>
                      <a:pt x="26275" y="1617"/>
                    </a:lnTo>
                    <a:cubicBezTo>
                      <a:pt x="27030" y="768"/>
                      <a:pt x="26465" y="1"/>
                      <a:pt x="248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9" name="Google Shape;7409;p96"/>
              <p:cNvSpPr/>
              <p:nvPr/>
            </p:nvSpPr>
            <p:spPr>
              <a:xfrm>
                <a:off x="1909500" y="6416938"/>
                <a:ext cx="135025" cy="78325"/>
              </a:xfrm>
              <a:custGeom>
                <a:avLst/>
                <a:gdLst/>
                <a:ahLst/>
                <a:cxnLst/>
                <a:rect l="l" t="t" r="r" b="b"/>
                <a:pathLst>
                  <a:path w="5401" h="3133" extrusionOk="0">
                    <a:moveTo>
                      <a:pt x="4726" y="0"/>
                    </a:moveTo>
                    <a:lnTo>
                      <a:pt x="4564" y="27"/>
                    </a:lnTo>
                    <a:cubicBezTo>
                      <a:pt x="3106" y="378"/>
                      <a:pt x="1593" y="2215"/>
                      <a:pt x="0" y="3133"/>
                    </a:cubicBezTo>
                    <a:lnTo>
                      <a:pt x="513" y="3079"/>
                    </a:lnTo>
                    <a:cubicBezTo>
                      <a:pt x="3187" y="2674"/>
                      <a:pt x="5293" y="1350"/>
                      <a:pt x="5401" y="27"/>
                    </a:cubicBezTo>
                    <a:lnTo>
                      <a:pt x="5266" y="0"/>
                    </a:lnTo>
                    <a:close/>
                  </a:path>
                </a:pathLst>
              </a:custGeom>
              <a:solidFill>
                <a:schemeClr val="dk1">
                  <a:alpha val="236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0" name="Google Shape;7410;p96"/>
              <p:cNvSpPr/>
              <p:nvPr/>
            </p:nvSpPr>
            <p:spPr>
              <a:xfrm>
                <a:off x="2000625" y="6186738"/>
                <a:ext cx="83075" cy="32425"/>
              </a:xfrm>
              <a:custGeom>
                <a:avLst/>
                <a:gdLst/>
                <a:ahLst/>
                <a:cxnLst/>
                <a:rect l="l" t="t" r="r" b="b"/>
                <a:pathLst>
                  <a:path w="3323" h="1297" extrusionOk="0">
                    <a:moveTo>
                      <a:pt x="1675" y="0"/>
                    </a:moveTo>
                    <a:cubicBezTo>
                      <a:pt x="730" y="0"/>
                      <a:pt x="1" y="297"/>
                      <a:pt x="1" y="648"/>
                    </a:cubicBezTo>
                    <a:cubicBezTo>
                      <a:pt x="1" y="999"/>
                      <a:pt x="730" y="1296"/>
                      <a:pt x="1675" y="1296"/>
                    </a:cubicBezTo>
                    <a:cubicBezTo>
                      <a:pt x="2593" y="1296"/>
                      <a:pt x="3322" y="999"/>
                      <a:pt x="3322" y="648"/>
                    </a:cubicBezTo>
                    <a:cubicBezTo>
                      <a:pt x="3322" y="297"/>
                      <a:pt x="2593" y="0"/>
                      <a:pt x="1675" y="0"/>
                    </a:cubicBezTo>
                    <a:close/>
                  </a:path>
                </a:pathLst>
              </a:custGeom>
              <a:solidFill>
                <a:schemeClr val="dk1">
                  <a:alpha val="236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1" name="Google Shape;7411;p96"/>
              <p:cNvSpPr/>
              <p:nvPr/>
            </p:nvSpPr>
            <p:spPr>
              <a:xfrm>
                <a:off x="1975650" y="6216813"/>
                <a:ext cx="22300" cy="24700"/>
              </a:xfrm>
              <a:custGeom>
                <a:avLst/>
                <a:gdLst/>
                <a:ahLst/>
                <a:cxnLst/>
                <a:rect l="l" t="t" r="r" b="b"/>
                <a:pathLst>
                  <a:path w="892" h="988" extrusionOk="0">
                    <a:moveTo>
                      <a:pt x="529" y="0"/>
                    </a:moveTo>
                    <a:cubicBezTo>
                      <a:pt x="391" y="0"/>
                      <a:pt x="253" y="84"/>
                      <a:pt x="163" y="228"/>
                    </a:cubicBezTo>
                    <a:cubicBezTo>
                      <a:pt x="1" y="444"/>
                      <a:pt x="28" y="714"/>
                      <a:pt x="190" y="903"/>
                    </a:cubicBezTo>
                    <a:cubicBezTo>
                      <a:pt x="247" y="961"/>
                      <a:pt x="318" y="988"/>
                      <a:pt x="392" y="988"/>
                    </a:cubicBezTo>
                    <a:cubicBezTo>
                      <a:pt x="526" y="988"/>
                      <a:pt x="670" y="898"/>
                      <a:pt x="757" y="741"/>
                    </a:cubicBezTo>
                    <a:cubicBezTo>
                      <a:pt x="892" y="525"/>
                      <a:pt x="892" y="255"/>
                      <a:pt x="730" y="66"/>
                    </a:cubicBezTo>
                    <a:cubicBezTo>
                      <a:pt x="667" y="21"/>
                      <a:pt x="598" y="0"/>
                      <a:pt x="529" y="0"/>
                    </a:cubicBezTo>
                    <a:close/>
                  </a:path>
                </a:pathLst>
              </a:custGeom>
              <a:solidFill>
                <a:schemeClr val="dk1">
                  <a:alpha val="236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2" name="Google Shape;7412;p96"/>
              <p:cNvSpPr/>
              <p:nvPr/>
            </p:nvSpPr>
            <p:spPr>
              <a:xfrm>
                <a:off x="1991175" y="6210088"/>
                <a:ext cx="94600" cy="79975"/>
              </a:xfrm>
              <a:custGeom>
                <a:avLst/>
                <a:gdLst/>
                <a:ahLst/>
                <a:cxnLst/>
                <a:rect l="l" t="t" r="r" b="b"/>
                <a:pathLst>
                  <a:path w="3784" h="3199" extrusionOk="0">
                    <a:moveTo>
                      <a:pt x="2125" y="0"/>
                    </a:moveTo>
                    <a:cubicBezTo>
                      <a:pt x="1750" y="0"/>
                      <a:pt x="1369" y="136"/>
                      <a:pt x="1054" y="443"/>
                    </a:cubicBezTo>
                    <a:cubicBezTo>
                      <a:pt x="1" y="1442"/>
                      <a:pt x="703" y="3198"/>
                      <a:pt x="2134" y="3198"/>
                    </a:cubicBezTo>
                    <a:cubicBezTo>
                      <a:pt x="2151" y="3198"/>
                      <a:pt x="2167" y="3198"/>
                      <a:pt x="2184" y="3198"/>
                    </a:cubicBezTo>
                    <a:cubicBezTo>
                      <a:pt x="3025" y="3198"/>
                      <a:pt x="3701" y="2533"/>
                      <a:pt x="3727" y="1685"/>
                    </a:cubicBezTo>
                    <a:cubicBezTo>
                      <a:pt x="3783" y="694"/>
                      <a:pt x="2971" y="0"/>
                      <a:pt x="21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3" name="Google Shape;7413;p96"/>
              <p:cNvSpPr/>
              <p:nvPr/>
            </p:nvSpPr>
            <p:spPr>
              <a:xfrm>
                <a:off x="2022225" y="6234888"/>
                <a:ext cx="39875" cy="33550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1342" extrusionOk="0">
                    <a:moveTo>
                      <a:pt x="886" y="0"/>
                    </a:moveTo>
                    <a:cubicBezTo>
                      <a:pt x="727" y="0"/>
                      <a:pt x="566" y="56"/>
                      <a:pt x="433" y="180"/>
                    </a:cubicBezTo>
                    <a:cubicBezTo>
                      <a:pt x="1" y="612"/>
                      <a:pt x="298" y="1342"/>
                      <a:pt x="919" y="1342"/>
                    </a:cubicBezTo>
                    <a:cubicBezTo>
                      <a:pt x="1270" y="1342"/>
                      <a:pt x="1567" y="1071"/>
                      <a:pt x="1594" y="693"/>
                    </a:cubicBezTo>
                    <a:cubicBezTo>
                      <a:pt x="1594" y="282"/>
                      <a:pt x="1244" y="0"/>
                      <a:pt x="8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4" name="Google Shape;7414;p96"/>
              <p:cNvSpPr/>
              <p:nvPr/>
            </p:nvSpPr>
            <p:spPr>
              <a:xfrm>
                <a:off x="2016150" y="6512113"/>
                <a:ext cx="51350" cy="38500"/>
              </a:xfrm>
              <a:custGeom>
                <a:avLst/>
                <a:gdLst/>
                <a:ahLst/>
                <a:cxnLst/>
                <a:rect l="l" t="t" r="r" b="b"/>
                <a:pathLst>
                  <a:path w="2054" h="1540" extrusionOk="0">
                    <a:moveTo>
                      <a:pt x="1000" y="1"/>
                    </a:moveTo>
                    <a:cubicBezTo>
                      <a:pt x="460" y="1"/>
                      <a:pt x="1" y="460"/>
                      <a:pt x="1" y="1027"/>
                    </a:cubicBezTo>
                    <a:lnTo>
                      <a:pt x="1" y="1540"/>
                    </a:lnTo>
                    <a:lnTo>
                      <a:pt x="2026" y="1540"/>
                    </a:lnTo>
                    <a:lnTo>
                      <a:pt x="2026" y="1027"/>
                    </a:lnTo>
                    <a:cubicBezTo>
                      <a:pt x="2053" y="460"/>
                      <a:pt x="1567" y="1"/>
                      <a:pt x="10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5" name="Google Shape;7415;p96"/>
              <p:cNvSpPr/>
              <p:nvPr/>
            </p:nvSpPr>
            <p:spPr>
              <a:xfrm>
                <a:off x="1509175" y="5375588"/>
                <a:ext cx="1054500" cy="59800"/>
              </a:xfrm>
              <a:custGeom>
                <a:avLst/>
                <a:gdLst/>
                <a:ahLst/>
                <a:cxnLst/>
                <a:rect l="l" t="t" r="r" b="b"/>
                <a:pathLst>
                  <a:path w="42180" h="2392" extrusionOk="0">
                    <a:moveTo>
                      <a:pt x="14432" y="0"/>
                    </a:moveTo>
                    <a:cubicBezTo>
                      <a:pt x="10155" y="0"/>
                      <a:pt x="7056" y="1095"/>
                      <a:pt x="3862" y="1095"/>
                    </a:cubicBezTo>
                    <a:cubicBezTo>
                      <a:pt x="2755" y="1095"/>
                      <a:pt x="1431" y="1041"/>
                      <a:pt x="0" y="960"/>
                    </a:cubicBezTo>
                    <a:lnTo>
                      <a:pt x="0" y="2283"/>
                    </a:lnTo>
                    <a:cubicBezTo>
                      <a:pt x="1431" y="2337"/>
                      <a:pt x="2755" y="2391"/>
                      <a:pt x="3862" y="2391"/>
                    </a:cubicBezTo>
                    <a:cubicBezTo>
                      <a:pt x="7056" y="2391"/>
                      <a:pt x="10155" y="1297"/>
                      <a:pt x="14432" y="1297"/>
                    </a:cubicBezTo>
                    <a:cubicBezTo>
                      <a:pt x="14711" y="1297"/>
                      <a:pt x="14995" y="1301"/>
                      <a:pt x="15284" y="1311"/>
                    </a:cubicBezTo>
                    <a:cubicBezTo>
                      <a:pt x="19964" y="1444"/>
                      <a:pt x="24774" y="2284"/>
                      <a:pt x="29458" y="2284"/>
                    </a:cubicBezTo>
                    <a:cubicBezTo>
                      <a:pt x="29531" y="2284"/>
                      <a:pt x="29604" y="2284"/>
                      <a:pt x="29677" y="2283"/>
                    </a:cubicBezTo>
                    <a:cubicBezTo>
                      <a:pt x="33079" y="2256"/>
                      <a:pt x="38291" y="1797"/>
                      <a:pt x="42180" y="1581"/>
                    </a:cubicBezTo>
                    <a:lnTo>
                      <a:pt x="42099" y="285"/>
                    </a:lnTo>
                    <a:cubicBezTo>
                      <a:pt x="38210" y="501"/>
                      <a:pt x="33052" y="960"/>
                      <a:pt x="29677" y="987"/>
                    </a:cubicBezTo>
                    <a:cubicBezTo>
                      <a:pt x="29538" y="989"/>
                      <a:pt x="29399" y="990"/>
                      <a:pt x="29260" y="990"/>
                    </a:cubicBezTo>
                    <a:cubicBezTo>
                      <a:pt x="24663" y="990"/>
                      <a:pt x="19897" y="146"/>
                      <a:pt x="15284" y="15"/>
                    </a:cubicBezTo>
                    <a:cubicBezTo>
                      <a:pt x="14995" y="5"/>
                      <a:pt x="14711" y="0"/>
                      <a:pt x="1443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6" name="Google Shape;7416;p96"/>
              <p:cNvSpPr/>
              <p:nvPr/>
            </p:nvSpPr>
            <p:spPr>
              <a:xfrm>
                <a:off x="1509175" y="5431738"/>
                <a:ext cx="1058550" cy="40775"/>
              </a:xfrm>
              <a:custGeom>
                <a:avLst/>
                <a:gdLst/>
                <a:ahLst/>
                <a:cxnLst/>
                <a:rect l="l" t="t" r="r" b="b"/>
                <a:pathLst>
                  <a:path w="42342" h="1631" extrusionOk="0">
                    <a:moveTo>
                      <a:pt x="14638" y="0"/>
                    </a:moveTo>
                    <a:cubicBezTo>
                      <a:pt x="10246" y="0"/>
                      <a:pt x="7116" y="1117"/>
                      <a:pt x="3889" y="1117"/>
                    </a:cubicBezTo>
                    <a:cubicBezTo>
                      <a:pt x="2782" y="1117"/>
                      <a:pt x="1458" y="1036"/>
                      <a:pt x="0" y="982"/>
                    </a:cubicBezTo>
                    <a:lnTo>
                      <a:pt x="0" y="1522"/>
                    </a:lnTo>
                    <a:cubicBezTo>
                      <a:pt x="1458" y="1577"/>
                      <a:pt x="2782" y="1631"/>
                      <a:pt x="3889" y="1631"/>
                    </a:cubicBezTo>
                    <a:cubicBezTo>
                      <a:pt x="7112" y="1631"/>
                      <a:pt x="10263" y="540"/>
                      <a:pt x="14626" y="540"/>
                    </a:cubicBezTo>
                    <a:cubicBezTo>
                      <a:pt x="14869" y="540"/>
                      <a:pt x="15115" y="543"/>
                      <a:pt x="15365" y="550"/>
                    </a:cubicBezTo>
                    <a:cubicBezTo>
                      <a:pt x="20045" y="710"/>
                      <a:pt x="24881" y="1550"/>
                      <a:pt x="29592" y="1550"/>
                    </a:cubicBezTo>
                    <a:cubicBezTo>
                      <a:pt x="29665" y="1550"/>
                      <a:pt x="29739" y="1550"/>
                      <a:pt x="29812" y="1550"/>
                    </a:cubicBezTo>
                    <a:cubicBezTo>
                      <a:pt x="33187" y="1495"/>
                      <a:pt x="38453" y="1036"/>
                      <a:pt x="42342" y="847"/>
                    </a:cubicBezTo>
                    <a:lnTo>
                      <a:pt x="42261" y="307"/>
                    </a:lnTo>
                    <a:cubicBezTo>
                      <a:pt x="38372" y="523"/>
                      <a:pt x="33187" y="955"/>
                      <a:pt x="29812" y="1009"/>
                    </a:cubicBezTo>
                    <a:cubicBezTo>
                      <a:pt x="29672" y="1011"/>
                      <a:pt x="29531" y="1012"/>
                      <a:pt x="29391" y="1012"/>
                    </a:cubicBezTo>
                    <a:cubicBezTo>
                      <a:pt x="24744" y="1012"/>
                      <a:pt x="19978" y="168"/>
                      <a:pt x="15365" y="10"/>
                    </a:cubicBezTo>
                    <a:cubicBezTo>
                      <a:pt x="15119" y="3"/>
                      <a:pt x="14876" y="0"/>
                      <a:pt x="146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17" name="Google Shape;7417;p96"/>
            <p:cNvGrpSpPr/>
            <p:nvPr/>
          </p:nvGrpSpPr>
          <p:grpSpPr>
            <a:xfrm>
              <a:off x="8971963" y="6161640"/>
              <a:ext cx="698867" cy="395720"/>
              <a:chOff x="2013351" y="4582349"/>
              <a:chExt cx="824233" cy="466705"/>
            </a:xfrm>
          </p:grpSpPr>
          <p:sp>
            <p:nvSpPr>
              <p:cNvPr id="7418" name="Google Shape;7418;p96"/>
              <p:cNvSpPr/>
              <p:nvPr/>
            </p:nvSpPr>
            <p:spPr>
              <a:xfrm>
                <a:off x="2582172" y="4652203"/>
                <a:ext cx="235017" cy="361613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5213" extrusionOk="0">
                    <a:moveTo>
                      <a:pt x="1" y="0"/>
                    </a:moveTo>
                    <a:lnTo>
                      <a:pt x="1" y="5212"/>
                    </a:lnTo>
                    <a:lnTo>
                      <a:pt x="3388" y="5212"/>
                    </a:lnTo>
                    <a:lnTo>
                      <a:pt x="2004" y="0"/>
                    </a:lnTo>
                    <a:close/>
                  </a:path>
                </a:pathLst>
              </a:custGeom>
              <a:solidFill>
                <a:srgbClr val="4835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9" name="Google Shape;7419;p96"/>
              <p:cNvSpPr/>
              <p:nvPr/>
            </p:nvSpPr>
            <p:spPr>
              <a:xfrm>
                <a:off x="2529799" y="4662400"/>
                <a:ext cx="235780" cy="363000"/>
              </a:xfrm>
              <a:custGeom>
                <a:avLst/>
                <a:gdLst/>
                <a:ahLst/>
                <a:cxnLst/>
                <a:rect l="l" t="t" r="r" b="b"/>
                <a:pathLst>
                  <a:path w="3399" h="5233" extrusionOk="0">
                    <a:moveTo>
                      <a:pt x="1" y="0"/>
                    </a:moveTo>
                    <a:lnTo>
                      <a:pt x="1" y="5233"/>
                    </a:lnTo>
                    <a:lnTo>
                      <a:pt x="3398" y="5233"/>
                    </a:lnTo>
                    <a:lnTo>
                      <a:pt x="2360" y="0"/>
                    </a:lnTo>
                    <a:close/>
                  </a:path>
                </a:pathLst>
              </a:custGeom>
              <a:solidFill>
                <a:srgbClr val="D3B5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0" name="Google Shape;7420;p96"/>
              <p:cNvSpPr/>
              <p:nvPr/>
            </p:nvSpPr>
            <p:spPr>
              <a:xfrm>
                <a:off x="2482559" y="4685639"/>
                <a:ext cx="235017" cy="363069"/>
              </a:xfrm>
              <a:custGeom>
                <a:avLst/>
                <a:gdLst/>
                <a:ahLst/>
                <a:cxnLst/>
                <a:rect l="l" t="t" r="r" b="b"/>
                <a:pathLst>
                  <a:path w="3388" h="5234" extrusionOk="0">
                    <a:moveTo>
                      <a:pt x="0" y="1"/>
                    </a:moveTo>
                    <a:lnTo>
                      <a:pt x="0" y="5233"/>
                    </a:lnTo>
                    <a:lnTo>
                      <a:pt x="3387" y="5233"/>
                    </a:lnTo>
                    <a:lnTo>
                      <a:pt x="2014" y="1"/>
                    </a:lnTo>
                    <a:close/>
                  </a:path>
                </a:pathLst>
              </a:custGeom>
              <a:solidFill>
                <a:srgbClr val="4835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1" name="Google Shape;7421;p96"/>
              <p:cNvSpPr/>
              <p:nvPr/>
            </p:nvSpPr>
            <p:spPr>
              <a:xfrm>
                <a:off x="2601110" y="4652620"/>
                <a:ext cx="235780" cy="396435"/>
              </a:xfrm>
              <a:custGeom>
                <a:avLst/>
                <a:gdLst/>
                <a:ahLst/>
                <a:cxnLst/>
                <a:rect l="l" t="t" r="r" b="b"/>
                <a:pathLst>
                  <a:path w="3399" h="5715" extrusionOk="0">
                    <a:moveTo>
                      <a:pt x="1689" y="0"/>
                    </a:moveTo>
                    <a:cubicBezTo>
                      <a:pt x="1675" y="0"/>
                      <a:pt x="1661" y="2"/>
                      <a:pt x="1647" y="5"/>
                    </a:cubicBezTo>
                    <a:lnTo>
                      <a:pt x="137" y="477"/>
                    </a:lnTo>
                    <a:cubicBezTo>
                      <a:pt x="53" y="498"/>
                      <a:pt x="1" y="592"/>
                      <a:pt x="32" y="686"/>
                    </a:cubicBezTo>
                    <a:lnTo>
                      <a:pt x="1542" y="5594"/>
                    </a:lnTo>
                    <a:cubicBezTo>
                      <a:pt x="1568" y="5673"/>
                      <a:pt x="1638" y="5715"/>
                      <a:pt x="1709" y="5715"/>
                    </a:cubicBezTo>
                    <a:cubicBezTo>
                      <a:pt x="1723" y="5715"/>
                      <a:pt x="1738" y="5713"/>
                      <a:pt x="1752" y="5709"/>
                    </a:cubicBezTo>
                    <a:lnTo>
                      <a:pt x="3262" y="5238"/>
                    </a:lnTo>
                    <a:cubicBezTo>
                      <a:pt x="3356" y="5217"/>
                      <a:pt x="3398" y="5122"/>
                      <a:pt x="3377" y="5028"/>
                    </a:cubicBezTo>
                    <a:lnTo>
                      <a:pt x="1857" y="120"/>
                    </a:lnTo>
                    <a:cubicBezTo>
                      <a:pt x="1839" y="49"/>
                      <a:pt x="1768" y="0"/>
                      <a:pt x="1689" y="0"/>
                    </a:cubicBezTo>
                    <a:close/>
                  </a:path>
                </a:pathLst>
              </a:custGeom>
              <a:solidFill>
                <a:srgbClr val="5E448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2" name="Google Shape;7422;p96"/>
              <p:cNvSpPr/>
              <p:nvPr/>
            </p:nvSpPr>
            <p:spPr>
              <a:xfrm>
                <a:off x="2630938" y="4652897"/>
                <a:ext cx="206646" cy="388527"/>
              </a:xfrm>
              <a:custGeom>
                <a:avLst/>
                <a:gdLst/>
                <a:ahLst/>
                <a:cxnLst/>
                <a:rect l="l" t="t" r="r" b="b"/>
                <a:pathLst>
                  <a:path w="2979" h="5601" extrusionOk="0">
                    <a:moveTo>
                      <a:pt x="1332" y="1"/>
                    </a:moveTo>
                    <a:lnTo>
                      <a:pt x="137" y="378"/>
                    </a:lnTo>
                    <a:cubicBezTo>
                      <a:pt x="42" y="399"/>
                      <a:pt x="0" y="494"/>
                      <a:pt x="21" y="588"/>
                    </a:cubicBezTo>
                    <a:lnTo>
                      <a:pt x="1542" y="5496"/>
                    </a:lnTo>
                    <a:cubicBezTo>
                      <a:pt x="1563" y="5548"/>
                      <a:pt x="1594" y="5590"/>
                      <a:pt x="1647" y="5601"/>
                    </a:cubicBezTo>
                    <a:lnTo>
                      <a:pt x="2842" y="5234"/>
                    </a:lnTo>
                    <a:cubicBezTo>
                      <a:pt x="2937" y="5202"/>
                      <a:pt x="2979" y="5108"/>
                      <a:pt x="2958" y="5024"/>
                    </a:cubicBezTo>
                    <a:lnTo>
                      <a:pt x="1437" y="116"/>
                    </a:lnTo>
                    <a:cubicBezTo>
                      <a:pt x="1427" y="64"/>
                      <a:pt x="1385" y="22"/>
                      <a:pt x="1332" y="1"/>
                    </a:cubicBezTo>
                    <a:close/>
                  </a:path>
                </a:pathLst>
              </a:custGeom>
              <a:solidFill>
                <a:srgbClr val="70509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3" name="Google Shape;7423;p96"/>
              <p:cNvSpPr/>
              <p:nvPr/>
            </p:nvSpPr>
            <p:spPr>
              <a:xfrm>
                <a:off x="2618590" y="4670725"/>
                <a:ext cx="117855" cy="66454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958" extrusionOk="0">
                    <a:moveTo>
                      <a:pt x="1448" y="1"/>
                    </a:moveTo>
                    <a:cubicBezTo>
                      <a:pt x="1434" y="1"/>
                      <a:pt x="1420" y="2"/>
                      <a:pt x="1405" y="6"/>
                    </a:cubicBezTo>
                    <a:lnTo>
                      <a:pt x="116" y="404"/>
                    </a:lnTo>
                    <a:cubicBezTo>
                      <a:pt x="42" y="425"/>
                      <a:pt x="0" y="499"/>
                      <a:pt x="21" y="583"/>
                    </a:cubicBezTo>
                    <a:lnTo>
                      <a:pt x="137" y="950"/>
                    </a:lnTo>
                    <a:cubicBezTo>
                      <a:pt x="152" y="955"/>
                      <a:pt x="168" y="958"/>
                      <a:pt x="184" y="958"/>
                    </a:cubicBezTo>
                    <a:cubicBezTo>
                      <a:pt x="199" y="958"/>
                      <a:pt x="215" y="955"/>
                      <a:pt x="231" y="950"/>
                    </a:cubicBezTo>
                    <a:lnTo>
                      <a:pt x="1605" y="530"/>
                    </a:lnTo>
                    <a:cubicBezTo>
                      <a:pt x="1647" y="520"/>
                      <a:pt x="1678" y="488"/>
                      <a:pt x="1699" y="446"/>
                    </a:cubicBezTo>
                    <a:lnTo>
                      <a:pt x="1594" y="100"/>
                    </a:lnTo>
                    <a:cubicBezTo>
                      <a:pt x="1568" y="40"/>
                      <a:pt x="1514" y="1"/>
                      <a:pt x="1448" y="1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4" name="Google Shape;7424;p96"/>
              <p:cNvSpPr/>
              <p:nvPr/>
            </p:nvSpPr>
            <p:spPr>
              <a:xfrm>
                <a:off x="2658547" y="4724485"/>
                <a:ext cx="77206" cy="43979"/>
              </a:xfrm>
              <a:custGeom>
                <a:avLst/>
                <a:gdLst/>
                <a:ahLst/>
                <a:cxnLst/>
                <a:rect l="l" t="t" r="r" b="b"/>
                <a:pathLst>
                  <a:path w="1113" h="634" extrusionOk="0">
                    <a:moveTo>
                      <a:pt x="952" y="0"/>
                    </a:moveTo>
                    <a:cubicBezTo>
                      <a:pt x="942" y="0"/>
                      <a:pt x="933" y="3"/>
                      <a:pt x="924" y="7"/>
                    </a:cubicBezTo>
                    <a:lnTo>
                      <a:pt x="85" y="269"/>
                    </a:lnTo>
                    <a:cubicBezTo>
                      <a:pt x="32" y="280"/>
                      <a:pt x="1" y="332"/>
                      <a:pt x="22" y="385"/>
                    </a:cubicBezTo>
                    <a:lnTo>
                      <a:pt x="95" y="626"/>
                    </a:lnTo>
                    <a:cubicBezTo>
                      <a:pt x="106" y="631"/>
                      <a:pt x="116" y="634"/>
                      <a:pt x="127" y="634"/>
                    </a:cubicBezTo>
                    <a:cubicBezTo>
                      <a:pt x="137" y="634"/>
                      <a:pt x="148" y="631"/>
                      <a:pt x="158" y="626"/>
                    </a:cubicBezTo>
                    <a:lnTo>
                      <a:pt x="1050" y="353"/>
                    </a:lnTo>
                    <a:cubicBezTo>
                      <a:pt x="1081" y="343"/>
                      <a:pt x="1102" y="322"/>
                      <a:pt x="1112" y="301"/>
                    </a:cubicBezTo>
                    <a:lnTo>
                      <a:pt x="1039" y="70"/>
                    </a:lnTo>
                    <a:cubicBezTo>
                      <a:pt x="1023" y="29"/>
                      <a:pt x="987" y="0"/>
                      <a:pt x="952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5" name="Google Shape;7425;p96"/>
              <p:cNvSpPr/>
              <p:nvPr/>
            </p:nvSpPr>
            <p:spPr>
              <a:xfrm>
                <a:off x="2440383" y="4589633"/>
                <a:ext cx="136793" cy="132492"/>
              </a:xfrm>
              <a:custGeom>
                <a:avLst/>
                <a:gdLst/>
                <a:ahLst/>
                <a:cxnLst/>
                <a:rect l="l" t="t" r="r" b="b"/>
                <a:pathLst>
                  <a:path w="1972" h="1910" extrusionOk="0">
                    <a:moveTo>
                      <a:pt x="147" y="1"/>
                    </a:moveTo>
                    <a:cubicBezTo>
                      <a:pt x="0" y="1"/>
                      <a:pt x="0" y="1909"/>
                      <a:pt x="147" y="1909"/>
                    </a:cubicBezTo>
                    <a:lnTo>
                      <a:pt x="1971" y="1909"/>
                    </a:lnTo>
                    <a:cubicBezTo>
                      <a:pt x="1741" y="1573"/>
                      <a:pt x="1688" y="661"/>
                      <a:pt x="1971" y="1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6" name="Google Shape;7426;p96"/>
              <p:cNvSpPr/>
              <p:nvPr/>
            </p:nvSpPr>
            <p:spPr>
              <a:xfrm>
                <a:off x="2472986" y="4629589"/>
                <a:ext cx="93993" cy="65622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946" extrusionOk="0">
                    <a:moveTo>
                      <a:pt x="645" y="1"/>
                    </a:moveTo>
                    <a:cubicBezTo>
                      <a:pt x="179" y="1"/>
                      <a:pt x="0" y="416"/>
                      <a:pt x="23" y="672"/>
                    </a:cubicBezTo>
                    <a:cubicBezTo>
                      <a:pt x="44" y="861"/>
                      <a:pt x="694" y="945"/>
                      <a:pt x="1355" y="945"/>
                    </a:cubicBezTo>
                    <a:cubicBezTo>
                      <a:pt x="1313" y="704"/>
                      <a:pt x="1302" y="463"/>
                      <a:pt x="1323" y="221"/>
                    </a:cubicBezTo>
                    <a:cubicBezTo>
                      <a:pt x="1051" y="63"/>
                      <a:pt x="826" y="1"/>
                      <a:pt x="645" y="1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7" name="Google Shape;7427;p96"/>
              <p:cNvSpPr/>
              <p:nvPr/>
            </p:nvSpPr>
            <p:spPr>
              <a:xfrm>
                <a:off x="2456338" y="4582349"/>
                <a:ext cx="151360" cy="22614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326" extrusionOk="0">
                    <a:moveTo>
                      <a:pt x="1" y="1"/>
                    </a:moveTo>
                    <a:lnTo>
                      <a:pt x="1" y="326"/>
                    </a:lnTo>
                    <a:lnTo>
                      <a:pt x="2014" y="326"/>
                    </a:lnTo>
                    <a:cubicBezTo>
                      <a:pt x="2182" y="326"/>
                      <a:pt x="2182" y="1"/>
                      <a:pt x="2014" y="1"/>
                    </a:cubicBezTo>
                    <a:close/>
                  </a:path>
                </a:pathLst>
              </a:custGeom>
              <a:solidFill>
                <a:srgbClr val="E2AF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8" name="Google Shape;7428;p96"/>
              <p:cNvSpPr/>
              <p:nvPr/>
            </p:nvSpPr>
            <p:spPr>
              <a:xfrm>
                <a:off x="2456338" y="4705270"/>
                <a:ext cx="149209" cy="23377"/>
              </a:xfrm>
              <a:custGeom>
                <a:avLst/>
                <a:gdLst/>
                <a:ahLst/>
                <a:cxnLst/>
                <a:rect l="l" t="t" r="r" b="b"/>
                <a:pathLst>
                  <a:path w="2151" h="337" extrusionOk="0">
                    <a:moveTo>
                      <a:pt x="1" y="1"/>
                    </a:moveTo>
                    <a:lnTo>
                      <a:pt x="1" y="336"/>
                    </a:lnTo>
                    <a:lnTo>
                      <a:pt x="2014" y="336"/>
                    </a:lnTo>
                    <a:cubicBezTo>
                      <a:pt x="2150" y="336"/>
                      <a:pt x="2150" y="1"/>
                      <a:pt x="2014" y="1"/>
                    </a:cubicBezTo>
                    <a:close/>
                  </a:path>
                </a:pathLst>
              </a:custGeom>
              <a:solidFill>
                <a:srgbClr val="E2AF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9" name="Google Shape;7429;p96"/>
              <p:cNvSpPr/>
              <p:nvPr/>
            </p:nvSpPr>
            <p:spPr>
              <a:xfrm>
                <a:off x="2149382" y="4582349"/>
                <a:ext cx="328108" cy="146296"/>
              </a:xfrm>
              <a:custGeom>
                <a:avLst/>
                <a:gdLst/>
                <a:ahLst/>
                <a:cxnLst/>
                <a:rect l="l" t="t" r="r" b="b"/>
                <a:pathLst>
                  <a:path w="4730" h="2109" extrusionOk="0">
                    <a:moveTo>
                      <a:pt x="997" y="1"/>
                    </a:moveTo>
                    <a:cubicBezTo>
                      <a:pt x="1" y="1"/>
                      <a:pt x="1" y="2108"/>
                      <a:pt x="997" y="2108"/>
                    </a:cubicBezTo>
                    <a:lnTo>
                      <a:pt x="4667" y="2108"/>
                    </a:lnTo>
                    <a:cubicBezTo>
                      <a:pt x="4709" y="2108"/>
                      <a:pt x="4730" y="2056"/>
                      <a:pt x="4730" y="2004"/>
                    </a:cubicBezTo>
                    <a:cubicBezTo>
                      <a:pt x="4730" y="1941"/>
                      <a:pt x="4709" y="1773"/>
                      <a:pt x="4667" y="1773"/>
                    </a:cubicBezTo>
                    <a:lnTo>
                      <a:pt x="4594" y="1773"/>
                    </a:lnTo>
                    <a:cubicBezTo>
                      <a:pt x="4394" y="1773"/>
                      <a:pt x="4394" y="326"/>
                      <a:pt x="4594" y="326"/>
                    </a:cubicBezTo>
                    <a:lnTo>
                      <a:pt x="4667" y="326"/>
                    </a:lnTo>
                    <a:cubicBezTo>
                      <a:pt x="4709" y="326"/>
                      <a:pt x="4730" y="158"/>
                      <a:pt x="4730" y="106"/>
                    </a:cubicBezTo>
                    <a:cubicBezTo>
                      <a:pt x="4730" y="43"/>
                      <a:pt x="4709" y="1"/>
                      <a:pt x="466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0" name="Google Shape;7430;p96"/>
              <p:cNvSpPr/>
              <p:nvPr/>
            </p:nvSpPr>
            <p:spPr>
              <a:xfrm>
                <a:off x="2418532" y="4582349"/>
                <a:ext cx="58962" cy="146296"/>
              </a:xfrm>
              <a:custGeom>
                <a:avLst/>
                <a:gdLst/>
                <a:ahLst/>
                <a:cxnLst/>
                <a:rect l="l" t="t" r="r" b="b"/>
                <a:pathLst>
                  <a:path w="850" h="2109" extrusionOk="0">
                    <a:moveTo>
                      <a:pt x="493" y="1"/>
                    </a:moveTo>
                    <a:cubicBezTo>
                      <a:pt x="0" y="221"/>
                      <a:pt x="0" y="1899"/>
                      <a:pt x="493" y="2108"/>
                    </a:cubicBezTo>
                    <a:lnTo>
                      <a:pt x="787" y="2108"/>
                    </a:lnTo>
                    <a:cubicBezTo>
                      <a:pt x="818" y="2108"/>
                      <a:pt x="850" y="2066"/>
                      <a:pt x="850" y="2004"/>
                    </a:cubicBezTo>
                    <a:cubicBezTo>
                      <a:pt x="850" y="1951"/>
                      <a:pt x="818" y="1773"/>
                      <a:pt x="787" y="1773"/>
                    </a:cubicBezTo>
                    <a:lnTo>
                      <a:pt x="714" y="1773"/>
                    </a:lnTo>
                    <a:cubicBezTo>
                      <a:pt x="514" y="1773"/>
                      <a:pt x="514" y="336"/>
                      <a:pt x="714" y="336"/>
                    </a:cubicBezTo>
                    <a:lnTo>
                      <a:pt x="787" y="336"/>
                    </a:lnTo>
                    <a:cubicBezTo>
                      <a:pt x="818" y="336"/>
                      <a:pt x="850" y="158"/>
                      <a:pt x="850" y="106"/>
                    </a:cubicBezTo>
                    <a:cubicBezTo>
                      <a:pt x="850" y="43"/>
                      <a:pt x="818" y="1"/>
                      <a:pt x="787" y="1"/>
                    </a:cubicBezTo>
                    <a:close/>
                  </a:path>
                </a:pathLst>
              </a:custGeom>
              <a:solidFill>
                <a:srgbClr val="E2AF5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1" name="Google Shape;7431;p96"/>
              <p:cNvSpPr/>
              <p:nvPr/>
            </p:nvSpPr>
            <p:spPr>
              <a:xfrm>
                <a:off x="2193015" y="4610027"/>
                <a:ext cx="53899" cy="9094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311" extrusionOk="0">
                    <a:moveTo>
                      <a:pt x="347" y="0"/>
                    </a:moveTo>
                    <a:cubicBezTo>
                      <a:pt x="1" y="0"/>
                      <a:pt x="1" y="1311"/>
                      <a:pt x="347" y="1311"/>
                    </a:cubicBezTo>
                    <a:lnTo>
                      <a:pt x="777" y="1311"/>
                    </a:lnTo>
                    <a:cubicBezTo>
                      <a:pt x="504" y="1164"/>
                      <a:pt x="504" y="147"/>
                      <a:pt x="777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2" name="Google Shape;7432;p96"/>
              <p:cNvSpPr/>
              <p:nvPr/>
            </p:nvSpPr>
            <p:spPr>
              <a:xfrm>
                <a:off x="2355962" y="4610027"/>
                <a:ext cx="53899" cy="9094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1311" extrusionOk="0">
                    <a:moveTo>
                      <a:pt x="357" y="0"/>
                    </a:moveTo>
                    <a:cubicBezTo>
                      <a:pt x="1" y="0"/>
                      <a:pt x="1" y="1311"/>
                      <a:pt x="357" y="1311"/>
                    </a:cubicBezTo>
                    <a:lnTo>
                      <a:pt x="777" y="1311"/>
                    </a:lnTo>
                    <a:cubicBezTo>
                      <a:pt x="514" y="1164"/>
                      <a:pt x="514" y="147"/>
                      <a:pt x="777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3" name="Google Shape;7433;p96"/>
              <p:cNvSpPr/>
              <p:nvPr/>
            </p:nvSpPr>
            <p:spPr>
              <a:xfrm>
                <a:off x="2469448" y="4733642"/>
                <a:ext cx="175361" cy="163777"/>
              </a:xfrm>
              <a:custGeom>
                <a:avLst/>
                <a:gdLst/>
                <a:ahLst/>
                <a:cxnLst/>
                <a:rect l="l" t="t" r="r" b="b"/>
                <a:pathLst>
                  <a:path w="2528" h="2361" extrusionOk="0">
                    <a:moveTo>
                      <a:pt x="231" y="1"/>
                    </a:moveTo>
                    <a:cubicBezTo>
                      <a:pt x="0" y="1"/>
                      <a:pt x="0" y="2360"/>
                      <a:pt x="231" y="2360"/>
                    </a:cubicBezTo>
                    <a:lnTo>
                      <a:pt x="2528" y="2360"/>
                    </a:lnTo>
                    <a:cubicBezTo>
                      <a:pt x="2370" y="1773"/>
                      <a:pt x="2349" y="630"/>
                      <a:pt x="2528" y="1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4" name="Google Shape;7434;p96"/>
              <p:cNvSpPr/>
              <p:nvPr/>
            </p:nvSpPr>
            <p:spPr>
              <a:xfrm>
                <a:off x="2522585" y="4778731"/>
                <a:ext cx="117855" cy="99750"/>
              </a:xfrm>
              <a:custGeom>
                <a:avLst/>
                <a:gdLst/>
                <a:ahLst/>
                <a:cxnLst/>
                <a:rect l="l" t="t" r="r" b="b"/>
                <a:pathLst>
                  <a:path w="1699" h="1438" extrusionOk="0">
                    <a:moveTo>
                      <a:pt x="1657" y="1"/>
                    </a:moveTo>
                    <a:cubicBezTo>
                      <a:pt x="734" y="1"/>
                      <a:pt x="0" y="326"/>
                      <a:pt x="0" y="714"/>
                    </a:cubicBezTo>
                    <a:cubicBezTo>
                      <a:pt x="0" y="1113"/>
                      <a:pt x="745" y="1438"/>
                      <a:pt x="1657" y="1438"/>
                    </a:cubicBezTo>
                    <a:lnTo>
                      <a:pt x="1699" y="1438"/>
                    </a:lnTo>
                    <a:cubicBezTo>
                      <a:pt x="1636" y="955"/>
                      <a:pt x="1615" y="483"/>
                      <a:pt x="1657" y="1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5" name="Google Shape;7435;p96"/>
              <p:cNvSpPr/>
              <p:nvPr/>
            </p:nvSpPr>
            <p:spPr>
              <a:xfrm>
                <a:off x="2099160" y="4722751"/>
                <a:ext cx="427789" cy="184864"/>
              </a:xfrm>
              <a:custGeom>
                <a:avLst/>
                <a:gdLst/>
                <a:ahLst/>
                <a:cxnLst/>
                <a:rect l="l" t="t" r="r" b="b"/>
                <a:pathLst>
                  <a:path w="6167" h="2665" extrusionOk="0">
                    <a:moveTo>
                      <a:pt x="819" y="1"/>
                    </a:moveTo>
                    <a:cubicBezTo>
                      <a:pt x="1" y="1"/>
                      <a:pt x="1" y="2664"/>
                      <a:pt x="819" y="2664"/>
                    </a:cubicBezTo>
                    <a:lnTo>
                      <a:pt x="6062" y="2664"/>
                    </a:lnTo>
                    <a:cubicBezTo>
                      <a:pt x="6114" y="2664"/>
                      <a:pt x="6167" y="2591"/>
                      <a:pt x="6167" y="2507"/>
                    </a:cubicBezTo>
                    <a:cubicBezTo>
                      <a:pt x="6167" y="2412"/>
                      <a:pt x="6114" y="2339"/>
                      <a:pt x="6062" y="2339"/>
                    </a:cubicBezTo>
                    <a:lnTo>
                      <a:pt x="5947" y="2339"/>
                    </a:lnTo>
                    <a:cubicBezTo>
                      <a:pt x="5632" y="2339"/>
                      <a:pt x="5632" y="315"/>
                      <a:pt x="5947" y="315"/>
                    </a:cubicBezTo>
                    <a:lnTo>
                      <a:pt x="6062" y="315"/>
                    </a:lnTo>
                    <a:cubicBezTo>
                      <a:pt x="6114" y="315"/>
                      <a:pt x="6167" y="252"/>
                      <a:pt x="6167" y="158"/>
                    </a:cubicBezTo>
                    <a:cubicBezTo>
                      <a:pt x="6167" y="74"/>
                      <a:pt x="6114" y="1"/>
                      <a:pt x="6062" y="1"/>
                    </a:cubicBezTo>
                    <a:close/>
                  </a:path>
                </a:pathLst>
              </a:custGeom>
              <a:solidFill>
                <a:srgbClr val="7E62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6" name="Google Shape;7436;p96"/>
              <p:cNvSpPr/>
              <p:nvPr/>
            </p:nvSpPr>
            <p:spPr>
              <a:xfrm>
                <a:off x="2494213" y="4722751"/>
                <a:ext cx="165164" cy="21920"/>
              </a:xfrm>
              <a:custGeom>
                <a:avLst/>
                <a:gdLst/>
                <a:ahLst/>
                <a:cxnLst/>
                <a:rect l="l" t="t" r="r" b="b"/>
                <a:pathLst>
                  <a:path w="2381" h="316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2307" y="315"/>
                    </a:lnTo>
                    <a:cubicBezTo>
                      <a:pt x="2349" y="315"/>
                      <a:pt x="2380" y="242"/>
                      <a:pt x="2380" y="158"/>
                    </a:cubicBezTo>
                    <a:cubicBezTo>
                      <a:pt x="2380" y="74"/>
                      <a:pt x="2349" y="1"/>
                      <a:pt x="2307" y="1"/>
                    </a:cubicBezTo>
                    <a:close/>
                  </a:path>
                </a:pathLst>
              </a:custGeom>
              <a:solidFill>
                <a:srgbClr val="7E62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7" name="Google Shape;7437;p96"/>
              <p:cNvSpPr/>
              <p:nvPr/>
            </p:nvSpPr>
            <p:spPr>
              <a:xfrm>
                <a:off x="2494213" y="4885004"/>
                <a:ext cx="165164" cy="22614"/>
              </a:xfrm>
              <a:custGeom>
                <a:avLst/>
                <a:gdLst/>
                <a:ahLst/>
                <a:cxnLst/>
                <a:rect l="l" t="t" r="r" b="b"/>
                <a:pathLst>
                  <a:path w="2381" h="326" extrusionOk="0">
                    <a:moveTo>
                      <a:pt x="0" y="0"/>
                    </a:moveTo>
                    <a:lnTo>
                      <a:pt x="0" y="325"/>
                    </a:lnTo>
                    <a:lnTo>
                      <a:pt x="2307" y="325"/>
                    </a:lnTo>
                    <a:cubicBezTo>
                      <a:pt x="2349" y="325"/>
                      <a:pt x="2380" y="252"/>
                      <a:pt x="2380" y="168"/>
                    </a:cubicBezTo>
                    <a:cubicBezTo>
                      <a:pt x="2380" y="73"/>
                      <a:pt x="2349" y="0"/>
                      <a:pt x="2307" y="0"/>
                    </a:cubicBezTo>
                    <a:close/>
                  </a:path>
                </a:pathLst>
              </a:custGeom>
              <a:solidFill>
                <a:srgbClr val="7E62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8" name="Google Shape;7438;p96"/>
              <p:cNvSpPr/>
              <p:nvPr/>
            </p:nvSpPr>
            <p:spPr>
              <a:xfrm>
                <a:off x="2099160" y="4722751"/>
                <a:ext cx="397961" cy="184864"/>
              </a:xfrm>
              <a:custGeom>
                <a:avLst/>
                <a:gdLst/>
                <a:ahLst/>
                <a:cxnLst/>
                <a:rect l="l" t="t" r="r" b="b"/>
                <a:pathLst>
                  <a:path w="5737" h="2665" extrusionOk="0">
                    <a:moveTo>
                      <a:pt x="819" y="1"/>
                    </a:moveTo>
                    <a:cubicBezTo>
                      <a:pt x="1" y="1"/>
                      <a:pt x="1" y="2664"/>
                      <a:pt x="819" y="2664"/>
                    </a:cubicBezTo>
                    <a:lnTo>
                      <a:pt x="5737" y="2664"/>
                    </a:lnTo>
                    <a:cubicBezTo>
                      <a:pt x="4919" y="2664"/>
                      <a:pt x="4919" y="1"/>
                      <a:pt x="57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9" name="Google Shape;7439;p96"/>
              <p:cNvSpPr/>
              <p:nvPr/>
            </p:nvSpPr>
            <p:spPr>
              <a:xfrm>
                <a:off x="2126838" y="4748972"/>
                <a:ext cx="60419" cy="131729"/>
              </a:xfrm>
              <a:custGeom>
                <a:avLst/>
                <a:gdLst/>
                <a:ahLst/>
                <a:cxnLst/>
                <a:rect l="l" t="t" r="r" b="b"/>
                <a:pathLst>
                  <a:path w="871" h="1899" extrusionOk="0">
                    <a:moveTo>
                      <a:pt x="451" y="0"/>
                    </a:moveTo>
                    <a:cubicBezTo>
                      <a:pt x="0" y="0"/>
                      <a:pt x="0" y="1898"/>
                      <a:pt x="451" y="1898"/>
                    </a:cubicBezTo>
                    <a:lnTo>
                      <a:pt x="871" y="1898"/>
                    </a:lnTo>
                    <a:cubicBezTo>
                      <a:pt x="598" y="1625"/>
                      <a:pt x="598" y="273"/>
                      <a:pt x="871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0" name="Google Shape;7440;p96"/>
              <p:cNvSpPr/>
              <p:nvPr/>
            </p:nvSpPr>
            <p:spPr>
              <a:xfrm>
                <a:off x="2202519" y="4794755"/>
                <a:ext cx="216080" cy="40788"/>
              </a:xfrm>
              <a:custGeom>
                <a:avLst/>
                <a:gdLst/>
                <a:ahLst/>
                <a:cxnLst/>
                <a:rect l="l" t="t" r="r" b="b"/>
                <a:pathLst>
                  <a:path w="3115" h="588" extrusionOk="0">
                    <a:moveTo>
                      <a:pt x="94" y="1"/>
                    </a:moveTo>
                    <a:cubicBezTo>
                      <a:pt x="0" y="1"/>
                      <a:pt x="0" y="588"/>
                      <a:pt x="94" y="588"/>
                    </a:cubicBezTo>
                    <a:lnTo>
                      <a:pt x="3114" y="588"/>
                    </a:lnTo>
                    <a:cubicBezTo>
                      <a:pt x="3052" y="588"/>
                      <a:pt x="3052" y="1"/>
                      <a:pt x="3114" y="1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1" name="Google Shape;7441;p96"/>
              <p:cNvSpPr/>
              <p:nvPr/>
            </p:nvSpPr>
            <p:spPr>
              <a:xfrm>
                <a:off x="2462928" y="4911919"/>
                <a:ext cx="181882" cy="125139"/>
              </a:xfrm>
              <a:custGeom>
                <a:avLst/>
                <a:gdLst/>
                <a:ahLst/>
                <a:cxnLst/>
                <a:rect l="l" t="t" r="r" b="b"/>
                <a:pathLst>
                  <a:path w="2622" h="1804" extrusionOk="0">
                    <a:moveTo>
                      <a:pt x="283" y="0"/>
                    </a:moveTo>
                    <a:cubicBezTo>
                      <a:pt x="0" y="0"/>
                      <a:pt x="0" y="1804"/>
                      <a:pt x="283" y="1804"/>
                    </a:cubicBezTo>
                    <a:lnTo>
                      <a:pt x="2622" y="1804"/>
                    </a:lnTo>
                    <a:cubicBezTo>
                      <a:pt x="2129" y="1300"/>
                      <a:pt x="2129" y="503"/>
                      <a:pt x="2622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2" name="Google Shape;7442;p96"/>
              <p:cNvSpPr/>
              <p:nvPr/>
            </p:nvSpPr>
            <p:spPr>
              <a:xfrm>
                <a:off x="2510168" y="4943897"/>
                <a:ext cx="134642" cy="93161"/>
              </a:xfrm>
              <a:custGeom>
                <a:avLst/>
                <a:gdLst/>
                <a:ahLst/>
                <a:cxnLst/>
                <a:rect l="l" t="t" r="r" b="b"/>
                <a:pathLst>
                  <a:path w="1941" h="1343" extrusionOk="0">
                    <a:moveTo>
                      <a:pt x="1647" y="0"/>
                    </a:moveTo>
                    <a:cubicBezTo>
                      <a:pt x="735" y="32"/>
                      <a:pt x="1" y="367"/>
                      <a:pt x="1" y="776"/>
                    </a:cubicBezTo>
                    <a:cubicBezTo>
                      <a:pt x="1" y="997"/>
                      <a:pt x="210" y="1196"/>
                      <a:pt x="546" y="1343"/>
                    </a:cubicBezTo>
                    <a:lnTo>
                      <a:pt x="1941" y="1343"/>
                    </a:lnTo>
                    <a:cubicBezTo>
                      <a:pt x="1595" y="986"/>
                      <a:pt x="1479" y="462"/>
                      <a:pt x="1647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3" name="Google Shape;7443;p96"/>
              <p:cNvSpPr/>
              <p:nvPr/>
            </p:nvSpPr>
            <p:spPr>
              <a:xfrm>
                <a:off x="2013351" y="4903178"/>
                <a:ext cx="519424" cy="141163"/>
              </a:xfrm>
              <a:custGeom>
                <a:avLst/>
                <a:gdLst/>
                <a:ahLst/>
                <a:cxnLst/>
                <a:rect l="l" t="t" r="r" b="b"/>
                <a:pathLst>
                  <a:path w="7488" h="2035" extrusionOk="0">
                    <a:moveTo>
                      <a:pt x="997" y="0"/>
                    </a:moveTo>
                    <a:cubicBezTo>
                      <a:pt x="1" y="0"/>
                      <a:pt x="1" y="2035"/>
                      <a:pt x="997" y="2035"/>
                    </a:cubicBezTo>
                    <a:lnTo>
                      <a:pt x="7362" y="2035"/>
                    </a:lnTo>
                    <a:cubicBezTo>
                      <a:pt x="7435" y="2035"/>
                      <a:pt x="7488" y="1982"/>
                      <a:pt x="7488" y="1919"/>
                    </a:cubicBezTo>
                    <a:cubicBezTo>
                      <a:pt x="7488" y="1846"/>
                      <a:pt x="7435" y="1793"/>
                      <a:pt x="7362" y="1793"/>
                    </a:cubicBezTo>
                    <a:lnTo>
                      <a:pt x="7226" y="1793"/>
                    </a:lnTo>
                    <a:cubicBezTo>
                      <a:pt x="6848" y="1793"/>
                      <a:pt x="6848" y="241"/>
                      <a:pt x="7226" y="241"/>
                    </a:cubicBezTo>
                    <a:lnTo>
                      <a:pt x="7362" y="241"/>
                    </a:lnTo>
                    <a:cubicBezTo>
                      <a:pt x="7435" y="241"/>
                      <a:pt x="7488" y="189"/>
                      <a:pt x="7488" y="126"/>
                    </a:cubicBezTo>
                    <a:cubicBezTo>
                      <a:pt x="7488" y="53"/>
                      <a:pt x="7435" y="0"/>
                      <a:pt x="7362" y="0"/>
                    </a:cubicBezTo>
                    <a:close/>
                  </a:path>
                </a:pathLst>
              </a:custGeom>
              <a:solidFill>
                <a:srgbClr val="285A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4" name="Google Shape;7444;p96"/>
              <p:cNvSpPr/>
              <p:nvPr/>
            </p:nvSpPr>
            <p:spPr>
              <a:xfrm>
                <a:off x="2493450" y="4903178"/>
                <a:ext cx="169534" cy="16787"/>
              </a:xfrm>
              <a:custGeom>
                <a:avLst/>
                <a:gdLst/>
                <a:ahLst/>
                <a:cxnLst/>
                <a:rect l="l" t="t" r="r" b="b"/>
                <a:pathLst>
                  <a:path w="2444" h="242" extrusionOk="0">
                    <a:moveTo>
                      <a:pt x="1" y="0"/>
                    </a:moveTo>
                    <a:lnTo>
                      <a:pt x="1" y="241"/>
                    </a:lnTo>
                    <a:lnTo>
                      <a:pt x="2360" y="241"/>
                    </a:lnTo>
                    <a:cubicBezTo>
                      <a:pt x="2402" y="241"/>
                      <a:pt x="2444" y="189"/>
                      <a:pt x="2444" y="126"/>
                    </a:cubicBezTo>
                    <a:cubicBezTo>
                      <a:pt x="2444" y="53"/>
                      <a:pt x="2402" y="0"/>
                      <a:pt x="2360" y="0"/>
                    </a:cubicBezTo>
                    <a:close/>
                  </a:path>
                </a:pathLst>
              </a:custGeom>
              <a:solidFill>
                <a:srgbClr val="285A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5" name="Google Shape;7445;p96"/>
              <p:cNvSpPr/>
              <p:nvPr/>
            </p:nvSpPr>
            <p:spPr>
              <a:xfrm>
                <a:off x="2493450" y="5027556"/>
                <a:ext cx="169534" cy="16787"/>
              </a:xfrm>
              <a:custGeom>
                <a:avLst/>
                <a:gdLst/>
                <a:ahLst/>
                <a:cxnLst/>
                <a:rect l="l" t="t" r="r" b="b"/>
                <a:pathLst>
                  <a:path w="2444" h="242" extrusionOk="0">
                    <a:moveTo>
                      <a:pt x="1" y="0"/>
                    </a:moveTo>
                    <a:lnTo>
                      <a:pt x="1" y="242"/>
                    </a:lnTo>
                    <a:lnTo>
                      <a:pt x="2360" y="242"/>
                    </a:lnTo>
                    <a:cubicBezTo>
                      <a:pt x="2402" y="242"/>
                      <a:pt x="2444" y="189"/>
                      <a:pt x="2444" y="126"/>
                    </a:cubicBezTo>
                    <a:cubicBezTo>
                      <a:pt x="2444" y="53"/>
                      <a:pt x="2402" y="0"/>
                      <a:pt x="2360" y="0"/>
                    </a:cubicBezTo>
                    <a:close/>
                  </a:path>
                </a:pathLst>
              </a:custGeom>
              <a:solidFill>
                <a:srgbClr val="285A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6" name="Google Shape;7446;p96"/>
              <p:cNvSpPr/>
              <p:nvPr/>
            </p:nvSpPr>
            <p:spPr>
              <a:xfrm>
                <a:off x="2013351" y="4903178"/>
                <a:ext cx="497642" cy="141163"/>
              </a:xfrm>
              <a:custGeom>
                <a:avLst/>
                <a:gdLst/>
                <a:ahLst/>
                <a:cxnLst/>
                <a:rect l="l" t="t" r="r" b="b"/>
                <a:pathLst>
                  <a:path w="7174" h="2035" extrusionOk="0">
                    <a:moveTo>
                      <a:pt x="997" y="0"/>
                    </a:moveTo>
                    <a:cubicBezTo>
                      <a:pt x="1" y="0"/>
                      <a:pt x="1" y="2035"/>
                      <a:pt x="997" y="2035"/>
                    </a:cubicBezTo>
                    <a:lnTo>
                      <a:pt x="7173" y="2035"/>
                    </a:lnTo>
                    <a:cubicBezTo>
                      <a:pt x="6481" y="2035"/>
                      <a:pt x="6481" y="0"/>
                      <a:pt x="71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47" name="Google Shape;7447;p96"/>
          <p:cNvGrpSpPr/>
          <p:nvPr/>
        </p:nvGrpSpPr>
        <p:grpSpPr>
          <a:xfrm>
            <a:off x="6898787" y="3232147"/>
            <a:ext cx="1006128" cy="1275556"/>
            <a:chOff x="7476475" y="5273163"/>
            <a:chExt cx="1071375" cy="1358275"/>
          </a:xfrm>
        </p:grpSpPr>
        <p:sp>
          <p:nvSpPr>
            <p:cNvPr id="7448" name="Google Shape;7448;p96"/>
            <p:cNvSpPr/>
            <p:nvPr/>
          </p:nvSpPr>
          <p:spPr>
            <a:xfrm>
              <a:off x="7965225" y="5702513"/>
              <a:ext cx="93200" cy="625825"/>
            </a:xfrm>
            <a:custGeom>
              <a:avLst/>
              <a:gdLst/>
              <a:ahLst/>
              <a:cxnLst/>
              <a:rect l="l" t="t" r="r" b="b"/>
              <a:pathLst>
                <a:path w="3728" h="25033" extrusionOk="0">
                  <a:moveTo>
                    <a:pt x="1" y="0"/>
                  </a:moveTo>
                  <a:cubicBezTo>
                    <a:pt x="1270" y="0"/>
                    <a:pt x="1270" y="25032"/>
                    <a:pt x="1" y="25032"/>
                  </a:cubicBezTo>
                  <a:lnTo>
                    <a:pt x="3727" y="25032"/>
                  </a:lnTo>
                  <a:cubicBezTo>
                    <a:pt x="2458" y="25032"/>
                    <a:pt x="2458" y="0"/>
                    <a:pt x="37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9" name="Google Shape;7449;p96"/>
            <p:cNvSpPr/>
            <p:nvPr/>
          </p:nvSpPr>
          <p:spPr>
            <a:xfrm>
              <a:off x="7965225" y="5702513"/>
              <a:ext cx="93200" cy="371325"/>
            </a:xfrm>
            <a:custGeom>
              <a:avLst/>
              <a:gdLst/>
              <a:ahLst/>
              <a:cxnLst/>
              <a:rect l="l" t="t" r="r" b="b"/>
              <a:pathLst>
                <a:path w="3728" h="14853" extrusionOk="0">
                  <a:moveTo>
                    <a:pt x="1" y="0"/>
                  </a:moveTo>
                  <a:cubicBezTo>
                    <a:pt x="622" y="0"/>
                    <a:pt x="919" y="5536"/>
                    <a:pt x="973" y="11396"/>
                  </a:cubicBezTo>
                  <a:cubicBezTo>
                    <a:pt x="1054" y="11315"/>
                    <a:pt x="1162" y="11261"/>
                    <a:pt x="1270" y="11261"/>
                  </a:cubicBezTo>
                  <a:cubicBezTo>
                    <a:pt x="1864" y="11261"/>
                    <a:pt x="2404" y="12638"/>
                    <a:pt x="2782" y="14852"/>
                  </a:cubicBezTo>
                  <a:cubicBezTo>
                    <a:pt x="2701" y="7939"/>
                    <a:pt x="3025" y="0"/>
                    <a:pt x="3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0" name="Google Shape;7450;p96"/>
            <p:cNvSpPr/>
            <p:nvPr/>
          </p:nvSpPr>
          <p:spPr>
            <a:xfrm>
              <a:off x="7955775" y="6337763"/>
              <a:ext cx="112775" cy="170825"/>
            </a:xfrm>
            <a:custGeom>
              <a:avLst/>
              <a:gdLst/>
              <a:ahLst/>
              <a:cxnLst/>
              <a:rect l="l" t="t" r="r" b="b"/>
              <a:pathLst>
                <a:path w="4511" h="6833" extrusionOk="0">
                  <a:moveTo>
                    <a:pt x="1" y="0"/>
                  </a:moveTo>
                  <a:cubicBezTo>
                    <a:pt x="1540" y="0"/>
                    <a:pt x="1540" y="6832"/>
                    <a:pt x="1" y="6832"/>
                  </a:cubicBezTo>
                  <a:lnTo>
                    <a:pt x="4510" y="6832"/>
                  </a:lnTo>
                  <a:cubicBezTo>
                    <a:pt x="2944" y="6832"/>
                    <a:pt x="2944" y="0"/>
                    <a:pt x="45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1" name="Google Shape;7451;p96"/>
            <p:cNvSpPr/>
            <p:nvPr/>
          </p:nvSpPr>
          <p:spPr>
            <a:xfrm>
              <a:off x="7943625" y="5689688"/>
              <a:ext cx="136400" cy="126250"/>
            </a:xfrm>
            <a:custGeom>
              <a:avLst/>
              <a:gdLst/>
              <a:ahLst/>
              <a:cxnLst/>
              <a:rect l="l" t="t" r="r" b="b"/>
              <a:pathLst>
                <a:path w="5456" h="5050" extrusionOk="0">
                  <a:moveTo>
                    <a:pt x="2728" y="0"/>
                  </a:moveTo>
                  <a:cubicBezTo>
                    <a:pt x="1216" y="0"/>
                    <a:pt x="1" y="1134"/>
                    <a:pt x="1" y="2539"/>
                  </a:cubicBezTo>
                  <a:cubicBezTo>
                    <a:pt x="1" y="3916"/>
                    <a:pt x="1216" y="5050"/>
                    <a:pt x="2728" y="5050"/>
                  </a:cubicBezTo>
                  <a:cubicBezTo>
                    <a:pt x="4240" y="5050"/>
                    <a:pt x="5455" y="3916"/>
                    <a:pt x="5455" y="2539"/>
                  </a:cubicBezTo>
                  <a:cubicBezTo>
                    <a:pt x="5455" y="1134"/>
                    <a:pt x="4240" y="0"/>
                    <a:pt x="27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2" name="Google Shape;7452;p96"/>
            <p:cNvSpPr/>
            <p:nvPr/>
          </p:nvSpPr>
          <p:spPr>
            <a:xfrm>
              <a:off x="7930125" y="6253388"/>
              <a:ext cx="164075" cy="155275"/>
            </a:xfrm>
            <a:custGeom>
              <a:avLst/>
              <a:gdLst/>
              <a:ahLst/>
              <a:cxnLst/>
              <a:rect l="l" t="t" r="r" b="b"/>
              <a:pathLst>
                <a:path w="6563" h="6211" extrusionOk="0">
                  <a:moveTo>
                    <a:pt x="3268" y="0"/>
                  </a:moveTo>
                  <a:cubicBezTo>
                    <a:pt x="1459" y="0"/>
                    <a:pt x="1" y="1404"/>
                    <a:pt x="1" y="3105"/>
                  </a:cubicBezTo>
                  <a:cubicBezTo>
                    <a:pt x="1" y="4834"/>
                    <a:pt x="1459" y="6211"/>
                    <a:pt x="3268" y="6211"/>
                  </a:cubicBezTo>
                  <a:cubicBezTo>
                    <a:pt x="5077" y="6211"/>
                    <a:pt x="6562" y="4834"/>
                    <a:pt x="6562" y="3105"/>
                  </a:cubicBezTo>
                  <a:cubicBezTo>
                    <a:pt x="6562" y="1404"/>
                    <a:pt x="5077" y="0"/>
                    <a:pt x="3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3" name="Google Shape;7453;p96"/>
            <p:cNvSpPr/>
            <p:nvPr/>
          </p:nvSpPr>
          <p:spPr>
            <a:xfrm>
              <a:off x="7670250" y="6479538"/>
              <a:ext cx="684025" cy="151900"/>
            </a:xfrm>
            <a:custGeom>
              <a:avLst/>
              <a:gdLst/>
              <a:ahLst/>
              <a:cxnLst/>
              <a:rect l="l" t="t" r="r" b="b"/>
              <a:pathLst>
                <a:path w="27361" h="6076" extrusionOk="0">
                  <a:moveTo>
                    <a:pt x="13312" y="0"/>
                  </a:moveTo>
                  <a:cubicBezTo>
                    <a:pt x="13258" y="0"/>
                    <a:pt x="13177" y="0"/>
                    <a:pt x="13123" y="27"/>
                  </a:cubicBezTo>
                  <a:cubicBezTo>
                    <a:pt x="10515" y="623"/>
                    <a:pt x="7817" y="4827"/>
                    <a:pt x="4880" y="4827"/>
                  </a:cubicBezTo>
                  <a:cubicBezTo>
                    <a:pt x="4623" y="4827"/>
                    <a:pt x="4364" y="4795"/>
                    <a:pt x="4104" y="4726"/>
                  </a:cubicBezTo>
                  <a:cubicBezTo>
                    <a:pt x="3351" y="4529"/>
                    <a:pt x="2702" y="4443"/>
                    <a:pt x="2167" y="4443"/>
                  </a:cubicBezTo>
                  <a:cubicBezTo>
                    <a:pt x="575" y="4443"/>
                    <a:pt x="0" y="5207"/>
                    <a:pt x="728" y="6076"/>
                  </a:cubicBezTo>
                  <a:lnTo>
                    <a:pt x="26598" y="6076"/>
                  </a:lnTo>
                  <a:cubicBezTo>
                    <a:pt x="27361" y="5192"/>
                    <a:pt x="26794" y="4428"/>
                    <a:pt x="25220" y="4428"/>
                  </a:cubicBezTo>
                  <a:cubicBezTo>
                    <a:pt x="24678" y="4428"/>
                    <a:pt x="24017" y="4518"/>
                    <a:pt x="23249" y="4726"/>
                  </a:cubicBezTo>
                  <a:cubicBezTo>
                    <a:pt x="22989" y="4795"/>
                    <a:pt x="22730" y="4827"/>
                    <a:pt x="22473" y="4827"/>
                  </a:cubicBezTo>
                  <a:cubicBezTo>
                    <a:pt x="19536" y="4827"/>
                    <a:pt x="16837" y="623"/>
                    <a:pt x="14230" y="27"/>
                  </a:cubicBezTo>
                  <a:cubicBezTo>
                    <a:pt x="14176" y="0"/>
                    <a:pt x="14095" y="0"/>
                    <a:pt x="140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4" name="Google Shape;7454;p96"/>
            <p:cNvSpPr/>
            <p:nvPr/>
          </p:nvSpPr>
          <p:spPr>
            <a:xfrm>
              <a:off x="7476475" y="5273163"/>
              <a:ext cx="1071375" cy="533975"/>
            </a:xfrm>
            <a:custGeom>
              <a:avLst/>
              <a:gdLst/>
              <a:ahLst/>
              <a:cxnLst/>
              <a:rect l="l" t="t" r="r" b="b"/>
              <a:pathLst>
                <a:path w="42855" h="21359" extrusionOk="0">
                  <a:moveTo>
                    <a:pt x="20860" y="0"/>
                  </a:moveTo>
                  <a:cubicBezTo>
                    <a:pt x="10430" y="0"/>
                    <a:pt x="0" y="432"/>
                    <a:pt x="0" y="1296"/>
                  </a:cubicBezTo>
                  <a:lnTo>
                    <a:pt x="0" y="20928"/>
                  </a:lnTo>
                  <a:cubicBezTo>
                    <a:pt x="562" y="21216"/>
                    <a:pt x="1186" y="21358"/>
                    <a:pt x="1814" y="21358"/>
                  </a:cubicBezTo>
                  <a:cubicBezTo>
                    <a:pt x="2362" y="21358"/>
                    <a:pt x="2914" y="21250"/>
                    <a:pt x="3430" y="21036"/>
                  </a:cubicBezTo>
                  <a:cubicBezTo>
                    <a:pt x="4306" y="20675"/>
                    <a:pt x="5218" y="20552"/>
                    <a:pt x="6118" y="20552"/>
                  </a:cubicBezTo>
                  <a:cubicBezTo>
                    <a:pt x="8045" y="20552"/>
                    <a:pt x="9917" y="21117"/>
                    <a:pt x="11261" y="21117"/>
                  </a:cubicBezTo>
                  <a:cubicBezTo>
                    <a:pt x="13120" y="21117"/>
                    <a:pt x="14908" y="18713"/>
                    <a:pt x="17394" y="18713"/>
                  </a:cubicBezTo>
                  <a:cubicBezTo>
                    <a:pt x="17543" y="18713"/>
                    <a:pt x="17695" y="18722"/>
                    <a:pt x="17850" y="18740"/>
                  </a:cubicBezTo>
                  <a:cubicBezTo>
                    <a:pt x="20503" y="19056"/>
                    <a:pt x="23234" y="20905"/>
                    <a:pt x="25917" y="20905"/>
                  </a:cubicBezTo>
                  <a:cubicBezTo>
                    <a:pt x="25991" y="20905"/>
                    <a:pt x="26065" y="20904"/>
                    <a:pt x="26140" y="20901"/>
                  </a:cubicBezTo>
                  <a:cubicBezTo>
                    <a:pt x="28658" y="20801"/>
                    <a:pt x="32948" y="19136"/>
                    <a:pt x="35015" y="19136"/>
                  </a:cubicBezTo>
                  <a:cubicBezTo>
                    <a:pt x="35187" y="19136"/>
                    <a:pt x="35344" y="19148"/>
                    <a:pt x="35483" y="19173"/>
                  </a:cubicBezTo>
                  <a:cubicBezTo>
                    <a:pt x="37256" y="19485"/>
                    <a:pt x="38551" y="20906"/>
                    <a:pt x="40412" y="20906"/>
                  </a:cubicBezTo>
                  <a:cubicBezTo>
                    <a:pt x="40479" y="20906"/>
                    <a:pt x="40546" y="20904"/>
                    <a:pt x="40613" y="20901"/>
                  </a:cubicBezTo>
                  <a:cubicBezTo>
                    <a:pt x="42558" y="20793"/>
                    <a:pt x="42855" y="19497"/>
                    <a:pt x="42855" y="19497"/>
                  </a:cubicBezTo>
                  <a:lnTo>
                    <a:pt x="41721" y="1296"/>
                  </a:lnTo>
                  <a:cubicBezTo>
                    <a:pt x="41721" y="432"/>
                    <a:pt x="31290" y="0"/>
                    <a:pt x="208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5" name="Google Shape;7455;p96"/>
            <p:cNvSpPr/>
            <p:nvPr/>
          </p:nvSpPr>
          <p:spPr>
            <a:xfrm>
              <a:off x="7476475" y="5292063"/>
              <a:ext cx="39850" cy="514425"/>
            </a:xfrm>
            <a:custGeom>
              <a:avLst/>
              <a:gdLst/>
              <a:ahLst/>
              <a:cxnLst/>
              <a:rect l="l" t="t" r="r" b="b"/>
              <a:pathLst>
                <a:path w="1594" h="20577" extrusionOk="0">
                  <a:moveTo>
                    <a:pt x="1593" y="0"/>
                  </a:moveTo>
                  <a:lnTo>
                    <a:pt x="1593" y="0"/>
                  </a:lnTo>
                  <a:cubicBezTo>
                    <a:pt x="567" y="162"/>
                    <a:pt x="0" y="351"/>
                    <a:pt x="0" y="540"/>
                  </a:cubicBezTo>
                  <a:lnTo>
                    <a:pt x="0" y="20172"/>
                  </a:lnTo>
                  <a:cubicBezTo>
                    <a:pt x="432" y="20415"/>
                    <a:pt x="918" y="20550"/>
                    <a:pt x="1404" y="20577"/>
                  </a:cubicBezTo>
                  <a:cubicBezTo>
                    <a:pt x="1161" y="17552"/>
                    <a:pt x="1026" y="14393"/>
                    <a:pt x="1026" y="11153"/>
                  </a:cubicBezTo>
                  <a:cubicBezTo>
                    <a:pt x="999" y="7426"/>
                    <a:pt x="1188" y="3727"/>
                    <a:pt x="1593" y="0"/>
                  </a:cubicBezTo>
                  <a:close/>
                </a:path>
              </a:pathLst>
            </a:custGeom>
            <a:solidFill>
              <a:srgbClr val="8E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6" name="Google Shape;7456;p96"/>
            <p:cNvSpPr/>
            <p:nvPr/>
          </p:nvSpPr>
          <p:spPr>
            <a:xfrm>
              <a:off x="7476475" y="5273163"/>
              <a:ext cx="1045050" cy="84000"/>
            </a:xfrm>
            <a:custGeom>
              <a:avLst/>
              <a:gdLst/>
              <a:ahLst/>
              <a:cxnLst/>
              <a:rect l="l" t="t" r="r" b="b"/>
              <a:pathLst>
                <a:path w="41802" h="3360" extrusionOk="0">
                  <a:moveTo>
                    <a:pt x="20860" y="0"/>
                  </a:moveTo>
                  <a:cubicBezTo>
                    <a:pt x="10430" y="0"/>
                    <a:pt x="0" y="432"/>
                    <a:pt x="0" y="1296"/>
                  </a:cubicBezTo>
                  <a:lnTo>
                    <a:pt x="0" y="1350"/>
                  </a:lnTo>
                  <a:cubicBezTo>
                    <a:pt x="2848" y="2653"/>
                    <a:pt x="5622" y="2981"/>
                    <a:pt x="8752" y="2981"/>
                  </a:cubicBezTo>
                  <a:cubicBezTo>
                    <a:pt x="11913" y="2981"/>
                    <a:pt x="15438" y="2646"/>
                    <a:pt x="19767" y="2646"/>
                  </a:cubicBezTo>
                  <a:cubicBezTo>
                    <a:pt x="24499" y="2646"/>
                    <a:pt x="29955" y="3359"/>
                    <a:pt x="34688" y="3359"/>
                  </a:cubicBezTo>
                  <a:cubicBezTo>
                    <a:pt x="37382" y="3359"/>
                    <a:pt x="39842" y="3128"/>
                    <a:pt x="41802" y="2403"/>
                  </a:cubicBezTo>
                  <a:lnTo>
                    <a:pt x="41721" y="1296"/>
                  </a:lnTo>
                  <a:cubicBezTo>
                    <a:pt x="41721" y="432"/>
                    <a:pt x="31290" y="0"/>
                    <a:pt x="20860" y="0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7" name="Google Shape;7457;p96"/>
            <p:cNvSpPr/>
            <p:nvPr/>
          </p:nvSpPr>
          <p:spPr>
            <a:xfrm>
              <a:off x="7798475" y="5373063"/>
              <a:ext cx="281550" cy="416550"/>
            </a:xfrm>
            <a:custGeom>
              <a:avLst/>
              <a:gdLst/>
              <a:ahLst/>
              <a:cxnLst/>
              <a:rect l="l" t="t" r="r" b="b"/>
              <a:pathLst>
                <a:path w="11262" h="16662" extrusionOk="0">
                  <a:moveTo>
                    <a:pt x="5456" y="1"/>
                  </a:moveTo>
                  <a:cubicBezTo>
                    <a:pt x="2755" y="1"/>
                    <a:pt x="649" y="10451"/>
                    <a:pt x="1" y="16635"/>
                  </a:cubicBezTo>
                  <a:cubicBezTo>
                    <a:pt x="1341" y="15915"/>
                    <a:pt x="2750" y="14716"/>
                    <a:pt x="4501" y="14716"/>
                  </a:cubicBezTo>
                  <a:cubicBezTo>
                    <a:pt x="4654" y="14716"/>
                    <a:pt x="4810" y="14725"/>
                    <a:pt x="4970" y="14744"/>
                  </a:cubicBezTo>
                  <a:cubicBezTo>
                    <a:pt x="7049" y="14988"/>
                    <a:pt x="9182" y="16176"/>
                    <a:pt x="11261" y="16662"/>
                  </a:cubicBezTo>
                  <a:cubicBezTo>
                    <a:pt x="10640" y="10451"/>
                    <a:pt x="8183" y="1"/>
                    <a:pt x="5456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8" name="Google Shape;7458;p96"/>
            <p:cNvSpPr/>
            <p:nvPr/>
          </p:nvSpPr>
          <p:spPr>
            <a:xfrm>
              <a:off x="7523050" y="5446638"/>
              <a:ext cx="123575" cy="360525"/>
            </a:xfrm>
            <a:custGeom>
              <a:avLst/>
              <a:gdLst/>
              <a:ahLst/>
              <a:cxnLst/>
              <a:rect l="l" t="t" r="r" b="b"/>
              <a:pathLst>
                <a:path w="4943" h="14421" extrusionOk="0">
                  <a:moveTo>
                    <a:pt x="2134" y="1"/>
                  </a:moveTo>
                  <a:cubicBezTo>
                    <a:pt x="919" y="1"/>
                    <a:pt x="298" y="8804"/>
                    <a:pt x="0" y="14421"/>
                  </a:cubicBezTo>
                  <a:cubicBezTo>
                    <a:pt x="541" y="14421"/>
                    <a:pt x="1081" y="14313"/>
                    <a:pt x="1567" y="14097"/>
                  </a:cubicBezTo>
                  <a:cubicBezTo>
                    <a:pt x="2429" y="13774"/>
                    <a:pt x="3325" y="13605"/>
                    <a:pt x="4242" y="13605"/>
                  </a:cubicBezTo>
                  <a:cubicBezTo>
                    <a:pt x="4474" y="13605"/>
                    <a:pt x="4708" y="13616"/>
                    <a:pt x="4942" y="13638"/>
                  </a:cubicBezTo>
                  <a:cubicBezTo>
                    <a:pt x="4591" y="8426"/>
                    <a:pt x="3268" y="1"/>
                    <a:pt x="2134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9" name="Google Shape;7459;p96"/>
            <p:cNvSpPr/>
            <p:nvPr/>
          </p:nvSpPr>
          <p:spPr>
            <a:xfrm>
              <a:off x="7930800" y="6292538"/>
              <a:ext cx="163400" cy="116400"/>
            </a:xfrm>
            <a:custGeom>
              <a:avLst/>
              <a:gdLst/>
              <a:ahLst/>
              <a:cxnLst/>
              <a:rect l="l" t="t" r="r" b="b"/>
              <a:pathLst>
                <a:path w="6536" h="4656" extrusionOk="0">
                  <a:moveTo>
                    <a:pt x="6103" y="0"/>
                  </a:moveTo>
                  <a:lnTo>
                    <a:pt x="6103" y="0"/>
                  </a:lnTo>
                  <a:cubicBezTo>
                    <a:pt x="6130" y="162"/>
                    <a:pt x="6130" y="324"/>
                    <a:pt x="6130" y="486"/>
                  </a:cubicBezTo>
                  <a:cubicBezTo>
                    <a:pt x="6077" y="2209"/>
                    <a:pt x="4672" y="3593"/>
                    <a:pt x="2961" y="3593"/>
                  </a:cubicBezTo>
                  <a:cubicBezTo>
                    <a:pt x="2928" y="3593"/>
                    <a:pt x="2896" y="3593"/>
                    <a:pt x="2863" y="3592"/>
                  </a:cubicBezTo>
                  <a:cubicBezTo>
                    <a:pt x="2838" y="3592"/>
                    <a:pt x="2812" y="3593"/>
                    <a:pt x="2787" y="3593"/>
                  </a:cubicBezTo>
                  <a:cubicBezTo>
                    <a:pt x="1655" y="3593"/>
                    <a:pt x="608" y="3003"/>
                    <a:pt x="1" y="2026"/>
                  </a:cubicBezTo>
                  <a:lnTo>
                    <a:pt x="1" y="2026"/>
                  </a:lnTo>
                  <a:cubicBezTo>
                    <a:pt x="333" y="3558"/>
                    <a:pt x="1679" y="4656"/>
                    <a:pt x="3218" y="4656"/>
                  </a:cubicBezTo>
                  <a:cubicBezTo>
                    <a:pt x="3306" y="4656"/>
                    <a:pt x="3395" y="4652"/>
                    <a:pt x="3484" y="4645"/>
                  </a:cubicBezTo>
                  <a:cubicBezTo>
                    <a:pt x="5131" y="4537"/>
                    <a:pt x="6427" y="3187"/>
                    <a:pt x="6535" y="1539"/>
                  </a:cubicBezTo>
                  <a:cubicBezTo>
                    <a:pt x="6535" y="999"/>
                    <a:pt x="6373" y="459"/>
                    <a:pt x="6103" y="0"/>
                  </a:cubicBezTo>
                  <a:close/>
                </a:path>
              </a:pathLst>
            </a:custGeom>
            <a:solidFill>
              <a:schemeClr val="dk1">
                <a:alpha val="236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0" name="Google Shape;7460;p96"/>
            <p:cNvSpPr/>
            <p:nvPr/>
          </p:nvSpPr>
          <p:spPr>
            <a:xfrm>
              <a:off x="7678325" y="6590338"/>
              <a:ext cx="675750" cy="40425"/>
            </a:xfrm>
            <a:custGeom>
              <a:avLst/>
              <a:gdLst/>
              <a:ahLst/>
              <a:cxnLst/>
              <a:rect l="l" t="t" r="r" b="b"/>
              <a:pathLst>
                <a:path w="27030" h="1617" extrusionOk="0">
                  <a:moveTo>
                    <a:pt x="24888" y="1"/>
                  </a:moveTo>
                  <a:cubicBezTo>
                    <a:pt x="24660" y="1"/>
                    <a:pt x="24411" y="17"/>
                    <a:pt x="24141" y="51"/>
                  </a:cubicBezTo>
                  <a:cubicBezTo>
                    <a:pt x="20550" y="834"/>
                    <a:pt x="15932" y="1320"/>
                    <a:pt x="10883" y="1320"/>
                  </a:cubicBezTo>
                  <a:cubicBezTo>
                    <a:pt x="7318" y="1320"/>
                    <a:pt x="3754" y="1050"/>
                    <a:pt x="216" y="510"/>
                  </a:cubicBezTo>
                  <a:lnTo>
                    <a:pt x="216" y="510"/>
                  </a:lnTo>
                  <a:cubicBezTo>
                    <a:pt x="0" y="807"/>
                    <a:pt x="54" y="1185"/>
                    <a:pt x="405" y="1617"/>
                  </a:cubicBezTo>
                  <a:lnTo>
                    <a:pt x="26275" y="1617"/>
                  </a:lnTo>
                  <a:cubicBezTo>
                    <a:pt x="27030" y="768"/>
                    <a:pt x="26465" y="1"/>
                    <a:pt x="248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1" name="Google Shape;7461;p96"/>
            <p:cNvSpPr/>
            <p:nvPr/>
          </p:nvSpPr>
          <p:spPr>
            <a:xfrm>
              <a:off x="7876800" y="6495738"/>
              <a:ext cx="135025" cy="78325"/>
            </a:xfrm>
            <a:custGeom>
              <a:avLst/>
              <a:gdLst/>
              <a:ahLst/>
              <a:cxnLst/>
              <a:rect l="l" t="t" r="r" b="b"/>
              <a:pathLst>
                <a:path w="5401" h="3133" extrusionOk="0">
                  <a:moveTo>
                    <a:pt x="4726" y="0"/>
                  </a:moveTo>
                  <a:lnTo>
                    <a:pt x="4564" y="27"/>
                  </a:lnTo>
                  <a:cubicBezTo>
                    <a:pt x="3106" y="378"/>
                    <a:pt x="1593" y="2215"/>
                    <a:pt x="0" y="3133"/>
                  </a:cubicBezTo>
                  <a:lnTo>
                    <a:pt x="513" y="3079"/>
                  </a:lnTo>
                  <a:cubicBezTo>
                    <a:pt x="3187" y="2674"/>
                    <a:pt x="5293" y="1350"/>
                    <a:pt x="5401" y="27"/>
                  </a:cubicBezTo>
                  <a:lnTo>
                    <a:pt x="5266" y="0"/>
                  </a:lnTo>
                  <a:close/>
                </a:path>
              </a:pathLst>
            </a:custGeom>
            <a:solidFill>
              <a:schemeClr val="dk1">
                <a:alpha val="236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2" name="Google Shape;7462;p96"/>
            <p:cNvSpPr/>
            <p:nvPr/>
          </p:nvSpPr>
          <p:spPr>
            <a:xfrm>
              <a:off x="7967925" y="6265538"/>
              <a:ext cx="83075" cy="32425"/>
            </a:xfrm>
            <a:custGeom>
              <a:avLst/>
              <a:gdLst/>
              <a:ahLst/>
              <a:cxnLst/>
              <a:rect l="l" t="t" r="r" b="b"/>
              <a:pathLst>
                <a:path w="3323" h="1297" extrusionOk="0">
                  <a:moveTo>
                    <a:pt x="1675" y="0"/>
                  </a:moveTo>
                  <a:cubicBezTo>
                    <a:pt x="730" y="0"/>
                    <a:pt x="1" y="297"/>
                    <a:pt x="1" y="648"/>
                  </a:cubicBezTo>
                  <a:cubicBezTo>
                    <a:pt x="1" y="999"/>
                    <a:pt x="730" y="1296"/>
                    <a:pt x="1675" y="1296"/>
                  </a:cubicBezTo>
                  <a:cubicBezTo>
                    <a:pt x="2593" y="1296"/>
                    <a:pt x="3322" y="999"/>
                    <a:pt x="3322" y="648"/>
                  </a:cubicBezTo>
                  <a:cubicBezTo>
                    <a:pt x="3322" y="297"/>
                    <a:pt x="2593" y="0"/>
                    <a:pt x="1675" y="0"/>
                  </a:cubicBezTo>
                  <a:close/>
                </a:path>
              </a:pathLst>
            </a:custGeom>
            <a:solidFill>
              <a:schemeClr val="dk1">
                <a:alpha val="236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3" name="Google Shape;7463;p96"/>
            <p:cNvSpPr/>
            <p:nvPr/>
          </p:nvSpPr>
          <p:spPr>
            <a:xfrm>
              <a:off x="7942950" y="6295613"/>
              <a:ext cx="22300" cy="24700"/>
            </a:xfrm>
            <a:custGeom>
              <a:avLst/>
              <a:gdLst/>
              <a:ahLst/>
              <a:cxnLst/>
              <a:rect l="l" t="t" r="r" b="b"/>
              <a:pathLst>
                <a:path w="892" h="988" extrusionOk="0">
                  <a:moveTo>
                    <a:pt x="529" y="0"/>
                  </a:moveTo>
                  <a:cubicBezTo>
                    <a:pt x="391" y="0"/>
                    <a:pt x="253" y="84"/>
                    <a:pt x="163" y="228"/>
                  </a:cubicBezTo>
                  <a:cubicBezTo>
                    <a:pt x="1" y="444"/>
                    <a:pt x="28" y="714"/>
                    <a:pt x="190" y="903"/>
                  </a:cubicBezTo>
                  <a:cubicBezTo>
                    <a:pt x="247" y="961"/>
                    <a:pt x="318" y="988"/>
                    <a:pt x="392" y="988"/>
                  </a:cubicBezTo>
                  <a:cubicBezTo>
                    <a:pt x="526" y="988"/>
                    <a:pt x="670" y="898"/>
                    <a:pt x="757" y="741"/>
                  </a:cubicBezTo>
                  <a:cubicBezTo>
                    <a:pt x="892" y="525"/>
                    <a:pt x="892" y="255"/>
                    <a:pt x="730" y="66"/>
                  </a:cubicBezTo>
                  <a:cubicBezTo>
                    <a:pt x="667" y="21"/>
                    <a:pt x="598" y="0"/>
                    <a:pt x="529" y="0"/>
                  </a:cubicBezTo>
                  <a:close/>
                </a:path>
              </a:pathLst>
            </a:custGeom>
            <a:solidFill>
              <a:schemeClr val="dk1">
                <a:alpha val="236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4" name="Google Shape;7464;p96"/>
            <p:cNvSpPr/>
            <p:nvPr/>
          </p:nvSpPr>
          <p:spPr>
            <a:xfrm>
              <a:off x="7958475" y="6288888"/>
              <a:ext cx="94600" cy="79975"/>
            </a:xfrm>
            <a:custGeom>
              <a:avLst/>
              <a:gdLst/>
              <a:ahLst/>
              <a:cxnLst/>
              <a:rect l="l" t="t" r="r" b="b"/>
              <a:pathLst>
                <a:path w="3784" h="3199" extrusionOk="0">
                  <a:moveTo>
                    <a:pt x="2125" y="0"/>
                  </a:moveTo>
                  <a:cubicBezTo>
                    <a:pt x="1750" y="0"/>
                    <a:pt x="1369" y="136"/>
                    <a:pt x="1054" y="443"/>
                  </a:cubicBezTo>
                  <a:cubicBezTo>
                    <a:pt x="1" y="1442"/>
                    <a:pt x="703" y="3198"/>
                    <a:pt x="2134" y="3198"/>
                  </a:cubicBezTo>
                  <a:cubicBezTo>
                    <a:pt x="2151" y="3198"/>
                    <a:pt x="2167" y="3198"/>
                    <a:pt x="2184" y="3198"/>
                  </a:cubicBezTo>
                  <a:cubicBezTo>
                    <a:pt x="3025" y="3198"/>
                    <a:pt x="3701" y="2533"/>
                    <a:pt x="3727" y="1685"/>
                  </a:cubicBezTo>
                  <a:cubicBezTo>
                    <a:pt x="3783" y="694"/>
                    <a:pt x="2971" y="0"/>
                    <a:pt x="21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5" name="Google Shape;7465;p96"/>
            <p:cNvSpPr/>
            <p:nvPr/>
          </p:nvSpPr>
          <p:spPr>
            <a:xfrm>
              <a:off x="7989525" y="6313688"/>
              <a:ext cx="39875" cy="33550"/>
            </a:xfrm>
            <a:custGeom>
              <a:avLst/>
              <a:gdLst/>
              <a:ahLst/>
              <a:cxnLst/>
              <a:rect l="l" t="t" r="r" b="b"/>
              <a:pathLst>
                <a:path w="1595" h="1342" extrusionOk="0">
                  <a:moveTo>
                    <a:pt x="886" y="0"/>
                  </a:moveTo>
                  <a:cubicBezTo>
                    <a:pt x="727" y="0"/>
                    <a:pt x="566" y="56"/>
                    <a:pt x="433" y="180"/>
                  </a:cubicBezTo>
                  <a:cubicBezTo>
                    <a:pt x="1" y="612"/>
                    <a:pt x="298" y="1342"/>
                    <a:pt x="919" y="1342"/>
                  </a:cubicBezTo>
                  <a:cubicBezTo>
                    <a:pt x="1270" y="1342"/>
                    <a:pt x="1567" y="1071"/>
                    <a:pt x="1594" y="693"/>
                  </a:cubicBezTo>
                  <a:cubicBezTo>
                    <a:pt x="1594" y="282"/>
                    <a:pt x="1244" y="0"/>
                    <a:pt x="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6" name="Google Shape;7466;p96"/>
            <p:cNvSpPr/>
            <p:nvPr/>
          </p:nvSpPr>
          <p:spPr>
            <a:xfrm>
              <a:off x="7983450" y="6590913"/>
              <a:ext cx="51350" cy="38500"/>
            </a:xfrm>
            <a:custGeom>
              <a:avLst/>
              <a:gdLst/>
              <a:ahLst/>
              <a:cxnLst/>
              <a:rect l="l" t="t" r="r" b="b"/>
              <a:pathLst>
                <a:path w="2054" h="1540" extrusionOk="0">
                  <a:moveTo>
                    <a:pt x="1000" y="1"/>
                  </a:moveTo>
                  <a:cubicBezTo>
                    <a:pt x="460" y="1"/>
                    <a:pt x="1" y="460"/>
                    <a:pt x="1" y="1027"/>
                  </a:cubicBezTo>
                  <a:lnTo>
                    <a:pt x="1" y="1540"/>
                  </a:lnTo>
                  <a:lnTo>
                    <a:pt x="2026" y="1540"/>
                  </a:lnTo>
                  <a:lnTo>
                    <a:pt x="2026" y="1027"/>
                  </a:lnTo>
                  <a:cubicBezTo>
                    <a:pt x="2053" y="460"/>
                    <a:pt x="1567" y="1"/>
                    <a:pt x="10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7" name="Google Shape;7467;p96"/>
            <p:cNvSpPr/>
            <p:nvPr/>
          </p:nvSpPr>
          <p:spPr>
            <a:xfrm>
              <a:off x="7476475" y="5454388"/>
              <a:ext cx="1054500" cy="59800"/>
            </a:xfrm>
            <a:custGeom>
              <a:avLst/>
              <a:gdLst/>
              <a:ahLst/>
              <a:cxnLst/>
              <a:rect l="l" t="t" r="r" b="b"/>
              <a:pathLst>
                <a:path w="42180" h="2392" extrusionOk="0">
                  <a:moveTo>
                    <a:pt x="14432" y="0"/>
                  </a:moveTo>
                  <a:cubicBezTo>
                    <a:pt x="10155" y="0"/>
                    <a:pt x="7056" y="1095"/>
                    <a:pt x="3862" y="1095"/>
                  </a:cubicBezTo>
                  <a:cubicBezTo>
                    <a:pt x="2755" y="1095"/>
                    <a:pt x="1431" y="1041"/>
                    <a:pt x="0" y="960"/>
                  </a:cubicBezTo>
                  <a:lnTo>
                    <a:pt x="0" y="2283"/>
                  </a:lnTo>
                  <a:cubicBezTo>
                    <a:pt x="1431" y="2337"/>
                    <a:pt x="2755" y="2391"/>
                    <a:pt x="3862" y="2391"/>
                  </a:cubicBezTo>
                  <a:cubicBezTo>
                    <a:pt x="7056" y="2391"/>
                    <a:pt x="10155" y="1297"/>
                    <a:pt x="14432" y="1297"/>
                  </a:cubicBezTo>
                  <a:cubicBezTo>
                    <a:pt x="14711" y="1297"/>
                    <a:pt x="14995" y="1301"/>
                    <a:pt x="15284" y="1311"/>
                  </a:cubicBezTo>
                  <a:cubicBezTo>
                    <a:pt x="19964" y="1444"/>
                    <a:pt x="24774" y="2284"/>
                    <a:pt x="29458" y="2284"/>
                  </a:cubicBezTo>
                  <a:cubicBezTo>
                    <a:pt x="29531" y="2284"/>
                    <a:pt x="29604" y="2284"/>
                    <a:pt x="29677" y="2283"/>
                  </a:cubicBezTo>
                  <a:cubicBezTo>
                    <a:pt x="33079" y="2256"/>
                    <a:pt x="38291" y="1797"/>
                    <a:pt x="42180" y="1581"/>
                  </a:cubicBezTo>
                  <a:lnTo>
                    <a:pt x="42099" y="285"/>
                  </a:lnTo>
                  <a:cubicBezTo>
                    <a:pt x="38210" y="501"/>
                    <a:pt x="33052" y="960"/>
                    <a:pt x="29677" y="987"/>
                  </a:cubicBezTo>
                  <a:cubicBezTo>
                    <a:pt x="29538" y="989"/>
                    <a:pt x="29399" y="990"/>
                    <a:pt x="29260" y="990"/>
                  </a:cubicBezTo>
                  <a:cubicBezTo>
                    <a:pt x="24663" y="990"/>
                    <a:pt x="19897" y="146"/>
                    <a:pt x="15284" y="15"/>
                  </a:cubicBezTo>
                  <a:cubicBezTo>
                    <a:pt x="14995" y="5"/>
                    <a:pt x="14711" y="0"/>
                    <a:pt x="144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8" name="Google Shape;7468;p96"/>
            <p:cNvSpPr/>
            <p:nvPr/>
          </p:nvSpPr>
          <p:spPr>
            <a:xfrm>
              <a:off x="7476475" y="5510538"/>
              <a:ext cx="1058550" cy="40775"/>
            </a:xfrm>
            <a:custGeom>
              <a:avLst/>
              <a:gdLst/>
              <a:ahLst/>
              <a:cxnLst/>
              <a:rect l="l" t="t" r="r" b="b"/>
              <a:pathLst>
                <a:path w="42342" h="1631" extrusionOk="0">
                  <a:moveTo>
                    <a:pt x="14638" y="0"/>
                  </a:moveTo>
                  <a:cubicBezTo>
                    <a:pt x="10246" y="0"/>
                    <a:pt x="7116" y="1117"/>
                    <a:pt x="3889" y="1117"/>
                  </a:cubicBezTo>
                  <a:cubicBezTo>
                    <a:pt x="2782" y="1117"/>
                    <a:pt x="1458" y="1036"/>
                    <a:pt x="0" y="982"/>
                  </a:cubicBezTo>
                  <a:lnTo>
                    <a:pt x="0" y="1522"/>
                  </a:lnTo>
                  <a:cubicBezTo>
                    <a:pt x="1458" y="1577"/>
                    <a:pt x="2782" y="1631"/>
                    <a:pt x="3889" y="1631"/>
                  </a:cubicBezTo>
                  <a:cubicBezTo>
                    <a:pt x="7112" y="1631"/>
                    <a:pt x="10263" y="540"/>
                    <a:pt x="14626" y="540"/>
                  </a:cubicBezTo>
                  <a:cubicBezTo>
                    <a:pt x="14869" y="540"/>
                    <a:pt x="15115" y="543"/>
                    <a:pt x="15365" y="550"/>
                  </a:cubicBezTo>
                  <a:cubicBezTo>
                    <a:pt x="20045" y="710"/>
                    <a:pt x="24881" y="1550"/>
                    <a:pt x="29592" y="1550"/>
                  </a:cubicBezTo>
                  <a:cubicBezTo>
                    <a:pt x="29665" y="1550"/>
                    <a:pt x="29739" y="1550"/>
                    <a:pt x="29812" y="1550"/>
                  </a:cubicBezTo>
                  <a:cubicBezTo>
                    <a:pt x="33187" y="1495"/>
                    <a:pt x="38453" y="1036"/>
                    <a:pt x="42342" y="847"/>
                  </a:cubicBezTo>
                  <a:lnTo>
                    <a:pt x="42261" y="307"/>
                  </a:lnTo>
                  <a:cubicBezTo>
                    <a:pt x="38372" y="523"/>
                    <a:pt x="33187" y="955"/>
                    <a:pt x="29812" y="1009"/>
                  </a:cubicBezTo>
                  <a:cubicBezTo>
                    <a:pt x="29672" y="1011"/>
                    <a:pt x="29531" y="1012"/>
                    <a:pt x="29391" y="1012"/>
                  </a:cubicBezTo>
                  <a:cubicBezTo>
                    <a:pt x="24744" y="1012"/>
                    <a:pt x="19978" y="168"/>
                    <a:pt x="15365" y="10"/>
                  </a:cubicBezTo>
                  <a:cubicBezTo>
                    <a:pt x="15119" y="3"/>
                    <a:pt x="14876" y="0"/>
                    <a:pt x="146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9" name="Google Shape;7469;p96"/>
          <p:cNvGrpSpPr/>
          <p:nvPr/>
        </p:nvGrpSpPr>
        <p:grpSpPr>
          <a:xfrm flipH="1">
            <a:off x="7206556" y="1920221"/>
            <a:ext cx="1749183" cy="2509188"/>
            <a:chOff x="-3462575" y="1409975"/>
            <a:chExt cx="1984100" cy="2846175"/>
          </a:xfrm>
        </p:grpSpPr>
        <p:sp>
          <p:nvSpPr>
            <p:cNvPr id="7470" name="Google Shape;7470;p96"/>
            <p:cNvSpPr/>
            <p:nvPr/>
          </p:nvSpPr>
          <p:spPr>
            <a:xfrm>
              <a:off x="-1830525" y="2493000"/>
              <a:ext cx="301425" cy="285675"/>
            </a:xfrm>
            <a:custGeom>
              <a:avLst/>
              <a:gdLst/>
              <a:ahLst/>
              <a:cxnLst/>
              <a:rect l="l" t="t" r="r" b="b"/>
              <a:pathLst>
                <a:path w="12057" h="11427" extrusionOk="0">
                  <a:moveTo>
                    <a:pt x="2618" y="1"/>
                  </a:moveTo>
                  <a:cubicBezTo>
                    <a:pt x="497" y="1"/>
                    <a:pt x="0" y="8478"/>
                    <a:pt x="1525" y="8688"/>
                  </a:cubicBezTo>
                  <a:cubicBezTo>
                    <a:pt x="3091" y="8904"/>
                    <a:pt x="4468" y="10389"/>
                    <a:pt x="5791" y="11010"/>
                  </a:cubicBezTo>
                  <a:cubicBezTo>
                    <a:pt x="6354" y="11275"/>
                    <a:pt x="7425" y="11426"/>
                    <a:pt x="8486" y="11426"/>
                  </a:cubicBezTo>
                  <a:cubicBezTo>
                    <a:pt x="9921" y="11426"/>
                    <a:pt x="11338" y="11149"/>
                    <a:pt x="11462" y="10497"/>
                  </a:cubicBezTo>
                  <a:cubicBezTo>
                    <a:pt x="12056" y="4584"/>
                    <a:pt x="10085" y="1424"/>
                    <a:pt x="2794" y="20"/>
                  </a:cubicBezTo>
                  <a:cubicBezTo>
                    <a:pt x="2734" y="7"/>
                    <a:pt x="2675" y="1"/>
                    <a:pt x="2618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1" name="Google Shape;7471;p96"/>
            <p:cNvSpPr/>
            <p:nvPr/>
          </p:nvSpPr>
          <p:spPr>
            <a:xfrm>
              <a:off x="-2460750" y="2099925"/>
              <a:ext cx="741275" cy="738150"/>
            </a:xfrm>
            <a:custGeom>
              <a:avLst/>
              <a:gdLst/>
              <a:ahLst/>
              <a:cxnLst/>
              <a:rect l="l" t="t" r="r" b="b"/>
              <a:pathLst>
                <a:path w="29651" h="29526" extrusionOk="0">
                  <a:moveTo>
                    <a:pt x="5212" y="0"/>
                  </a:moveTo>
                  <a:lnTo>
                    <a:pt x="1" y="17471"/>
                  </a:lnTo>
                  <a:cubicBezTo>
                    <a:pt x="3446" y="26597"/>
                    <a:pt x="7916" y="29526"/>
                    <a:pt x="13034" y="29526"/>
                  </a:cubicBezTo>
                  <a:cubicBezTo>
                    <a:pt x="18064" y="29526"/>
                    <a:pt x="23721" y="26697"/>
                    <a:pt x="29650" y="24141"/>
                  </a:cubicBezTo>
                  <a:lnTo>
                    <a:pt x="27598" y="15635"/>
                  </a:lnTo>
                  <a:cubicBezTo>
                    <a:pt x="27598" y="15635"/>
                    <a:pt x="17264" y="17437"/>
                    <a:pt x="15323" y="17437"/>
                  </a:cubicBezTo>
                  <a:cubicBezTo>
                    <a:pt x="15207" y="17437"/>
                    <a:pt x="15120" y="17431"/>
                    <a:pt x="15068" y="17417"/>
                  </a:cubicBezTo>
                  <a:cubicBezTo>
                    <a:pt x="14150" y="17201"/>
                    <a:pt x="8588" y="6967"/>
                    <a:pt x="5212" y="0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2" name="Google Shape;7472;p96"/>
            <p:cNvSpPr/>
            <p:nvPr/>
          </p:nvSpPr>
          <p:spPr>
            <a:xfrm>
              <a:off x="-2460750" y="2099925"/>
              <a:ext cx="741275" cy="738150"/>
            </a:xfrm>
            <a:custGeom>
              <a:avLst/>
              <a:gdLst/>
              <a:ahLst/>
              <a:cxnLst/>
              <a:rect l="l" t="t" r="r" b="b"/>
              <a:pathLst>
                <a:path w="29651" h="29526" extrusionOk="0">
                  <a:moveTo>
                    <a:pt x="5212" y="0"/>
                  </a:moveTo>
                  <a:lnTo>
                    <a:pt x="1" y="17471"/>
                  </a:lnTo>
                  <a:cubicBezTo>
                    <a:pt x="3438" y="26603"/>
                    <a:pt x="7929" y="29525"/>
                    <a:pt x="13050" y="29525"/>
                  </a:cubicBezTo>
                  <a:cubicBezTo>
                    <a:pt x="18105" y="29525"/>
                    <a:pt x="23774" y="26677"/>
                    <a:pt x="29650" y="24141"/>
                  </a:cubicBezTo>
                  <a:lnTo>
                    <a:pt x="28462" y="19226"/>
                  </a:lnTo>
                  <a:cubicBezTo>
                    <a:pt x="24563" y="20827"/>
                    <a:pt x="18875" y="22860"/>
                    <a:pt x="14966" y="22860"/>
                  </a:cubicBezTo>
                  <a:cubicBezTo>
                    <a:pt x="14192" y="22860"/>
                    <a:pt x="13488" y="22780"/>
                    <a:pt x="12881" y="22602"/>
                  </a:cubicBezTo>
                  <a:cubicBezTo>
                    <a:pt x="7210" y="20901"/>
                    <a:pt x="5752" y="10504"/>
                    <a:pt x="5752" y="10504"/>
                  </a:cubicBezTo>
                  <a:cubicBezTo>
                    <a:pt x="5644" y="9316"/>
                    <a:pt x="6400" y="756"/>
                    <a:pt x="5212" y="0"/>
                  </a:cubicBezTo>
                  <a:close/>
                </a:path>
              </a:pathLst>
            </a:custGeom>
            <a:solidFill>
              <a:srgbClr val="D8C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3" name="Google Shape;7473;p96"/>
            <p:cNvSpPr/>
            <p:nvPr/>
          </p:nvSpPr>
          <p:spPr>
            <a:xfrm>
              <a:off x="-2950850" y="3473700"/>
              <a:ext cx="195125" cy="782450"/>
            </a:xfrm>
            <a:custGeom>
              <a:avLst/>
              <a:gdLst/>
              <a:ahLst/>
              <a:cxnLst/>
              <a:rect l="l" t="t" r="r" b="b"/>
              <a:pathLst>
                <a:path w="7805" h="31298" extrusionOk="0">
                  <a:moveTo>
                    <a:pt x="7804" y="1"/>
                  </a:moveTo>
                  <a:lnTo>
                    <a:pt x="1161" y="28"/>
                  </a:lnTo>
                  <a:cubicBezTo>
                    <a:pt x="1161" y="28"/>
                    <a:pt x="2214" y="25924"/>
                    <a:pt x="0" y="31298"/>
                  </a:cubicBezTo>
                  <a:lnTo>
                    <a:pt x="1944" y="31298"/>
                  </a:lnTo>
                  <a:cubicBezTo>
                    <a:pt x="1944" y="31298"/>
                    <a:pt x="999" y="4295"/>
                    <a:pt x="7804" y="1054"/>
                  </a:cubicBezTo>
                  <a:lnTo>
                    <a:pt x="78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4" name="Google Shape;7474;p96"/>
            <p:cNvSpPr/>
            <p:nvPr/>
          </p:nvSpPr>
          <p:spPr>
            <a:xfrm>
              <a:off x="-3137200" y="2301025"/>
              <a:ext cx="236925" cy="168925"/>
            </a:xfrm>
            <a:custGeom>
              <a:avLst/>
              <a:gdLst/>
              <a:ahLst/>
              <a:cxnLst/>
              <a:rect l="l" t="t" r="r" b="b"/>
              <a:pathLst>
                <a:path w="9477" h="6757" extrusionOk="0">
                  <a:moveTo>
                    <a:pt x="4627" y="1"/>
                  </a:moveTo>
                  <a:cubicBezTo>
                    <a:pt x="1421" y="1"/>
                    <a:pt x="0" y="4030"/>
                    <a:pt x="1999" y="6349"/>
                  </a:cubicBezTo>
                  <a:cubicBezTo>
                    <a:pt x="2229" y="6628"/>
                    <a:pt x="2514" y="6757"/>
                    <a:pt x="2786" y="6757"/>
                  </a:cubicBezTo>
                  <a:cubicBezTo>
                    <a:pt x="3250" y="6757"/>
                    <a:pt x="3677" y="6384"/>
                    <a:pt x="3728" y="5755"/>
                  </a:cubicBezTo>
                  <a:cubicBezTo>
                    <a:pt x="3635" y="4314"/>
                    <a:pt x="4954" y="3434"/>
                    <a:pt x="6346" y="3434"/>
                  </a:cubicBezTo>
                  <a:cubicBezTo>
                    <a:pt x="7381" y="3434"/>
                    <a:pt x="8456" y="3920"/>
                    <a:pt x="9020" y="5026"/>
                  </a:cubicBezTo>
                  <a:cubicBezTo>
                    <a:pt x="9477" y="2501"/>
                    <a:pt x="7315" y="3"/>
                    <a:pt x="4794" y="3"/>
                  </a:cubicBezTo>
                  <a:cubicBezTo>
                    <a:pt x="4781" y="3"/>
                    <a:pt x="4767" y="3"/>
                    <a:pt x="4754" y="3"/>
                  </a:cubicBezTo>
                  <a:cubicBezTo>
                    <a:pt x="4711" y="2"/>
                    <a:pt x="4669" y="1"/>
                    <a:pt x="4627" y="1"/>
                  </a:cubicBezTo>
                  <a:close/>
                </a:path>
              </a:pathLst>
            </a:custGeom>
            <a:solidFill>
              <a:srgbClr val="2D2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5" name="Google Shape;7475;p96"/>
            <p:cNvSpPr/>
            <p:nvPr/>
          </p:nvSpPr>
          <p:spPr>
            <a:xfrm>
              <a:off x="-3115575" y="2412475"/>
              <a:ext cx="47950" cy="58075"/>
            </a:xfrm>
            <a:custGeom>
              <a:avLst/>
              <a:gdLst/>
              <a:ahLst/>
              <a:cxnLst/>
              <a:rect l="l" t="t" r="r" b="b"/>
              <a:pathLst>
                <a:path w="1918" h="2323" extrusionOk="0">
                  <a:moveTo>
                    <a:pt x="0" y="1"/>
                  </a:moveTo>
                  <a:lnTo>
                    <a:pt x="189" y="2323"/>
                  </a:lnTo>
                  <a:lnTo>
                    <a:pt x="1917" y="2323"/>
                  </a:lnTo>
                  <a:lnTo>
                    <a:pt x="1728" y="1"/>
                  </a:lnTo>
                  <a:close/>
                </a:path>
              </a:pathLst>
            </a:custGeom>
            <a:solidFill>
              <a:srgbClr val="2D2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6" name="Google Shape;7476;p96"/>
            <p:cNvSpPr/>
            <p:nvPr/>
          </p:nvSpPr>
          <p:spPr>
            <a:xfrm>
              <a:off x="-3173050" y="2301050"/>
              <a:ext cx="214675" cy="168900"/>
            </a:xfrm>
            <a:custGeom>
              <a:avLst/>
              <a:gdLst/>
              <a:ahLst/>
              <a:cxnLst/>
              <a:rect l="l" t="t" r="r" b="b"/>
              <a:pathLst>
                <a:path w="8587" h="6756" extrusionOk="0">
                  <a:moveTo>
                    <a:pt x="4129" y="0"/>
                  </a:moveTo>
                  <a:cubicBezTo>
                    <a:pt x="1162" y="0"/>
                    <a:pt x="0" y="4135"/>
                    <a:pt x="1813" y="6348"/>
                  </a:cubicBezTo>
                  <a:cubicBezTo>
                    <a:pt x="2013" y="6627"/>
                    <a:pt x="2268" y="6756"/>
                    <a:pt x="2513" y="6756"/>
                  </a:cubicBezTo>
                  <a:cubicBezTo>
                    <a:pt x="2930" y="6756"/>
                    <a:pt x="3318" y="6383"/>
                    <a:pt x="3352" y="5754"/>
                  </a:cubicBezTo>
                  <a:cubicBezTo>
                    <a:pt x="3259" y="4323"/>
                    <a:pt x="4465" y="3430"/>
                    <a:pt x="5741" y="3430"/>
                  </a:cubicBezTo>
                  <a:cubicBezTo>
                    <a:pt x="6681" y="3430"/>
                    <a:pt x="7659" y="3914"/>
                    <a:pt x="8186" y="5025"/>
                  </a:cubicBezTo>
                  <a:cubicBezTo>
                    <a:pt x="8587" y="2592"/>
                    <a:pt x="6607" y="1"/>
                    <a:pt x="4314" y="1"/>
                  </a:cubicBezTo>
                  <a:cubicBezTo>
                    <a:pt x="4291" y="1"/>
                    <a:pt x="4267" y="2"/>
                    <a:pt x="4243" y="2"/>
                  </a:cubicBezTo>
                  <a:cubicBezTo>
                    <a:pt x="4205" y="1"/>
                    <a:pt x="4167" y="0"/>
                    <a:pt x="4129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7" name="Google Shape;7477;p96"/>
            <p:cNvSpPr/>
            <p:nvPr/>
          </p:nvSpPr>
          <p:spPr>
            <a:xfrm>
              <a:off x="-3462575" y="2345650"/>
              <a:ext cx="725075" cy="1105125"/>
            </a:xfrm>
            <a:custGeom>
              <a:avLst/>
              <a:gdLst/>
              <a:ahLst/>
              <a:cxnLst/>
              <a:rect l="l" t="t" r="r" b="b"/>
              <a:pathLst>
                <a:path w="29003" h="44205" extrusionOk="0">
                  <a:moveTo>
                    <a:pt x="0" y="0"/>
                  </a:moveTo>
                  <a:cubicBezTo>
                    <a:pt x="2323" y="2809"/>
                    <a:pt x="6022" y="22845"/>
                    <a:pt x="7777" y="44205"/>
                  </a:cubicBezTo>
                  <a:lnTo>
                    <a:pt x="29002" y="44205"/>
                  </a:lnTo>
                  <a:cubicBezTo>
                    <a:pt x="27409" y="25032"/>
                    <a:pt x="23655" y="2944"/>
                    <a:pt x="2119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8" name="Google Shape;7478;p96"/>
            <p:cNvSpPr/>
            <p:nvPr/>
          </p:nvSpPr>
          <p:spPr>
            <a:xfrm>
              <a:off x="-3426125" y="2345650"/>
              <a:ext cx="693350" cy="1105125"/>
            </a:xfrm>
            <a:custGeom>
              <a:avLst/>
              <a:gdLst/>
              <a:ahLst/>
              <a:cxnLst/>
              <a:rect l="l" t="t" r="r" b="b"/>
              <a:pathLst>
                <a:path w="27734" h="44205" extrusionOk="0">
                  <a:moveTo>
                    <a:pt x="1" y="0"/>
                  </a:moveTo>
                  <a:cubicBezTo>
                    <a:pt x="2215" y="2809"/>
                    <a:pt x="5995" y="22845"/>
                    <a:pt x="7967" y="44205"/>
                  </a:cubicBezTo>
                  <a:lnTo>
                    <a:pt x="27733" y="44205"/>
                  </a:lnTo>
                  <a:cubicBezTo>
                    <a:pt x="25951" y="25032"/>
                    <a:pt x="22116" y="2944"/>
                    <a:pt x="197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9" name="Google Shape;7479;p96"/>
            <p:cNvSpPr/>
            <p:nvPr/>
          </p:nvSpPr>
          <p:spPr>
            <a:xfrm>
              <a:off x="-3356575" y="2376700"/>
              <a:ext cx="611650" cy="939075"/>
            </a:xfrm>
            <a:custGeom>
              <a:avLst/>
              <a:gdLst/>
              <a:ahLst/>
              <a:cxnLst/>
              <a:rect l="l" t="t" r="r" b="b"/>
              <a:pathLst>
                <a:path w="24466" h="37563" extrusionOk="0">
                  <a:moveTo>
                    <a:pt x="11640" y="0"/>
                  </a:moveTo>
                  <a:cubicBezTo>
                    <a:pt x="8132" y="0"/>
                    <a:pt x="4147" y="169"/>
                    <a:pt x="2275" y="169"/>
                  </a:cubicBezTo>
                  <a:cubicBezTo>
                    <a:pt x="1686" y="169"/>
                    <a:pt x="1306" y="152"/>
                    <a:pt x="1215" y="108"/>
                  </a:cubicBezTo>
                  <a:cubicBezTo>
                    <a:pt x="432" y="108"/>
                    <a:pt x="0" y="1081"/>
                    <a:pt x="324" y="2026"/>
                  </a:cubicBezTo>
                  <a:cubicBezTo>
                    <a:pt x="2241" y="7291"/>
                    <a:pt x="4699" y="21198"/>
                    <a:pt x="6076" y="36131"/>
                  </a:cubicBezTo>
                  <a:cubicBezTo>
                    <a:pt x="6130" y="36941"/>
                    <a:pt x="6697" y="37562"/>
                    <a:pt x="7318" y="37562"/>
                  </a:cubicBezTo>
                  <a:lnTo>
                    <a:pt x="23385" y="37562"/>
                  </a:lnTo>
                  <a:cubicBezTo>
                    <a:pt x="24006" y="37562"/>
                    <a:pt x="24465" y="36914"/>
                    <a:pt x="24384" y="36131"/>
                  </a:cubicBezTo>
                  <a:cubicBezTo>
                    <a:pt x="23034" y="21387"/>
                    <a:pt x="20199" y="5050"/>
                    <a:pt x="18146" y="865"/>
                  </a:cubicBezTo>
                  <a:cubicBezTo>
                    <a:pt x="18240" y="172"/>
                    <a:pt x="15183" y="0"/>
                    <a:pt x="11640" y="0"/>
                  </a:cubicBezTo>
                  <a:close/>
                </a:path>
              </a:pathLst>
            </a:custGeom>
            <a:solidFill>
              <a:srgbClr val="E0A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0" name="Google Shape;7480;p96"/>
            <p:cNvSpPr/>
            <p:nvPr/>
          </p:nvSpPr>
          <p:spPr>
            <a:xfrm>
              <a:off x="-3263750" y="3363650"/>
              <a:ext cx="899875" cy="87800"/>
            </a:xfrm>
            <a:custGeom>
              <a:avLst/>
              <a:gdLst/>
              <a:ahLst/>
              <a:cxnLst/>
              <a:rect l="l" t="t" r="r" b="b"/>
              <a:pathLst>
                <a:path w="35995" h="3512" extrusionOk="0">
                  <a:moveTo>
                    <a:pt x="1429" y="1"/>
                  </a:moveTo>
                  <a:cubicBezTo>
                    <a:pt x="1" y="1"/>
                    <a:pt x="714" y="2710"/>
                    <a:pt x="554" y="3512"/>
                  </a:cubicBezTo>
                  <a:lnTo>
                    <a:pt x="35442" y="3512"/>
                  </a:lnTo>
                  <a:cubicBezTo>
                    <a:pt x="35281" y="2710"/>
                    <a:pt x="35995" y="1"/>
                    <a:pt x="34566" y="1"/>
                  </a:cubicBezTo>
                  <a:cubicBezTo>
                    <a:pt x="34552" y="1"/>
                    <a:pt x="34538" y="1"/>
                    <a:pt x="34524" y="1"/>
                  </a:cubicBezTo>
                  <a:lnTo>
                    <a:pt x="1472" y="1"/>
                  </a:lnTo>
                  <a:cubicBezTo>
                    <a:pt x="1457" y="1"/>
                    <a:pt x="1443" y="1"/>
                    <a:pt x="14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1" name="Google Shape;7481;p96"/>
            <p:cNvSpPr/>
            <p:nvPr/>
          </p:nvSpPr>
          <p:spPr>
            <a:xfrm>
              <a:off x="-3295825" y="3473700"/>
              <a:ext cx="195800" cy="782450"/>
            </a:xfrm>
            <a:custGeom>
              <a:avLst/>
              <a:gdLst/>
              <a:ahLst/>
              <a:cxnLst/>
              <a:rect l="l" t="t" r="r" b="b"/>
              <a:pathLst>
                <a:path w="7832" h="31298" extrusionOk="0">
                  <a:moveTo>
                    <a:pt x="7804" y="1"/>
                  </a:moveTo>
                  <a:lnTo>
                    <a:pt x="1161" y="28"/>
                  </a:lnTo>
                  <a:cubicBezTo>
                    <a:pt x="1161" y="28"/>
                    <a:pt x="2242" y="25924"/>
                    <a:pt x="0" y="31298"/>
                  </a:cubicBezTo>
                  <a:lnTo>
                    <a:pt x="1972" y="31298"/>
                  </a:lnTo>
                  <a:cubicBezTo>
                    <a:pt x="1972" y="31298"/>
                    <a:pt x="999" y="4295"/>
                    <a:pt x="7831" y="1054"/>
                  </a:cubicBezTo>
                  <a:lnTo>
                    <a:pt x="78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2" name="Google Shape;7482;p96"/>
            <p:cNvSpPr/>
            <p:nvPr/>
          </p:nvSpPr>
          <p:spPr>
            <a:xfrm>
              <a:off x="-2529600" y="3473700"/>
              <a:ext cx="205925" cy="782450"/>
            </a:xfrm>
            <a:custGeom>
              <a:avLst/>
              <a:gdLst/>
              <a:ahLst/>
              <a:cxnLst/>
              <a:rect l="l" t="t" r="r" b="b"/>
              <a:pathLst>
                <a:path w="8237" h="31298" extrusionOk="0">
                  <a:moveTo>
                    <a:pt x="0" y="1"/>
                  </a:moveTo>
                  <a:lnTo>
                    <a:pt x="0" y="1054"/>
                  </a:lnTo>
                  <a:cubicBezTo>
                    <a:pt x="6859" y="4295"/>
                    <a:pt x="6292" y="31298"/>
                    <a:pt x="6292" y="31298"/>
                  </a:cubicBezTo>
                  <a:lnTo>
                    <a:pt x="8236" y="31298"/>
                  </a:lnTo>
                  <a:cubicBezTo>
                    <a:pt x="6076" y="25951"/>
                    <a:pt x="6670" y="7157"/>
                    <a:pt x="6670" y="2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3" name="Google Shape;7483;p96"/>
            <p:cNvSpPr/>
            <p:nvPr/>
          </p:nvSpPr>
          <p:spPr>
            <a:xfrm>
              <a:off x="-2870525" y="3473700"/>
              <a:ext cx="205925" cy="782450"/>
            </a:xfrm>
            <a:custGeom>
              <a:avLst/>
              <a:gdLst/>
              <a:ahLst/>
              <a:cxnLst/>
              <a:rect l="l" t="t" r="r" b="b"/>
              <a:pathLst>
                <a:path w="8237" h="31298" extrusionOk="0">
                  <a:moveTo>
                    <a:pt x="0" y="1"/>
                  </a:moveTo>
                  <a:lnTo>
                    <a:pt x="0" y="1054"/>
                  </a:lnTo>
                  <a:cubicBezTo>
                    <a:pt x="6859" y="4295"/>
                    <a:pt x="6292" y="31298"/>
                    <a:pt x="6292" y="31298"/>
                  </a:cubicBezTo>
                  <a:lnTo>
                    <a:pt x="8236" y="31298"/>
                  </a:lnTo>
                  <a:cubicBezTo>
                    <a:pt x="5941" y="25924"/>
                    <a:pt x="6643" y="28"/>
                    <a:pt x="6643" y="2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4" name="Google Shape;7484;p96"/>
            <p:cNvSpPr/>
            <p:nvPr/>
          </p:nvSpPr>
          <p:spPr>
            <a:xfrm>
              <a:off x="-3266800" y="3437250"/>
              <a:ext cx="903975" cy="64850"/>
            </a:xfrm>
            <a:custGeom>
              <a:avLst/>
              <a:gdLst/>
              <a:ahLst/>
              <a:cxnLst/>
              <a:rect l="l" t="t" r="r" b="b"/>
              <a:pathLst>
                <a:path w="36159" h="2594" extrusionOk="0">
                  <a:moveTo>
                    <a:pt x="0" y="1"/>
                  </a:moveTo>
                  <a:lnTo>
                    <a:pt x="0" y="2593"/>
                  </a:lnTo>
                  <a:lnTo>
                    <a:pt x="36158" y="2593"/>
                  </a:lnTo>
                  <a:lnTo>
                    <a:pt x="36158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5" name="Google Shape;7485;p96"/>
            <p:cNvSpPr/>
            <p:nvPr/>
          </p:nvSpPr>
          <p:spPr>
            <a:xfrm>
              <a:off x="-3283675" y="2379400"/>
              <a:ext cx="538750" cy="936375"/>
            </a:xfrm>
            <a:custGeom>
              <a:avLst/>
              <a:gdLst/>
              <a:ahLst/>
              <a:cxnLst/>
              <a:rect l="l" t="t" r="r" b="b"/>
              <a:pathLst>
                <a:path w="21550" h="37455" extrusionOk="0">
                  <a:moveTo>
                    <a:pt x="5428" y="0"/>
                  </a:moveTo>
                  <a:cubicBezTo>
                    <a:pt x="4753" y="6670"/>
                    <a:pt x="2620" y="11747"/>
                    <a:pt x="0" y="12503"/>
                  </a:cubicBezTo>
                  <a:cubicBezTo>
                    <a:pt x="1189" y="19011"/>
                    <a:pt x="2350" y="27355"/>
                    <a:pt x="3160" y="36023"/>
                  </a:cubicBezTo>
                  <a:cubicBezTo>
                    <a:pt x="3241" y="36806"/>
                    <a:pt x="3781" y="37454"/>
                    <a:pt x="4402" y="37454"/>
                  </a:cubicBezTo>
                  <a:lnTo>
                    <a:pt x="20469" y="37454"/>
                  </a:lnTo>
                  <a:cubicBezTo>
                    <a:pt x="21090" y="37454"/>
                    <a:pt x="21549" y="36806"/>
                    <a:pt x="21468" y="36023"/>
                  </a:cubicBezTo>
                  <a:cubicBezTo>
                    <a:pt x="19443" y="20550"/>
                    <a:pt x="18336" y="4105"/>
                    <a:pt x="14204" y="0"/>
                  </a:cubicBezTo>
                  <a:close/>
                </a:path>
              </a:pathLst>
            </a:custGeom>
            <a:solidFill>
              <a:srgbClr val="E08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6" name="Google Shape;7486;p96"/>
            <p:cNvSpPr/>
            <p:nvPr/>
          </p:nvSpPr>
          <p:spPr>
            <a:xfrm>
              <a:off x="-3360500" y="2378800"/>
              <a:ext cx="226725" cy="936975"/>
            </a:xfrm>
            <a:custGeom>
              <a:avLst/>
              <a:gdLst/>
              <a:ahLst/>
              <a:cxnLst/>
              <a:rect l="l" t="t" r="r" b="b"/>
              <a:pathLst>
                <a:path w="9069" h="37479" extrusionOk="0">
                  <a:moveTo>
                    <a:pt x="2168" y="1"/>
                  </a:moveTo>
                  <a:cubicBezTo>
                    <a:pt x="1039" y="1"/>
                    <a:pt x="1" y="238"/>
                    <a:pt x="481" y="1942"/>
                  </a:cubicBezTo>
                  <a:cubicBezTo>
                    <a:pt x="2398" y="7207"/>
                    <a:pt x="4856" y="21114"/>
                    <a:pt x="6233" y="36047"/>
                  </a:cubicBezTo>
                  <a:cubicBezTo>
                    <a:pt x="6287" y="36830"/>
                    <a:pt x="6854" y="37478"/>
                    <a:pt x="7475" y="37478"/>
                  </a:cubicBezTo>
                  <a:lnTo>
                    <a:pt x="9068" y="37478"/>
                  </a:lnTo>
                  <a:cubicBezTo>
                    <a:pt x="8447" y="37478"/>
                    <a:pt x="7907" y="36857"/>
                    <a:pt x="7826" y="36047"/>
                  </a:cubicBezTo>
                  <a:cubicBezTo>
                    <a:pt x="6476" y="21114"/>
                    <a:pt x="4018" y="7207"/>
                    <a:pt x="2101" y="1942"/>
                  </a:cubicBezTo>
                  <a:cubicBezTo>
                    <a:pt x="1750" y="997"/>
                    <a:pt x="2182" y="24"/>
                    <a:pt x="2965" y="24"/>
                  </a:cubicBezTo>
                  <a:cubicBezTo>
                    <a:pt x="2707" y="14"/>
                    <a:pt x="2435" y="1"/>
                    <a:pt x="2168" y="1"/>
                  </a:cubicBezTo>
                  <a:close/>
                </a:path>
              </a:pathLst>
            </a:custGeom>
            <a:solidFill>
              <a:srgbClr val="E082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7" name="Google Shape;7487;p96"/>
            <p:cNvSpPr/>
            <p:nvPr/>
          </p:nvSpPr>
          <p:spPr>
            <a:xfrm>
              <a:off x="-3266800" y="3437250"/>
              <a:ext cx="562375" cy="64850"/>
            </a:xfrm>
            <a:custGeom>
              <a:avLst/>
              <a:gdLst/>
              <a:ahLst/>
              <a:cxnLst/>
              <a:rect l="l" t="t" r="r" b="b"/>
              <a:pathLst>
                <a:path w="22495" h="2594" extrusionOk="0">
                  <a:moveTo>
                    <a:pt x="0" y="1"/>
                  </a:moveTo>
                  <a:lnTo>
                    <a:pt x="0" y="2593"/>
                  </a:lnTo>
                  <a:lnTo>
                    <a:pt x="22494" y="2593"/>
                  </a:lnTo>
                  <a:lnTo>
                    <a:pt x="2249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8" name="Google Shape;7488;p96"/>
            <p:cNvSpPr/>
            <p:nvPr/>
          </p:nvSpPr>
          <p:spPr>
            <a:xfrm>
              <a:off x="-2870525" y="3474375"/>
              <a:ext cx="166100" cy="234975"/>
            </a:xfrm>
            <a:custGeom>
              <a:avLst/>
              <a:gdLst/>
              <a:ahLst/>
              <a:cxnLst/>
              <a:rect l="l" t="t" r="r" b="b"/>
              <a:pathLst>
                <a:path w="6644" h="9399" extrusionOk="0">
                  <a:moveTo>
                    <a:pt x="0" y="1"/>
                  </a:moveTo>
                  <a:lnTo>
                    <a:pt x="0" y="1027"/>
                  </a:lnTo>
                  <a:cubicBezTo>
                    <a:pt x="2134" y="2026"/>
                    <a:pt x="3538" y="5321"/>
                    <a:pt x="4483" y="9398"/>
                  </a:cubicBezTo>
                  <a:cubicBezTo>
                    <a:pt x="4969" y="5888"/>
                    <a:pt x="5725" y="3484"/>
                    <a:pt x="6589" y="3079"/>
                  </a:cubicBezTo>
                  <a:cubicBezTo>
                    <a:pt x="6616" y="1162"/>
                    <a:pt x="6643" y="1"/>
                    <a:pt x="66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9" name="Google Shape;7489;p96"/>
            <p:cNvSpPr/>
            <p:nvPr/>
          </p:nvSpPr>
          <p:spPr>
            <a:xfrm>
              <a:off x="-2774675" y="2974150"/>
              <a:ext cx="814875" cy="1247575"/>
            </a:xfrm>
            <a:custGeom>
              <a:avLst/>
              <a:gdLst/>
              <a:ahLst/>
              <a:cxnLst/>
              <a:rect l="l" t="t" r="r" b="b"/>
              <a:pathLst>
                <a:path w="32595" h="49903" extrusionOk="0">
                  <a:moveTo>
                    <a:pt x="1432" y="0"/>
                  </a:moveTo>
                  <a:cubicBezTo>
                    <a:pt x="1" y="7750"/>
                    <a:pt x="1486" y="12692"/>
                    <a:pt x="5240" y="15365"/>
                  </a:cubicBezTo>
                  <a:lnTo>
                    <a:pt x="16743" y="15365"/>
                  </a:lnTo>
                  <a:cubicBezTo>
                    <a:pt x="16743" y="15365"/>
                    <a:pt x="15096" y="29569"/>
                    <a:pt x="27139" y="49903"/>
                  </a:cubicBezTo>
                  <a:lnTo>
                    <a:pt x="28111" y="49606"/>
                  </a:lnTo>
                  <a:cubicBezTo>
                    <a:pt x="28111" y="49606"/>
                    <a:pt x="32594" y="11234"/>
                    <a:pt x="31001" y="9506"/>
                  </a:cubicBezTo>
                  <a:cubicBezTo>
                    <a:pt x="29381" y="7777"/>
                    <a:pt x="15096" y="0"/>
                    <a:pt x="15096" y="0"/>
                  </a:cubicBezTo>
                  <a:close/>
                </a:path>
              </a:pathLst>
            </a:custGeom>
            <a:solidFill>
              <a:srgbClr val="563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0" name="Google Shape;7490;p96"/>
            <p:cNvSpPr/>
            <p:nvPr/>
          </p:nvSpPr>
          <p:spPr>
            <a:xfrm>
              <a:off x="-2774675" y="2974150"/>
              <a:ext cx="712250" cy="1247575"/>
            </a:xfrm>
            <a:custGeom>
              <a:avLst/>
              <a:gdLst/>
              <a:ahLst/>
              <a:cxnLst/>
              <a:rect l="l" t="t" r="r" b="b"/>
              <a:pathLst>
                <a:path w="28490" h="49903" extrusionOk="0">
                  <a:moveTo>
                    <a:pt x="1432" y="0"/>
                  </a:moveTo>
                  <a:cubicBezTo>
                    <a:pt x="1" y="7723"/>
                    <a:pt x="1486" y="12665"/>
                    <a:pt x="5240" y="15338"/>
                  </a:cubicBezTo>
                  <a:lnTo>
                    <a:pt x="16743" y="15338"/>
                  </a:lnTo>
                  <a:cubicBezTo>
                    <a:pt x="16743" y="15338"/>
                    <a:pt x="15096" y="29542"/>
                    <a:pt x="27139" y="49903"/>
                  </a:cubicBezTo>
                  <a:lnTo>
                    <a:pt x="28111" y="49606"/>
                  </a:lnTo>
                  <a:cubicBezTo>
                    <a:pt x="28111" y="49606"/>
                    <a:pt x="28246" y="48391"/>
                    <a:pt x="28490" y="46392"/>
                  </a:cubicBezTo>
                  <a:cubicBezTo>
                    <a:pt x="25978" y="44178"/>
                    <a:pt x="24088" y="35402"/>
                    <a:pt x="24088" y="24898"/>
                  </a:cubicBezTo>
                  <a:cubicBezTo>
                    <a:pt x="24088" y="17229"/>
                    <a:pt x="25087" y="10478"/>
                    <a:pt x="26599" y="6535"/>
                  </a:cubicBezTo>
                  <a:cubicBezTo>
                    <a:pt x="21874" y="3673"/>
                    <a:pt x="15096" y="0"/>
                    <a:pt x="15096" y="0"/>
                  </a:cubicBezTo>
                  <a:close/>
                </a:path>
              </a:pathLst>
            </a:custGeom>
            <a:solidFill>
              <a:srgbClr val="513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1" name="Google Shape;7491;p96"/>
            <p:cNvSpPr/>
            <p:nvPr/>
          </p:nvSpPr>
          <p:spPr>
            <a:xfrm>
              <a:off x="-3097350" y="2974150"/>
              <a:ext cx="821600" cy="1257025"/>
            </a:xfrm>
            <a:custGeom>
              <a:avLst/>
              <a:gdLst/>
              <a:ahLst/>
              <a:cxnLst/>
              <a:rect l="l" t="t" r="r" b="b"/>
              <a:pathLst>
                <a:path w="32864" h="50281" extrusionOk="0">
                  <a:moveTo>
                    <a:pt x="14339" y="0"/>
                  </a:moveTo>
                  <a:lnTo>
                    <a:pt x="0" y="6265"/>
                  </a:lnTo>
                  <a:cubicBezTo>
                    <a:pt x="324" y="12692"/>
                    <a:pt x="4483" y="15581"/>
                    <a:pt x="4483" y="15581"/>
                  </a:cubicBezTo>
                  <a:lnTo>
                    <a:pt x="15959" y="15797"/>
                  </a:lnTo>
                  <a:cubicBezTo>
                    <a:pt x="15959" y="15797"/>
                    <a:pt x="16877" y="27868"/>
                    <a:pt x="21684" y="50173"/>
                  </a:cubicBezTo>
                  <a:lnTo>
                    <a:pt x="22602" y="50281"/>
                  </a:lnTo>
                  <a:cubicBezTo>
                    <a:pt x="22602" y="50281"/>
                    <a:pt x="32863" y="10424"/>
                    <a:pt x="31243" y="8696"/>
                  </a:cubicBezTo>
                  <a:cubicBezTo>
                    <a:pt x="29650" y="6967"/>
                    <a:pt x="14339" y="0"/>
                    <a:pt x="14339" y="0"/>
                  </a:cubicBezTo>
                  <a:close/>
                </a:path>
              </a:pathLst>
            </a:custGeom>
            <a:solidFill>
              <a:srgbClr val="6B48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2" name="Google Shape;7492;p96"/>
            <p:cNvSpPr/>
            <p:nvPr/>
          </p:nvSpPr>
          <p:spPr>
            <a:xfrm>
              <a:off x="-3097350" y="2974150"/>
              <a:ext cx="781775" cy="1257700"/>
            </a:xfrm>
            <a:custGeom>
              <a:avLst/>
              <a:gdLst/>
              <a:ahLst/>
              <a:cxnLst/>
              <a:rect l="l" t="t" r="r" b="b"/>
              <a:pathLst>
                <a:path w="31271" h="50308" extrusionOk="0">
                  <a:moveTo>
                    <a:pt x="14339" y="0"/>
                  </a:moveTo>
                  <a:lnTo>
                    <a:pt x="0" y="6292"/>
                  </a:lnTo>
                  <a:cubicBezTo>
                    <a:pt x="324" y="12719"/>
                    <a:pt x="4483" y="15581"/>
                    <a:pt x="4483" y="15581"/>
                  </a:cubicBezTo>
                  <a:lnTo>
                    <a:pt x="15959" y="15824"/>
                  </a:lnTo>
                  <a:cubicBezTo>
                    <a:pt x="15959" y="15824"/>
                    <a:pt x="16877" y="27895"/>
                    <a:pt x="21684" y="50173"/>
                  </a:cubicBezTo>
                  <a:lnTo>
                    <a:pt x="22602" y="50308"/>
                  </a:lnTo>
                  <a:cubicBezTo>
                    <a:pt x="22602" y="50308"/>
                    <a:pt x="30136" y="20955"/>
                    <a:pt x="31270" y="11504"/>
                  </a:cubicBezTo>
                  <a:lnTo>
                    <a:pt x="31270" y="11504"/>
                  </a:lnTo>
                  <a:cubicBezTo>
                    <a:pt x="28975" y="12017"/>
                    <a:pt x="26653" y="12260"/>
                    <a:pt x="24303" y="12260"/>
                  </a:cubicBezTo>
                  <a:cubicBezTo>
                    <a:pt x="24095" y="12264"/>
                    <a:pt x="23888" y="12266"/>
                    <a:pt x="23683" y="12266"/>
                  </a:cubicBezTo>
                  <a:cubicBezTo>
                    <a:pt x="10553" y="12266"/>
                    <a:pt x="5332" y="4694"/>
                    <a:pt x="19983" y="2647"/>
                  </a:cubicBezTo>
                  <a:cubicBezTo>
                    <a:pt x="16877" y="1162"/>
                    <a:pt x="14339" y="0"/>
                    <a:pt x="14339" y="0"/>
                  </a:cubicBezTo>
                  <a:close/>
                </a:path>
              </a:pathLst>
            </a:custGeom>
            <a:solidFill>
              <a:srgbClr val="5133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3" name="Google Shape;7493;p96"/>
            <p:cNvSpPr/>
            <p:nvPr/>
          </p:nvSpPr>
          <p:spPr>
            <a:xfrm>
              <a:off x="-2607925" y="4195075"/>
              <a:ext cx="124925" cy="61075"/>
            </a:xfrm>
            <a:custGeom>
              <a:avLst/>
              <a:gdLst/>
              <a:ahLst/>
              <a:cxnLst/>
              <a:rect l="l" t="t" r="r" b="b"/>
              <a:pathLst>
                <a:path w="4997" h="2443" extrusionOk="0">
                  <a:moveTo>
                    <a:pt x="2769" y="0"/>
                  </a:moveTo>
                  <a:cubicBezTo>
                    <a:pt x="1947" y="0"/>
                    <a:pt x="1158" y="1075"/>
                    <a:pt x="1" y="2443"/>
                  </a:cubicBezTo>
                  <a:lnTo>
                    <a:pt x="4996" y="2443"/>
                  </a:lnTo>
                  <a:cubicBezTo>
                    <a:pt x="4098" y="683"/>
                    <a:pt x="3423" y="0"/>
                    <a:pt x="2769" y="0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4" name="Google Shape;7494;p96"/>
            <p:cNvSpPr/>
            <p:nvPr/>
          </p:nvSpPr>
          <p:spPr>
            <a:xfrm>
              <a:off x="-2129950" y="4192700"/>
              <a:ext cx="193100" cy="63450"/>
            </a:xfrm>
            <a:custGeom>
              <a:avLst/>
              <a:gdLst/>
              <a:ahLst/>
              <a:cxnLst/>
              <a:rect l="l" t="t" r="r" b="b"/>
              <a:pathLst>
                <a:path w="7724" h="2538" extrusionOk="0">
                  <a:moveTo>
                    <a:pt x="1279" y="1"/>
                  </a:moveTo>
                  <a:cubicBezTo>
                    <a:pt x="1184" y="1"/>
                    <a:pt x="1099" y="9"/>
                    <a:pt x="1026" y="27"/>
                  </a:cubicBezTo>
                  <a:cubicBezTo>
                    <a:pt x="270" y="216"/>
                    <a:pt x="0" y="2538"/>
                    <a:pt x="0" y="2538"/>
                  </a:cubicBezTo>
                  <a:lnTo>
                    <a:pt x="7723" y="2538"/>
                  </a:lnTo>
                  <a:cubicBezTo>
                    <a:pt x="7723" y="2538"/>
                    <a:pt x="2939" y="1"/>
                    <a:pt x="1279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5" name="Google Shape;7495;p96"/>
            <p:cNvSpPr/>
            <p:nvPr/>
          </p:nvSpPr>
          <p:spPr>
            <a:xfrm>
              <a:off x="-3218875" y="1919600"/>
              <a:ext cx="940425" cy="1290850"/>
            </a:xfrm>
            <a:custGeom>
              <a:avLst/>
              <a:gdLst/>
              <a:ahLst/>
              <a:cxnLst/>
              <a:rect l="l" t="t" r="r" b="b"/>
              <a:pathLst>
                <a:path w="37617" h="51634" extrusionOk="0">
                  <a:moveTo>
                    <a:pt x="20487" y="1"/>
                  </a:moveTo>
                  <a:cubicBezTo>
                    <a:pt x="19976" y="1"/>
                    <a:pt x="19499" y="28"/>
                    <a:pt x="19065" y="84"/>
                  </a:cubicBezTo>
                  <a:cubicBezTo>
                    <a:pt x="14231" y="705"/>
                    <a:pt x="9101" y="7591"/>
                    <a:pt x="7130" y="11885"/>
                  </a:cubicBezTo>
                  <a:cubicBezTo>
                    <a:pt x="5131" y="16178"/>
                    <a:pt x="1" y="42912"/>
                    <a:pt x="5347" y="51634"/>
                  </a:cubicBezTo>
                  <a:cubicBezTo>
                    <a:pt x="17526" y="42669"/>
                    <a:pt x="26572" y="42534"/>
                    <a:pt x="32864" y="42182"/>
                  </a:cubicBezTo>
                  <a:cubicBezTo>
                    <a:pt x="28570" y="28195"/>
                    <a:pt x="37616" y="12884"/>
                    <a:pt x="36077" y="8212"/>
                  </a:cubicBezTo>
                  <a:cubicBezTo>
                    <a:pt x="34332" y="2853"/>
                    <a:pt x="25672" y="1"/>
                    <a:pt x="20487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6" name="Google Shape;7496;p96"/>
            <p:cNvSpPr/>
            <p:nvPr/>
          </p:nvSpPr>
          <p:spPr>
            <a:xfrm>
              <a:off x="-2982600" y="1919600"/>
              <a:ext cx="671750" cy="340800"/>
            </a:xfrm>
            <a:custGeom>
              <a:avLst/>
              <a:gdLst/>
              <a:ahLst/>
              <a:cxnLst/>
              <a:rect l="l" t="t" r="r" b="b"/>
              <a:pathLst>
                <a:path w="26870" h="13632" extrusionOk="0">
                  <a:moveTo>
                    <a:pt x="11036" y="1"/>
                  </a:moveTo>
                  <a:cubicBezTo>
                    <a:pt x="10525" y="1"/>
                    <a:pt x="10048" y="28"/>
                    <a:pt x="9614" y="84"/>
                  </a:cubicBezTo>
                  <a:cubicBezTo>
                    <a:pt x="6131" y="516"/>
                    <a:pt x="2485" y="4243"/>
                    <a:pt x="1" y="7888"/>
                  </a:cubicBezTo>
                  <a:cubicBezTo>
                    <a:pt x="2884" y="11413"/>
                    <a:pt x="10780" y="13632"/>
                    <a:pt x="17522" y="13632"/>
                  </a:cubicBezTo>
                  <a:cubicBezTo>
                    <a:pt x="21264" y="13632"/>
                    <a:pt x="24650" y="12948"/>
                    <a:pt x="26626" y="11426"/>
                  </a:cubicBezTo>
                  <a:cubicBezTo>
                    <a:pt x="26842" y="10075"/>
                    <a:pt x="26869" y="8995"/>
                    <a:pt x="26626" y="8212"/>
                  </a:cubicBezTo>
                  <a:cubicBezTo>
                    <a:pt x="24881" y="2853"/>
                    <a:pt x="16221" y="1"/>
                    <a:pt x="11036" y="1"/>
                  </a:cubicBezTo>
                  <a:close/>
                </a:path>
              </a:pathLst>
            </a:custGeom>
            <a:solidFill>
              <a:srgbClr val="DBC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7" name="Google Shape;7497;p96"/>
            <p:cNvSpPr/>
            <p:nvPr/>
          </p:nvSpPr>
          <p:spPr>
            <a:xfrm>
              <a:off x="-3233725" y="1920350"/>
              <a:ext cx="544150" cy="1290100"/>
            </a:xfrm>
            <a:custGeom>
              <a:avLst/>
              <a:gdLst/>
              <a:ahLst/>
              <a:cxnLst/>
              <a:rect l="l" t="t" r="r" b="b"/>
              <a:pathLst>
                <a:path w="21766" h="51604" extrusionOk="0">
                  <a:moveTo>
                    <a:pt x="21765" y="0"/>
                  </a:moveTo>
                  <a:cubicBezTo>
                    <a:pt x="4834" y="270"/>
                    <a:pt x="1" y="36563"/>
                    <a:pt x="5941" y="51604"/>
                  </a:cubicBezTo>
                  <a:cubicBezTo>
                    <a:pt x="11612" y="47445"/>
                    <a:pt x="16608" y="45177"/>
                    <a:pt x="20955" y="43908"/>
                  </a:cubicBezTo>
                  <a:cubicBezTo>
                    <a:pt x="17094" y="39236"/>
                    <a:pt x="14528" y="31351"/>
                    <a:pt x="14528" y="22413"/>
                  </a:cubicBezTo>
                  <a:cubicBezTo>
                    <a:pt x="14528" y="12854"/>
                    <a:pt x="17445" y="4510"/>
                    <a:pt x="21765" y="0"/>
                  </a:cubicBezTo>
                  <a:close/>
                </a:path>
              </a:pathLst>
            </a:custGeom>
            <a:solidFill>
              <a:srgbClr val="DBC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8" name="Google Shape;7498;p96"/>
            <p:cNvSpPr/>
            <p:nvPr/>
          </p:nvSpPr>
          <p:spPr>
            <a:xfrm>
              <a:off x="-3195925" y="2056025"/>
              <a:ext cx="336225" cy="1110550"/>
            </a:xfrm>
            <a:custGeom>
              <a:avLst/>
              <a:gdLst/>
              <a:ahLst/>
              <a:cxnLst/>
              <a:rect l="l" t="t" r="r" b="b"/>
              <a:pathLst>
                <a:path w="13449" h="44422" extrusionOk="0">
                  <a:moveTo>
                    <a:pt x="10370" y="1"/>
                  </a:moveTo>
                  <a:lnTo>
                    <a:pt x="10370" y="1"/>
                  </a:lnTo>
                  <a:cubicBezTo>
                    <a:pt x="3133" y="8426"/>
                    <a:pt x="1" y="28975"/>
                    <a:pt x="3592" y="44421"/>
                  </a:cubicBezTo>
                  <a:cubicBezTo>
                    <a:pt x="2674" y="35618"/>
                    <a:pt x="6995" y="26464"/>
                    <a:pt x="13449" y="23143"/>
                  </a:cubicBezTo>
                  <a:cubicBezTo>
                    <a:pt x="13449" y="23008"/>
                    <a:pt x="13422" y="22900"/>
                    <a:pt x="13394" y="22765"/>
                  </a:cubicBezTo>
                  <a:cubicBezTo>
                    <a:pt x="10289" y="19551"/>
                    <a:pt x="8264" y="14691"/>
                    <a:pt x="8264" y="9209"/>
                  </a:cubicBezTo>
                  <a:cubicBezTo>
                    <a:pt x="8237" y="6023"/>
                    <a:pt x="8966" y="2863"/>
                    <a:pt x="10370" y="1"/>
                  </a:cubicBezTo>
                  <a:close/>
                </a:path>
              </a:pathLst>
            </a:custGeom>
            <a:solidFill>
              <a:srgbClr val="CEB1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9" name="Google Shape;7499;p96"/>
            <p:cNvSpPr/>
            <p:nvPr/>
          </p:nvSpPr>
          <p:spPr>
            <a:xfrm>
              <a:off x="-2768600" y="2153250"/>
              <a:ext cx="208650" cy="434775"/>
            </a:xfrm>
            <a:custGeom>
              <a:avLst/>
              <a:gdLst/>
              <a:ahLst/>
              <a:cxnLst/>
              <a:rect l="l" t="t" r="r" b="b"/>
              <a:pathLst>
                <a:path w="8346" h="17391" extrusionOk="0">
                  <a:moveTo>
                    <a:pt x="1" y="0"/>
                  </a:moveTo>
                  <a:lnTo>
                    <a:pt x="1" y="0"/>
                  </a:lnTo>
                  <a:cubicBezTo>
                    <a:pt x="1675" y="7237"/>
                    <a:pt x="3997" y="13610"/>
                    <a:pt x="8345" y="17391"/>
                  </a:cubicBezTo>
                  <a:cubicBezTo>
                    <a:pt x="4592" y="8371"/>
                    <a:pt x="5429" y="1161"/>
                    <a:pt x="5429" y="116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DBC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0" name="Google Shape;7500;p96"/>
            <p:cNvSpPr/>
            <p:nvPr/>
          </p:nvSpPr>
          <p:spPr>
            <a:xfrm>
              <a:off x="-3069525" y="2186250"/>
              <a:ext cx="901775" cy="675700"/>
            </a:xfrm>
            <a:custGeom>
              <a:avLst/>
              <a:gdLst/>
              <a:ahLst/>
              <a:cxnLst/>
              <a:rect l="l" t="t" r="r" b="b"/>
              <a:pathLst>
                <a:path w="36071" h="27028" extrusionOk="0">
                  <a:moveTo>
                    <a:pt x="10290" y="1"/>
                  </a:moveTo>
                  <a:cubicBezTo>
                    <a:pt x="5730" y="1"/>
                    <a:pt x="0" y="3758"/>
                    <a:pt x="3667" y="13397"/>
                  </a:cubicBezTo>
                  <a:cubicBezTo>
                    <a:pt x="5152" y="17286"/>
                    <a:pt x="9365" y="25090"/>
                    <a:pt x="15035" y="26764"/>
                  </a:cubicBezTo>
                  <a:cubicBezTo>
                    <a:pt x="15642" y="26946"/>
                    <a:pt x="16359" y="27027"/>
                    <a:pt x="17157" y="27027"/>
                  </a:cubicBezTo>
                  <a:cubicBezTo>
                    <a:pt x="23817" y="27027"/>
                    <a:pt x="36071" y="21363"/>
                    <a:pt x="36071" y="21363"/>
                  </a:cubicBezTo>
                  <a:lnTo>
                    <a:pt x="34019" y="12857"/>
                  </a:lnTo>
                  <a:cubicBezTo>
                    <a:pt x="34019" y="12857"/>
                    <a:pt x="23433" y="14288"/>
                    <a:pt x="20719" y="14288"/>
                  </a:cubicBezTo>
                  <a:cubicBezTo>
                    <a:pt x="20427" y="14288"/>
                    <a:pt x="20226" y="14271"/>
                    <a:pt x="20139" y="14234"/>
                  </a:cubicBezTo>
                  <a:cubicBezTo>
                    <a:pt x="18978" y="13748"/>
                    <a:pt x="16575" y="8348"/>
                    <a:pt x="14900" y="2434"/>
                  </a:cubicBezTo>
                  <a:cubicBezTo>
                    <a:pt x="14458" y="894"/>
                    <a:pt x="12513" y="1"/>
                    <a:pt x="10290" y="1"/>
                  </a:cubicBezTo>
                  <a:close/>
                </a:path>
              </a:pathLst>
            </a:custGeom>
            <a:solidFill>
              <a:srgbClr val="EFDBC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1" name="Google Shape;7501;p96"/>
            <p:cNvSpPr/>
            <p:nvPr/>
          </p:nvSpPr>
          <p:spPr>
            <a:xfrm>
              <a:off x="-3092000" y="2031550"/>
              <a:ext cx="924925" cy="830400"/>
            </a:xfrm>
            <a:custGeom>
              <a:avLst/>
              <a:gdLst/>
              <a:ahLst/>
              <a:cxnLst/>
              <a:rect l="l" t="t" r="r" b="b"/>
              <a:pathLst>
                <a:path w="36997" h="33216" extrusionOk="0">
                  <a:moveTo>
                    <a:pt x="11078" y="0"/>
                  </a:moveTo>
                  <a:cubicBezTo>
                    <a:pt x="7234" y="0"/>
                    <a:pt x="0" y="8915"/>
                    <a:pt x="4296" y="19666"/>
                  </a:cubicBezTo>
                  <a:cubicBezTo>
                    <a:pt x="5835" y="23528"/>
                    <a:pt x="10291" y="31278"/>
                    <a:pt x="15961" y="32952"/>
                  </a:cubicBezTo>
                  <a:cubicBezTo>
                    <a:pt x="16565" y="33134"/>
                    <a:pt x="17280" y="33215"/>
                    <a:pt x="18076" y="33215"/>
                  </a:cubicBezTo>
                  <a:cubicBezTo>
                    <a:pt x="24722" y="33215"/>
                    <a:pt x="36997" y="27551"/>
                    <a:pt x="36997" y="27551"/>
                  </a:cubicBezTo>
                  <a:lnTo>
                    <a:pt x="36403" y="25094"/>
                  </a:lnTo>
                  <a:cubicBezTo>
                    <a:pt x="32107" y="26601"/>
                    <a:pt x="26144" y="28407"/>
                    <a:pt x="22258" y="28407"/>
                  </a:cubicBezTo>
                  <a:cubicBezTo>
                    <a:pt x="21479" y="28407"/>
                    <a:pt x="20783" y="28335"/>
                    <a:pt x="20201" y="28172"/>
                  </a:cubicBezTo>
                  <a:cubicBezTo>
                    <a:pt x="9589" y="23852"/>
                    <a:pt x="5592" y="7812"/>
                    <a:pt x="12532" y="629"/>
                  </a:cubicBezTo>
                  <a:cubicBezTo>
                    <a:pt x="12158" y="202"/>
                    <a:pt x="11656" y="0"/>
                    <a:pt x="11078" y="0"/>
                  </a:cubicBezTo>
                  <a:close/>
                </a:path>
              </a:pathLst>
            </a:custGeom>
            <a:solidFill>
              <a:srgbClr val="DBC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2" name="Google Shape;7502;p96"/>
            <p:cNvSpPr/>
            <p:nvPr/>
          </p:nvSpPr>
          <p:spPr>
            <a:xfrm>
              <a:off x="-2090125" y="2493500"/>
              <a:ext cx="586675" cy="312575"/>
            </a:xfrm>
            <a:custGeom>
              <a:avLst/>
              <a:gdLst/>
              <a:ahLst/>
              <a:cxnLst/>
              <a:rect l="l" t="t" r="r" b="b"/>
              <a:pathLst>
                <a:path w="23467" h="12503" extrusionOk="0">
                  <a:moveTo>
                    <a:pt x="23466" y="0"/>
                  </a:moveTo>
                  <a:lnTo>
                    <a:pt x="23466" y="0"/>
                  </a:lnTo>
                  <a:cubicBezTo>
                    <a:pt x="23466" y="0"/>
                    <a:pt x="20172" y="999"/>
                    <a:pt x="18606" y="1512"/>
                  </a:cubicBezTo>
                  <a:cubicBezTo>
                    <a:pt x="17067" y="2025"/>
                    <a:pt x="7804" y="2943"/>
                    <a:pt x="7804" y="2943"/>
                  </a:cubicBezTo>
                  <a:cubicBezTo>
                    <a:pt x="1108" y="6481"/>
                    <a:pt x="0" y="11720"/>
                    <a:pt x="0" y="11720"/>
                  </a:cubicBezTo>
                  <a:lnTo>
                    <a:pt x="19821" y="12503"/>
                  </a:lnTo>
                  <a:cubicBezTo>
                    <a:pt x="19821" y="12503"/>
                    <a:pt x="21387" y="3645"/>
                    <a:pt x="23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3" name="Google Shape;7503;p96"/>
            <p:cNvSpPr/>
            <p:nvPr/>
          </p:nvSpPr>
          <p:spPr>
            <a:xfrm>
              <a:off x="-2017450" y="2560825"/>
              <a:ext cx="203700" cy="124725"/>
            </a:xfrm>
            <a:custGeom>
              <a:avLst/>
              <a:gdLst/>
              <a:ahLst/>
              <a:cxnLst/>
              <a:rect l="l" t="t" r="r" b="b"/>
              <a:pathLst>
                <a:path w="8148" h="4989" extrusionOk="0">
                  <a:moveTo>
                    <a:pt x="2053" y="0"/>
                  </a:moveTo>
                  <a:cubicBezTo>
                    <a:pt x="1413" y="0"/>
                    <a:pt x="1" y="1249"/>
                    <a:pt x="361" y="2114"/>
                  </a:cubicBezTo>
                  <a:cubicBezTo>
                    <a:pt x="160" y="2556"/>
                    <a:pt x="5766" y="4989"/>
                    <a:pt x="7451" y="4989"/>
                  </a:cubicBezTo>
                  <a:cubicBezTo>
                    <a:pt x="8030" y="4989"/>
                    <a:pt x="8147" y="4702"/>
                    <a:pt x="7409" y="3950"/>
                  </a:cubicBezTo>
                  <a:cubicBezTo>
                    <a:pt x="5572" y="2789"/>
                    <a:pt x="3871" y="1493"/>
                    <a:pt x="2251" y="61"/>
                  </a:cubicBezTo>
                  <a:cubicBezTo>
                    <a:pt x="2200" y="20"/>
                    <a:pt x="2133" y="0"/>
                    <a:pt x="2053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4" name="Google Shape;7504;p96"/>
            <p:cNvSpPr/>
            <p:nvPr/>
          </p:nvSpPr>
          <p:spPr>
            <a:xfrm>
              <a:off x="-2275200" y="2497575"/>
              <a:ext cx="346375" cy="236300"/>
            </a:xfrm>
            <a:custGeom>
              <a:avLst/>
              <a:gdLst/>
              <a:ahLst/>
              <a:cxnLst/>
              <a:rect l="l" t="t" r="r" b="b"/>
              <a:pathLst>
                <a:path w="13855" h="9452" extrusionOk="0">
                  <a:moveTo>
                    <a:pt x="5889" y="0"/>
                  </a:moveTo>
                  <a:cubicBezTo>
                    <a:pt x="4741" y="0"/>
                    <a:pt x="3517" y="137"/>
                    <a:pt x="2246" y="404"/>
                  </a:cubicBezTo>
                  <a:cubicBezTo>
                    <a:pt x="0" y="774"/>
                    <a:pt x="2639" y="8922"/>
                    <a:pt x="4196" y="8922"/>
                  </a:cubicBezTo>
                  <a:cubicBezTo>
                    <a:pt x="4231" y="8922"/>
                    <a:pt x="4265" y="8918"/>
                    <a:pt x="4298" y="8910"/>
                  </a:cubicBezTo>
                  <a:cubicBezTo>
                    <a:pt x="4579" y="8841"/>
                    <a:pt x="4870" y="8813"/>
                    <a:pt x="5167" y="8813"/>
                  </a:cubicBezTo>
                  <a:cubicBezTo>
                    <a:pt x="6495" y="8813"/>
                    <a:pt x="7940" y="9384"/>
                    <a:pt x="9132" y="9450"/>
                  </a:cubicBezTo>
                  <a:cubicBezTo>
                    <a:pt x="9146" y="9451"/>
                    <a:pt x="9160" y="9451"/>
                    <a:pt x="9174" y="9451"/>
                  </a:cubicBezTo>
                  <a:cubicBezTo>
                    <a:pt x="10652" y="9451"/>
                    <a:pt x="13855" y="5362"/>
                    <a:pt x="13614" y="4239"/>
                  </a:cubicBezTo>
                  <a:cubicBezTo>
                    <a:pt x="12365" y="1350"/>
                    <a:pt x="9499" y="0"/>
                    <a:pt x="5889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5" name="Google Shape;7505;p96"/>
            <p:cNvSpPr/>
            <p:nvPr/>
          </p:nvSpPr>
          <p:spPr>
            <a:xfrm>
              <a:off x="-2315600" y="2687925"/>
              <a:ext cx="723025" cy="164725"/>
            </a:xfrm>
            <a:custGeom>
              <a:avLst/>
              <a:gdLst/>
              <a:ahLst/>
              <a:cxnLst/>
              <a:rect l="l" t="t" r="r" b="b"/>
              <a:pathLst>
                <a:path w="28921" h="6589" extrusionOk="0">
                  <a:moveTo>
                    <a:pt x="4588" y="1"/>
                  </a:moveTo>
                  <a:cubicBezTo>
                    <a:pt x="4399" y="1"/>
                    <a:pt x="4278" y="9"/>
                    <a:pt x="4240" y="27"/>
                  </a:cubicBezTo>
                  <a:cubicBezTo>
                    <a:pt x="3808" y="243"/>
                    <a:pt x="1701" y="2052"/>
                    <a:pt x="0" y="5617"/>
                  </a:cubicBezTo>
                  <a:lnTo>
                    <a:pt x="513" y="6589"/>
                  </a:lnTo>
                  <a:lnTo>
                    <a:pt x="28921" y="6589"/>
                  </a:lnTo>
                  <a:lnTo>
                    <a:pt x="28921" y="5104"/>
                  </a:lnTo>
                  <a:cubicBezTo>
                    <a:pt x="26526" y="1210"/>
                    <a:pt x="26297" y="360"/>
                    <a:pt x="24003" y="360"/>
                  </a:cubicBezTo>
                  <a:cubicBezTo>
                    <a:pt x="22908" y="360"/>
                    <a:pt x="21343" y="554"/>
                    <a:pt x="18849" y="702"/>
                  </a:cubicBezTo>
                  <a:cubicBezTo>
                    <a:pt x="18606" y="735"/>
                    <a:pt x="18240" y="750"/>
                    <a:pt x="17780" y="750"/>
                  </a:cubicBezTo>
                  <a:cubicBezTo>
                    <a:pt x="14487" y="750"/>
                    <a:pt x="6396" y="1"/>
                    <a:pt x="4588" y="1"/>
                  </a:cubicBezTo>
                  <a:close/>
                </a:path>
              </a:pathLst>
            </a:custGeom>
            <a:solidFill>
              <a:srgbClr val="EFE6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6" name="Google Shape;7506;p96"/>
            <p:cNvSpPr/>
            <p:nvPr/>
          </p:nvSpPr>
          <p:spPr>
            <a:xfrm>
              <a:off x="-2315600" y="2779050"/>
              <a:ext cx="723025" cy="73600"/>
            </a:xfrm>
            <a:custGeom>
              <a:avLst/>
              <a:gdLst/>
              <a:ahLst/>
              <a:cxnLst/>
              <a:rect l="l" t="t" r="r" b="b"/>
              <a:pathLst>
                <a:path w="28921" h="2944" extrusionOk="0">
                  <a:moveTo>
                    <a:pt x="28003" y="0"/>
                  </a:moveTo>
                  <a:lnTo>
                    <a:pt x="297" y="1378"/>
                  </a:lnTo>
                  <a:cubicBezTo>
                    <a:pt x="189" y="1567"/>
                    <a:pt x="81" y="1783"/>
                    <a:pt x="0" y="1972"/>
                  </a:cubicBezTo>
                  <a:lnTo>
                    <a:pt x="513" y="2944"/>
                  </a:lnTo>
                  <a:lnTo>
                    <a:pt x="28921" y="2944"/>
                  </a:lnTo>
                  <a:lnTo>
                    <a:pt x="28921" y="1459"/>
                  </a:lnTo>
                  <a:cubicBezTo>
                    <a:pt x="28921" y="1459"/>
                    <a:pt x="28516" y="811"/>
                    <a:pt x="28003" y="0"/>
                  </a:cubicBezTo>
                  <a:close/>
                </a:path>
              </a:pathLst>
            </a:custGeom>
            <a:solidFill>
              <a:srgbClr val="D8CC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7" name="Google Shape;7507;p96"/>
            <p:cNvSpPr/>
            <p:nvPr/>
          </p:nvSpPr>
          <p:spPr>
            <a:xfrm>
              <a:off x="-1816725" y="2699375"/>
              <a:ext cx="223475" cy="153275"/>
            </a:xfrm>
            <a:custGeom>
              <a:avLst/>
              <a:gdLst/>
              <a:ahLst/>
              <a:cxnLst/>
              <a:rect l="l" t="t" r="r" b="b"/>
              <a:pathLst>
                <a:path w="8939" h="6131" extrusionOk="0">
                  <a:moveTo>
                    <a:pt x="5195" y="0"/>
                  </a:moveTo>
                  <a:cubicBezTo>
                    <a:pt x="2425" y="0"/>
                    <a:pt x="282" y="2860"/>
                    <a:pt x="1" y="6131"/>
                  </a:cubicBezTo>
                  <a:lnTo>
                    <a:pt x="8939" y="6131"/>
                  </a:lnTo>
                  <a:lnTo>
                    <a:pt x="8939" y="4646"/>
                  </a:lnTo>
                  <a:cubicBezTo>
                    <a:pt x="8939" y="4646"/>
                    <a:pt x="6239" y="109"/>
                    <a:pt x="5671" y="28"/>
                  </a:cubicBezTo>
                  <a:cubicBezTo>
                    <a:pt x="5511" y="9"/>
                    <a:pt x="5352" y="0"/>
                    <a:pt x="5195" y="0"/>
                  </a:cubicBezTo>
                  <a:close/>
                </a:path>
              </a:pathLst>
            </a:custGeom>
            <a:solidFill>
              <a:srgbClr val="E5DC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8" name="Google Shape;7508;p96"/>
            <p:cNvSpPr/>
            <p:nvPr/>
          </p:nvSpPr>
          <p:spPr>
            <a:xfrm>
              <a:off x="-2339900" y="2826975"/>
              <a:ext cx="565050" cy="25675"/>
            </a:xfrm>
            <a:custGeom>
              <a:avLst/>
              <a:gdLst/>
              <a:ahLst/>
              <a:cxnLst/>
              <a:rect l="l" t="t" r="r" b="b"/>
              <a:pathLst>
                <a:path w="22602" h="1027" extrusionOk="0">
                  <a:moveTo>
                    <a:pt x="21926" y="0"/>
                  </a:moveTo>
                  <a:cubicBezTo>
                    <a:pt x="21918" y="0"/>
                    <a:pt x="21909" y="0"/>
                    <a:pt x="21900" y="1"/>
                  </a:cubicBezTo>
                  <a:lnTo>
                    <a:pt x="675" y="1"/>
                  </a:lnTo>
                  <a:cubicBezTo>
                    <a:pt x="0" y="1"/>
                    <a:pt x="0" y="1027"/>
                    <a:pt x="675" y="1027"/>
                  </a:cubicBezTo>
                  <a:lnTo>
                    <a:pt x="21900" y="1027"/>
                  </a:lnTo>
                  <a:cubicBezTo>
                    <a:pt x="22593" y="1027"/>
                    <a:pt x="22602" y="0"/>
                    <a:pt x="219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9" name="Google Shape;7509;p96"/>
            <p:cNvSpPr/>
            <p:nvPr/>
          </p:nvSpPr>
          <p:spPr>
            <a:xfrm>
              <a:off x="-1841025" y="2826975"/>
              <a:ext cx="362550" cy="27675"/>
            </a:xfrm>
            <a:custGeom>
              <a:avLst/>
              <a:gdLst/>
              <a:ahLst/>
              <a:cxnLst/>
              <a:rect l="l" t="t" r="r" b="b"/>
              <a:pathLst>
                <a:path w="14502" h="1107" extrusionOk="0">
                  <a:moveTo>
                    <a:pt x="13956" y="0"/>
                  </a:moveTo>
                  <a:cubicBezTo>
                    <a:pt x="13949" y="0"/>
                    <a:pt x="13942" y="0"/>
                    <a:pt x="13934" y="1"/>
                  </a:cubicBezTo>
                  <a:lnTo>
                    <a:pt x="460" y="1"/>
                  </a:lnTo>
                  <a:cubicBezTo>
                    <a:pt x="109" y="1"/>
                    <a:pt x="1" y="325"/>
                    <a:pt x="55" y="622"/>
                  </a:cubicBezTo>
                  <a:cubicBezTo>
                    <a:pt x="12" y="1004"/>
                    <a:pt x="2084" y="1107"/>
                    <a:pt x="4640" y="1107"/>
                  </a:cubicBezTo>
                  <a:cubicBezTo>
                    <a:pt x="7589" y="1107"/>
                    <a:pt x="11183" y="970"/>
                    <a:pt x="12915" y="970"/>
                  </a:cubicBezTo>
                  <a:cubicBezTo>
                    <a:pt x="13497" y="970"/>
                    <a:pt x="13868" y="986"/>
                    <a:pt x="13934" y="1027"/>
                  </a:cubicBezTo>
                  <a:cubicBezTo>
                    <a:pt x="14494" y="1027"/>
                    <a:pt x="14501" y="0"/>
                    <a:pt x="139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0" name="Google Shape;7510;p96"/>
            <p:cNvSpPr/>
            <p:nvPr/>
          </p:nvSpPr>
          <p:spPr>
            <a:xfrm>
              <a:off x="-2694325" y="1923700"/>
              <a:ext cx="249125" cy="318000"/>
            </a:xfrm>
            <a:custGeom>
              <a:avLst/>
              <a:gdLst/>
              <a:ahLst/>
              <a:cxnLst/>
              <a:rect l="l" t="t" r="r" b="b"/>
              <a:pathLst>
                <a:path w="9965" h="12720" extrusionOk="0">
                  <a:moveTo>
                    <a:pt x="530" y="0"/>
                  </a:moveTo>
                  <a:cubicBezTo>
                    <a:pt x="479" y="0"/>
                    <a:pt x="429" y="1"/>
                    <a:pt x="378" y="1"/>
                  </a:cubicBezTo>
                  <a:cubicBezTo>
                    <a:pt x="378" y="1"/>
                    <a:pt x="0" y="8588"/>
                    <a:pt x="8884" y="12720"/>
                  </a:cubicBezTo>
                  <a:cubicBezTo>
                    <a:pt x="9938" y="9317"/>
                    <a:pt x="9965" y="5699"/>
                    <a:pt x="8965" y="2296"/>
                  </a:cubicBezTo>
                  <a:cubicBezTo>
                    <a:pt x="6416" y="783"/>
                    <a:pt x="3502" y="0"/>
                    <a:pt x="530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1" name="Google Shape;7511;p96"/>
            <p:cNvSpPr/>
            <p:nvPr/>
          </p:nvSpPr>
          <p:spPr>
            <a:xfrm>
              <a:off x="-2673400" y="1682025"/>
              <a:ext cx="365925" cy="456400"/>
            </a:xfrm>
            <a:custGeom>
              <a:avLst/>
              <a:gdLst/>
              <a:ahLst/>
              <a:cxnLst/>
              <a:rect l="l" t="t" r="r" b="b"/>
              <a:pathLst>
                <a:path w="14637" h="18256" extrusionOk="0">
                  <a:moveTo>
                    <a:pt x="7669" y="1"/>
                  </a:moveTo>
                  <a:cubicBezTo>
                    <a:pt x="7669" y="1"/>
                    <a:pt x="3538" y="7427"/>
                    <a:pt x="0" y="9587"/>
                  </a:cubicBezTo>
                  <a:cubicBezTo>
                    <a:pt x="838" y="14664"/>
                    <a:pt x="3889" y="17445"/>
                    <a:pt x="8912" y="18255"/>
                  </a:cubicBezTo>
                  <a:lnTo>
                    <a:pt x="14636" y="7130"/>
                  </a:lnTo>
                  <a:lnTo>
                    <a:pt x="7669" y="1"/>
                  </a:ln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2" name="Google Shape;7512;p96"/>
            <p:cNvSpPr/>
            <p:nvPr/>
          </p:nvSpPr>
          <p:spPr>
            <a:xfrm>
              <a:off x="-2596450" y="1410150"/>
              <a:ext cx="749400" cy="790125"/>
            </a:xfrm>
            <a:custGeom>
              <a:avLst/>
              <a:gdLst/>
              <a:ahLst/>
              <a:cxnLst/>
              <a:rect l="l" t="t" r="r" b="b"/>
              <a:pathLst>
                <a:path w="29976" h="31605" extrusionOk="0">
                  <a:moveTo>
                    <a:pt x="15540" y="1"/>
                  </a:moveTo>
                  <a:cubicBezTo>
                    <a:pt x="15097" y="1"/>
                    <a:pt x="14587" y="144"/>
                    <a:pt x="13935" y="480"/>
                  </a:cubicBezTo>
                  <a:cubicBezTo>
                    <a:pt x="13326" y="293"/>
                    <a:pt x="12841" y="194"/>
                    <a:pt x="12432" y="194"/>
                  </a:cubicBezTo>
                  <a:cubicBezTo>
                    <a:pt x="11481" y="194"/>
                    <a:pt x="10937" y="729"/>
                    <a:pt x="10181" y="1938"/>
                  </a:cubicBezTo>
                  <a:cubicBezTo>
                    <a:pt x="9500" y="1519"/>
                    <a:pt x="8973" y="1343"/>
                    <a:pt x="8563" y="1343"/>
                  </a:cubicBezTo>
                  <a:cubicBezTo>
                    <a:pt x="7200" y="1343"/>
                    <a:pt x="7115" y="3281"/>
                    <a:pt x="6887" y="4692"/>
                  </a:cubicBezTo>
                  <a:cubicBezTo>
                    <a:pt x="6723" y="4666"/>
                    <a:pt x="6569" y="4653"/>
                    <a:pt x="6426" y="4653"/>
                  </a:cubicBezTo>
                  <a:cubicBezTo>
                    <a:pt x="3644" y="4653"/>
                    <a:pt x="4639" y="9419"/>
                    <a:pt x="4510" y="10498"/>
                  </a:cubicBezTo>
                  <a:lnTo>
                    <a:pt x="4051" y="13333"/>
                  </a:lnTo>
                  <a:cubicBezTo>
                    <a:pt x="3133" y="14467"/>
                    <a:pt x="2161" y="16682"/>
                    <a:pt x="3214" y="18329"/>
                  </a:cubicBezTo>
                  <a:cubicBezTo>
                    <a:pt x="2566" y="19166"/>
                    <a:pt x="1" y="21866"/>
                    <a:pt x="2512" y="23000"/>
                  </a:cubicBezTo>
                  <a:cubicBezTo>
                    <a:pt x="2107" y="24054"/>
                    <a:pt x="2485" y="25134"/>
                    <a:pt x="3592" y="25512"/>
                  </a:cubicBezTo>
                  <a:cubicBezTo>
                    <a:pt x="3349" y="26916"/>
                    <a:pt x="3808" y="27321"/>
                    <a:pt x="5131" y="27510"/>
                  </a:cubicBezTo>
                  <a:cubicBezTo>
                    <a:pt x="5375" y="28698"/>
                    <a:pt x="6266" y="29184"/>
                    <a:pt x="7265" y="29427"/>
                  </a:cubicBezTo>
                  <a:cubicBezTo>
                    <a:pt x="7265" y="29427"/>
                    <a:pt x="7346" y="30183"/>
                    <a:pt x="7346" y="30426"/>
                  </a:cubicBezTo>
                  <a:cubicBezTo>
                    <a:pt x="7743" y="31094"/>
                    <a:pt x="8862" y="31605"/>
                    <a:pt x="9868" y="31605"/>
                  </a:cubicBezTo>
                  <a:cubicBezTo>
                    <a:pt x="10368" y="31605"/>
                    <a:pt x="10840" y="31478"/>
                    <a:pt x="11180" y="31183"/>
                  </a:cubicBezTo>
                  <a:cubicBezTo>
                    <a:pt x="11527" y="31249"/>
                    <a:pt x="11832" y="31283"/>
                    <a:pt x="12104" y="31283"/>
                  </a:cubicBezTo>
                  <a:cubicBezTo>
                    <a:pt x="13166" y="31283"/>
                    <a:pt x="13716" y="30755"/>
                    <a:pt x="14232" y="29508"/>
                  </a:cubicBezTo>
                  <a:cubicBezTo>
                    <a:pt x="14664" y="29508"/>
                    <a:pt x="15069" y="29427"/>
                    <a:pt x="15474" y="29265"/>
                  </a:cubicBezTo>
                  <a:cubicBezTo>
                    <a:pt x="15933" y="29049"/>
                    <a:pt x="19308" y="20408"/>
                    <a:pt x="20604" y="17519"/>
                  </a:cubicBezTo>
                  <a:cubicBezTo>
                    <a:pt x="22555" y="13169"/>
                    <a:pt x="23940" y="13117"/>
                    <a:pt x="24005" y="13117"/>
                  </a:cubicBezTo>
                  <a:cubicBezTo>
                    <a:pt x="24006" y="13117"/>
                    <a:pt x="24007" y="13117"/>
                    <a:pt x="24007" y="13117"/>
                  </a:cubicBezTo>
                  <a:cubicBezTo>
                    <a:pt x="24007" y="13117"/>
                    <a:pt x="23656" y="15007"/>
                    <a:pt x="26005" y="15332"/>
                  </a:cubicBezTo>
                  <a:cubicBezTo>
                    <a:pt x="26105" y="15344"/>
                    <a:pt x="26203" y="15350"/>
                    <a:pt x="26300" y="15350"/>
                  </a:cubicBezTo>
                  <a:cubicBezTo>
                    <a:pt x="28513" y="15350"/>
                    <a:pt x="29976" y="12148"/>
                    <a:pt x="29381" y="7906"/>
                  </a:cubicBezTo>
                  <a:cubicBezTo>
                    <a:pt x="28786" y="3450"/>
                    <a:pt x="21036" y="2397"/>
                    <a:pt x="21036" y="2397"/>
                  </a:cubicBezTo>
                  <a:cubicBezTo>
                    <a:pt x="21050" y="1250"/>
                    <a:pt x="20539" y="945"/>
                    <a:pt x="19894" y="945"/>
                  </a:cubicBezTo>
                  <a:cubicBezTo>
                    <a:pt x="19264" y="945"/>
                    <a:pt x="18506" y="1237"/>
                    <a:pt x="17985" y="1317"/>
                  </a:cubicBezTo>
                  <a:cubicBezTo>
                    <a:pt x="17034" y="563"/>
                    <a:pt x="16417" y="1"/>
                    <a:pt x="15540" y="1"/>
                  </a:cubicBezTo>
                  <a:close/>
                </a:path>
              </a:pathLst>
            </a:custGeom>
            <a:solidFill>
              <a:srgbClr val="8C4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3" name="Google Shape;7513;p96"/>
            <p:cNvSpPr/>
            <p:nvPr/>
          </p:nvSpPr>
          <p:spPr>
            <a:xfrm>
              <a:off x="-2595775" y="1409975"/>
              <a:ext cx="384150" cy="791675"/>
            </a:xfrm>
            <a:custGeom>
              <a:avLst/>
              <a:gdLst/>
              <a:ahLst/>
              <a:cxnLst/>
              <a:rect l="l" t="t" r="r" b="b"/>
              <a:pathLst>
                <a:path w="15366" h="31667" extrusionOk="0">
                  <a:moveTo>
                    <a:pt x="15366" y="1"/>
                  </a:moveTo>
                  <a:cubicBezTo>
                    <a:pt x="14880" y="109"/>
                    <a:pt x="14394" y="271"/>
                    <a:pt x="13908" y="487"/>
                  </a:cubicBezTo>
                  <a:cubicBezTo>
                    <a:pt x="13295" y="291"/>
                    <a:pt x="12808" y="188"/>
                    <a:pt x="12397" y="188"/>
                  </a:cubicBezTo>
                  <a:cubicBezTo>
                    <a:pt x="11451" y="188"/>
                    <a:pt x="10907" y="731"/>
                    <a:pt x="10154" y="1918"/>
                  </a:cubicBezTo>
                  <a:cubicBezTo>
                    <a:pt x="9484" y="1512"/>
                    <a:pt x="8963" y="1341"/>
                    <a:pt x="8556" y="1341"/>
                  </a:cubicBezTo>
                  <a:cubicBezTo>
                    <a:pt x="7174" y="1341"/>
                    <a:pt x="7089" y="3302"/>
                    <a:pt x="6860" y="4699"/>
                  </a:cubicBezTo>
                  <a:cubicBezTo>
                    <a:pt x="6695" y="4673"/>
                    <a:pt x="6541" y="4660"/>
                    <a:pt x="6397" y="4660"/>
                  </a:cubicBezTo>
                  <a:cubicBezTo>
                    <a:pt x="3617" y="4660"/>
                    <a:pt x="4613" y="9401"/>
                    <a:pt x="4510" y="10505"/>
                  </a:cubicBezTo>
                  <a:lnTo>
                    <a:pt x="4051" y="13340"/>
                  </a:lnTo>
                  <a:cubicBezTo>
                    <a:pt x="3106" y="14474"/>
                    <a:pt x="2161" y="16689"/>
                    <a:pt x="3187" y="18309"/>
                  </a:cubicBezTo>
                  <a:cubicBezTo>
                    <a:pt x="2539" y="19200"/>
                    <a:pt x="1" y="21846"/>
                    <a:pt x="2512" y="23007"/>
                  </a:cubicBezTo>
                  <a:cubicBezTo>
                    <a:pt x="2107" y="24061"/>
                    <a:pt x="2485" y="25141"/>
                    <a:pt x="3592" y="25519"/>
                  </a:cubicBezTo>
                  <a:cubicBezTo>
                    <a:pt x="3349" y="26923"/>
                    <a:pt x="3808" y="27328"/>
                    <a:pt x="5104" y="27517"/>
                  </a:cubicBezTo>
                  <a:cubicBezTo>
                    <a:pt x="5375" y="28705"/>
                    <a:pt x="6266" y="29191"/>
                    <a:pt x="7265" y="29434"/>
                  </a:cubicBezTo>
                  <a:cubicBezTo>
                    <a:pt x="7265" y="29434"/>
                    <a:pt x="7346" y="30190"/>
                    <a:pt x="7346" y="30433"/>
                  </a:cubicBezTo>
                  <a:cubicBezTo>
                    <a:pt x="7435" y="30791"/>
                    <a:pt x="8838" y="31667"/>
                    <a:pt x="9824" y="31667"/>
                  </a:cubicBezTo>
                  <a:cubicBezTo>
                    <a:pt x="10030" y="31667"/>
                    <a:pt x="10217" y="31629"/>
                    <a:pt x="10370" y="31541"/>
                  </a:cubicBezTo>
                  <a:cubicBezTo>
                    <a:pt x="8291" y="31217"/>
                    <a:pt x="6185" y="26113"/>
                    <a:pt x="6185" y="21846"/>
                  </a:cubicBezTo>
                  <a:cubicBezTo>
                    <a:pt x="6185" y="18903"/>
                    <a:pt x="8291" y="14447"/>
                    <a:pt x="8966" y="11666"/>
                  </a:cubicBezTo>
                  <a:cubicBezTo>
                    <a:pt x="9128" y="6967"/>
                    <a:pt x="11504" y="2647"/>
                    <a:pt x="15366" y="1"/>
                  </a:cubicBezTo>
                  <a:close/>
                </a:path>
              </a:pathLst>
            </a:custGeom>
            <a:solidFill>
              <a:srgbClr val="7532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4" name="Google Shape;7514;p96"/>
            <p:cNvSpPr/>
            <p:nvPr/>
          </p:nvSpPr>
          <p:spPr>
            <a:xfrm>
              <a:off x="-2352050" y="1685900"/>
              <a:ext cx="307175" cy="304225"/>
            </a:xfrm>
            <a:custGeom>
              <a:avLst/>
              <a:gdLst/>
              <a:ahLst/>
              <a:cxnLst/>
              <a:rect l="l" t="t" r="r" b="b"/>
              <a:pathLst>
                <a:path w="12287" h="12169" extrusionOk="0">
                  <a:moveTo>
                    <a:pt x="4385" y="1"/>
                  </a:moveTo>
                  <a:cubicBezTo>
                    <a:pt x="4191" y="1"/>
                    <a:pt x="4040" y="29"/>
                    <a:pt x="3943" y="89"/>
                  </a:cubicBezTo>
                  <a:cubicBezTo>
                    <a:pt x="2943" y="710"/>
                    <a:pt x="837" y="3977"/>
                    <a:pt x="162" y="8271"/>
                  </a:cubicBezTo>
                  <a:cubicBezTo>
                    <a:pt x="0" y="9270"/>
                    <a:pt x="3754" y="10674"/>
                    <a:pt x="4942" y="11052"/>
                  </a:cubicBezTo>
                  <a:cubicBezTo>
                    <a:pt x="5389" y="11174"/>
                    <a:pt x="6892" y="12169"/>
                    <a:pt x="7873" y="12169"/>
                  </a:cubicBezTo>
                  <a:cubicBezTo>
                    <a:pt x="8195" y="12169"/>
                    <a:pt x="8461" y="12062"/>
                    <a:pt x="8614" y="11781"/>
                  </a:cubicBezTo>
                  <a:cubicBezTo>
                    <a:pt x="9235" y="10620"/>
                    <a:pt x="12287" y="4139"/>
                    <a:pt x="11990" y="3221"/>
                  </a:cubicBezTo>
                  <a:cubicBezTo>
                    <a:pt x="11697" y="2392"/>
                    <a:pt x="6188" y="1"/>
                    <a:pt x="4385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5" name="Google Shape;7515;p96"/>
            <p:cNvSpPr/>
            <p:nvPr/>
          </p:nvSpPr>
          <p:spPr>
            <a:xfrm>
              <a:off x="-2001825" y="1660425"/>
              <a:ext cx="73750" cy="133550"/>
            </a:xfrm>
            <a:custGeom>
              <a:avLst/>
              <a:gdLst/>
              <a:ahLst/>
              <a:cxnLst/>
              <a:rect l="l" t="t" r="r" b="b"/>
              <a:pathLst>
                <a:path w="2950" h="5342" extrusionOk="0">
                  <a:moveTo>
                    <a:pt x="1977" y="1"/>
                  </a:moveTo>
                  <a:cubicBezTo>
                    <a:pt x="924" y="703"/>
                    <a:pt x="249" y="1837"/>
                    <a:pt x="195" y="3106"/>
                  </a:cubicBezTo>
                  <a:lnTo>
                    <a:pt x="249" y="3106"/>
                  </a:lnTo>
                  <a:cubicBezTo>
                    <a:pt x="1" y="3404"/>
                    <a:pt x="527" y="5342"/>
                    <a:pt x="2414" y="5342"/>
                  </a:cubicBezTo>
                  <a:cubicBezTo>
                    <a:pt x="2582" y="5342"/>
                    <a:pt x="2760" y="5327"/>
                    <a:pt x="2949" y="5294"/>
                  </a:cubicBezTo>
                  <a:cubicBezTo>
                    <a:pt x="2004" y="4780"/>
                    <a:pt x="1329" y="3592"/>
                    <a:pt x="1329" y="2188"/>
                  </a:cubicBezTo>
                  <a:cubicBezTo>
                    <a:pt x="1329" y="1432"/>
                    <a:pt x="1545" y="649"/>
                    <a:pt x="1977" y="1"/>
                  </a:cubicBezTo>
                  <a:close/>
                </a:path>
              </a:pathLst>
            </a:custGeom>
            <a:solidFill>
              <a:srgbClr val="7532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6" name="Google Shape;7516;p96"/>
            <p:cNvSpPr/>
            <p:nvPr/>
          </p:nvSpPr>
          <p:spPr>
            <a:xfrm>
              <a:off x="-2184650" y="1836625"/>
              <a:ext cx="137075" cy="121550"/>
            </a:xfrm>
            <a:custGeom>
              <a:avLst/>
              <a:gdLst/>
              <a:ahLst/>
              <a:cxnLst/>
              <a:rect l="l" t="t" r="r" b="b"/>
              <a:pathLst>
                <a:path w="5483" h="4862" extrusionOk="0">
                  <a:moveTo>
                    <a:pt x="1351" y="1"/>
                  </a:moveTo>
                  <a:lnTo>
                    <a:pt x="1" y="3349"/>
                  </a:lnTo>
                  <a:lnTo>
                    <a:pt x="2728" y="4861"/>
                  </a:lnTo>
                  <a:lnTo>
                    <a:pt x="5483" y="2215"/>
                  </a:lnTo>
                  <a:lnTo>
                    <a:pt x="135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7" name="Google Shape;7517;p96"/>
            <p:cNvSpPr/>
            <p:nvPr/>
          </p:nvSpPr>
          <p:spPr>
            <a:xfrm>
              <a:off x="-2171150" y="1850800"/>
              <a:ext cx="107375" cy="95900"/>
            </a:xfrm>
            <a:custGeom>
              <a:avLst/>
              <a:gdLst/>
              <a:ahLst/>
              <a:cxnLst/>
              <a:rect l="l" t="t" r="r" b="b"/>
              <a:pathLst>
                <a:path w="4295" h="3836" extrusionOk="0">
                  <a:moveTo>
                    <a:pt x="1054" y="1"/>
                  </a:moveTo>
                  <a:lnTo>
                    <a:pt x="1" y="2620"/>
                  </a:lnTo>
                  <a:lnTo>
                    <a:pt x="2134" y="3835"/>
                  </a:lnTo>
                  <a:lnTo>
                    <a:pt x="4295" y="1756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8" name="Google Shape;7518;p96"/>
            <p:cNvSpPr/>
            <p:nvPr/>
          </p:nvSpPr>
          <p:spPr>
            <a:xfrm>
              <a:off x="-2284200" y="1839325"/>
              <a:ext cx="122550" cy="199850"/>
            </a:xfrm>
            <a:custGeom>
              <a:avLst/>
              <a:gdLst/>
              <a:ahLst/>
              <a:cxnLst/>
              <a:rect l="l" t="t" r="r" b="b"/>
              <a:pathLst>
                <a:path w="4902" h="7994" extrusionOk="0">
                  <a:moveTo>
                    <a:pt x="4388" y="1"/>
                  </a:moveTo>
                  <a:lnTo>
                    <a:pt x="2822" y="4429"/>
                  </a:lnTo>
                  <a:cubicBezTo>
                    <a:pt x="2617" y="4397"/>
                    <a:pt x="2438" y="4381"/>
                    <a:pt x="2282" y="4381"/>
                  </a:cubicBezTo>
                  <a:cubicBezTo>
                    <a:pt x="0" y="4381"/>
                    <a:pt x="2817" y="7690"/>
                    <a:pt x="3929" y="7994"/>
                  </a:cubicBezTo>
                  <a:cubicBezTo>
                    <a:pt x="4253" y="7805"/>
                    <a:pt x="4901" y="2566"/>
                    <a:pt x="4712" y="28"/>
                  </a:cubicBezTo>
                  <a:lnTo>
                    <a:pt x="4388" y="1"/>
                  </a:ln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9" name="Google Shape;7519;p96"/>
            <p:cNvSpPr/>
            <p:nvPr/>
          </p:nvSpPr>
          <p:spPr>
            <a:xfrm>
              <a:off x="-2322350" y="1763725"/>
              <a:ext cx="147850" cy="126925"/>
            </a:xfrm>
            <a:custGeom>
              <a:avLst/>
              <a:gdLst/>
              <a:ahLst/>
              <a:cxnLst/>
              <a:rect l="l" t="t" r="r" b="b"/>
              <a:pathLst>
                <a:path w="5914" h="5077" extrusionOk="0">
                  <a:moveTo>
                    <a:pt x="1620" y="0"/>
                  </a:moveTo>
                  <a:lnTo>
                    <a:pt x="0" y="3403"/>
                  </a:lnTo>
                  <a:lnTo>
                    <a:pt x="3808" y="5077"/>
                  </a:lnTo>
                  <a:lnTo>
                    <a:pt x="5914" y="2377"/>
                  </a:lnTo>
                  <a:lnTo>
                    <a:pt x="1620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0" name="Google Shape;7520;p96"/>
            <p:cNvSpPr/>
            <p:nvPr/>
          </p:nvSpPr>
          <p:spPr>
            <a:xfrm>
              <a:off x="-2213000" y="1802875"/>
              <a:ext cx="62825" cy="52675"/>
            </a:xfrm>
            <a:custGeom>
              <a:avLst/>
              <a:gdLst/>
              <a:ahLst/>
              <a:cxnLst/>
              <a:rect l="l" t="t" r="r" b="b"/>
              <a:pathLst>
                <a:path w="2513" h="2107" extrusionOk="0">
                  <a:moveTo>
                    <a:pt x="1" y="1"/>
                  </a:moveTo>
                  <a:lnTo>
                    <a:pt x="217" y="838"/>
                  </a:lnTo>
                  <a:lnTo>
                    <a:pt x="2458" y="2107"/>
                  </a:lnTo>
                  <a:lnTo>
                    <a:pt x="2512" y="1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1" name="Google Shape;7521;p96"/>
            <p:cNvSpPr/>
            <p:nvPr/>
          </p:nvSpPr>
          <p:spPr>
            <a:xfrm>
              <a:off x="-2446575" y="1663125"/>
              <a:ext cx="172175" cy="124250"/>
            </a:xfrm>
            <a:custGeom>
              <a:avLst/>
              <a:gdLst/>
              <a:ahLst/>
              <a:cxnLst/>
              <a:rect l="l" t="t" r="r" b="b"/>
              <a:pathLst>
                <a:path w="6887" h="4970" extrusionOk="0">
                  <a:moveTo>
                    <a:pt x="1" y="1"/>
                  </a:moveTo>
                  <a:lnTo>
                    <a:pt x="217" y="838"/>
                  </a:lnTo>
                  <a:lnTo>
                    <a:pt x="6832" y="4969"/>
                  </a:lnTo>
                  <a:lnTo>
                    <a:pt x="6886" y="421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7522;p96"/>
            <p:cNvSpPr/>
            <p:nvPr/>
          </p:nvSpPr>
          <p:spPr>
            <a:xfrm>
              <a:off x="-2306150" y="1780600"/>
              <a:ext cx="115450" cy="99250"/>
            </a:xfrm>
            <a:custGeom>
              <a:avLst/>
              <a:gdLst/>
              <a:ahLst/>
              <a:cxnLst/>
              <a:rect l="l" t="t" r="r" b="b"/>
              <a:pathLst>
                <a:path w="4618" h="3970" extrusionOk="0">
                  <a:moveTo>
                    <a:pt x="1269" y="0"/>
                  </a:moveTo>
                  <a:lnTo>
                    <a:pt x="0" y="2647"/>
                  </a:lnTo>
                  <a:lnTo>
                    <a:pt x="2971" y="3970"/>
                  </a:lnTo>
                  <a:lnTo>
                    <a:pt x="4618" y="1864"/>
                  </a:lnTo>
                  <a:lnTo>
                    <a:pt x="1269" y="0"/>
                  </a:ln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7523;p96"/>
            <p:cNvSpPr/>
            <p:nvPr/>
          </p:nvSpPr>
          <p:spPr>
            <a:xfrm>
              <a:off x="-2490125" y="1657575"/>
              <a:ext cx="89825" cy="133175"/>
            </a:xfrm>
            <a:custGeom>
              <a:avLst/>
              <a:gdLst/>
              <a:ahLst/>
              <a:cxnLst/>
              <a:rect l="l" t="t" r="r" b="b"/>
              <a:pathLst>
                <a:path w="3593" h="5327" extrusionOk="0">
                  <a:moveTo>
                    <a:pt x="1797" y="0"/>
                  </a:moveTo>
                  <a:cubicBezTo>
                    <a:pt x="899" y="0"/>
                    <a:pt x="1" y="884"/>
                    <a:pt x="14" y="2653"/>
                  </a:cubicBezTo>
                  <a:cubicBezTo>
                    <a:pt x="1" y="4435"/>
                    <a:pt x="899" y="5326"/>
                    <a:pt x="1797" y="5326"/>
                  </a:cubicBezTo>
                  <a:cubicBezTo>
                    <a:pt x="2694" y="5326"/>
                    <a:pt x="3592" y="4435"/>
                    <a:pt x="3579" y="2653"/>
                  </a:cubicBezTo>
                  <a:cubicBezTo>
                    <a:pt x="3592" y="884"/>
                    <a:pt x="2694" y="0"/>
                    <a:pt x="1797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7524;p96"/>
            <p:cNvSpPr/>
            <p:nvPr/>
          </p:nvSpPr>
          <p:spPr>
            <a:xfrm>
              <a:off x="-2475600" y="1691325"/>
              <a:ext cx="53700" cy="84075"/>
            </a:xfrm>
            <a:custGeom>
              <a:avLst/>
              <a:gdLst/>
              <a:ahLst/>
              <a:cxnLst/>
              <a:rect l="l" t="t" r="r" b="b"/>
              <a:pathLst>
                <a:path w="2148" h="3363" extrusionOk="0">
                  <a:moveTo>
                    <a:pt x="1077" y="0"/>
                  </a:moveTo>
                  <a:cubicBezTo>
                    <a:pt x="541" y="0"/>
                    <a:pt x="0" y="561"/>
                    <a:pt x="0" y="1681"/>
                  </a:cubicBezTo>
                  <a:cubicBezTo>
                    <a:pt x="14" y="2802"/>
                    <a:pt x="554" y="3362"/>
                    <a:pt x="1087" y="3362"/>
                  </a:cubicBezTo>
                  <a:cubicBezTo>
                    <a:pt x="1621" y="3362"/>
                    <a:pt x="2147" y="2802"/>
                    <a:pt x="2134" y="1681"/>
                  </a:cubicBezTo>
                  <a:cubicBezTo>
                    <a:pt x="2147" y="561"/>
                    <a:pt x="1614" y="0"/>
                    <a:pt x="1077" y="0"/>
                  </a:cubicBezTo>
                  <a:close/>
                </a:path>
              </a:pathLst>
            </a:custGeom>
            <a:solidFill>
              <a:srgbClr val="CC4F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7525;p96"/>
            <p:cNvSpPr/>
            <p:nvPr/>
          </p:nvSpPr>
          <p:spPr>
            <a:xfrm>
              <a:off x="-2472225" y="1741600"/>
              <a:ext cx="41875" cy="32950"/>
            </a:xfrm>
            <a:custGeom>
              <a:avLst/>
              <a:gdLst/>
              <a:ahLst/>
              <a:cxnLst/>
              <a:rect l="l" t="t" r="r" b="b"/>
              <a:pathLst>
                <a:path w="1675" h="1318" extrusionOk="0">
                  <a:moveTo>
                    <a:pt x="838" y="1"/>
                  </a:moveTo>
                  <a:cubicBezTo>
                    <a:pt x="419" y="1"/>
                    <a:pt x="0" y="224"/>
                    <a:pt x="54" y="669"/>
                  </a:cubicBezTo>
                  <a:cubicBezTo>
                    <a:pt x="0" y="1101"/>
                    <a:pt x="419" y="1317"/>
                    <a:pt x="838" y="1317"/>
                  </a:cubicBezTo>
                  <a:cubicBezTo>
                    <a:pt x="1256" y="1317"/>
                    <a:pt x="1675" y="1101"/>
                    <a:pt x="1621" y="669"/>
                  </a:cubicBezTo>
                  <a:cubicBezTo>
                    <a:pt x="1675" y="224"/>
                    <a:pt x="1256" y="1"/>
                    <a:pt x="838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7526;p96"/>
            <p:cNvSpPr/>
            <p:nvPr/>
          </p:nvSpPr>
          <p:spPr>
            <a:xfrm>
              <a:off x="-2278375" y="1714100"/>
              <a:ext cx="120775" cy="78050"/>
            </a:xfrm>
            <a:custGeom>
              <a:avLst/>
              <a:gdLst/>
              <a:ahLst/>
              <a:cxnLst/>
              <a:rect l="l" t="t" r="r" b="b"/>
              <a:pathLst>
                <a:path w="4831" h="3122" extrusionOk="0">
                  <a:moveTo>
                    <a:pt x="1078" y="1"/>
                  </a:moveTo>
                  <a:cubicBezTo>
                    <a:pt x="429" y="1"/>
                    <a:pt x="1" y="386"/>
                    <a:pt x="158" y="1553"/>
                  </a:cubicBezTo>
                  <a:cubicBezTo>
                    <a:pt x="264" y="1818"/>
                    <a:pt x="2836" y="3121"/>
                    <a:pt x="3344" y="3121"/>
                  </a:cubicBezTo>
                  <a:cubicBezTo>
                    <a:pt x="3354" y="3121"/>
                    <a:pt x="3363" y="3121"/>
                    <a:pt x="3372" y="3119"/>
                  </a:cubicBezTo>
                  <a:cubicBezTo>
                    <a:pt x="3669" y="3092"/>
                    <a:pt x="4830" y="1634"/>
                    <a:pt x="4371" y="1310"/>
                  </a:cubicBezTo>
                  <a:cubicBezTo>
                    <a:pt x="3662" y="948"/>
                    <a:pt x="2097" y="1"/>
                    <a:pt x="1078" y="1"/>
                  </a:cubicBezTo>
                  <a:close/>
                </a:path>
              </a:pathLst>
            </a:custGeom>
            <a:solidFill>
              <a:srgbClr val="8C4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7" name="Google Shape;7527;p96"/>
            <p:cNvSpPr/>
            <p:nvPr/>
          </p:nvSpPr>
          <p:spPr>
            <a:xfrm>
              <a:off x="-2132475" y="1767175"/>
              <a:ext cx="144975" cy="95150"/>
            </a:xfrm>
            <a:custGeom>
              <a:avLst/>
              <a:gdLst/>
              <a:ahLst/>
              <a:cxnLst/>
              <a:rect l="l" t="t" r="r" b="b"/>
              <a:pathLst>
                <a:path w="5799" h="3806" extrusionOk="0">
                  <a:moveTo>
                    <a:pt x="1134" y="0"/>
                  </a:moveTo>
                  <a:cubicBezTo>
                    <a:pt x="651" y="0"/>
                    <a:pt x="0" y="1474"/>
                    <a:pt x="101" y="1726"/>
                  </a:cubicBezTo>
                  <a:cubicBezTo>
                    <a:pt x="262" y="2127"/>
                    <a:pt x="2629" y="3805"/>
                    <a:pt x="2956" y="3805"/>
                  </a:cubicBezTo>
                  <a:cubicBezTo>
                    <a:pt x="2959" y="3805"/>
                    <a:pt x="2961" y="3805"/>
                    <a:pt x="2964" y="3805"/>
                  </a:cubicBezTo>
                  <a:cubicBezTo>
                    <a:pt x="5799" y="2806"/>
                    <a:pt x="2342" y="780"/>
                    <a:pt x="1235" y="24"/>
                  </a:cubicBezTo>
                  <a:cubicBezTo>
                    <a:pt x="1203" y="8"/>
                    <a:pt x="1169" y="0"/>
                    <a:pt x="1134" y="0"/>
                  </a:cubicBezTo>
                  <a:close/>
                </a:path>
              </a:pathLst>
            </a:custGeom>
            <a:solidFill>
              <a:srgbClr val="8C45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8" name="Google Shape;7528;p96"/>
            <p:cNvSpPr/>
            <p:nvPr/>
          </p:nvSpPr>
          <p:spPr>
            <a:xfrm>
              <a:off x="-2394600" y="1860925"/>
              <a:ext cx="91175" cy="112775"/>
            </a:xfrm>
            <a:custGeom>
              <a:avLst/>
              <a:gdLst/>
              <a:ahLst/>
              <a:cxnLst/>
              <a:rect l="l" t="t" r="r" b="b"/>
              <a:pathLst>
                <a:path w="3647" h="4511" extrusionOk="0">
                  <a:moveTo>
                    <a:pt x="433" y="1"/>
                  </a:moveTo>
                  <a:lnTo>
                    <a:pt x="433" y="1"/>
                  </a:lnTo>
                  <a:cubicBezTo>
                    <a:pt x="1" y="1540"/>
                    <a:pt x="1054" y="4024"/>
                    <a:pt x="3592" y="4510"/>
                  </a:cubicBezTo>
                  <a:lnTo>
                    <a:pt x="3646" y="4348"/>
                  </a:lnTo>
                  <a:cubicBezTo>
                    <a:pt x="1594" y="3943"/>
                    <a:pt x="406" y="1432"/>
                    <a:pt x="1027" y="217"/>
                  </a:cubicBezTo>
                  <a:lnTo>
                    <a:pt x="433" y="1"/>
                  </a:lnTo>
                  <a:close/>
                </a:path>
              </a:pathLst>
            </a:custGeom>
            <a:solidFill>
              <a:srgbClr val="7532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9" name="Google Shape;7529;p96"/>
            <p:cNvSpPr/>
            <p:nvPr/>
          </p:nvSpPr>
          <p:spPr>
            <a:xfrm>
              <a:off x="-2274275" y="1817150"/>
              <a:ext cx="46300" cy="39650"/>
            </a:xfrm>
            <a:custGeom>
              <a:avLst/>
              <a:gdLst/>
              <a:ahLst/>
              <a:cxnLst/>
              <a:rect l="l" t="t" r="r" b="b"/>
              <a:pathLst>
                <a:path w="1852" h="1586" extrusionOk="0">
                  <a:moveTo>
                    <a:pt x="1171" y="1"/>
                  </a:moveTo>
                  <a:cubicBezTo>
                    <a:pt x="919" y="1"/>
                    <a:pt x="617" y="163"/>
                    <a:pt x="400" y="537"/>
                  </a:cubicBezTo>
                  <a:cubicBezTo>
                    <a:pt x="0" y="1169"/>
                    <a:pt x="277" y="1585"/>
                    <a:pt x="681" y="1585"/>
                  </a:cubicBezTo>
                  <a:cubicBezTo>
                    <a:pt x="933" y="1585"/>
                    <a:pt x="1235" y="1423"/>
                    <a:pt x="1453" y="1050"/>
                  </a:cubicBezTo>
                  <a:cubicBezTo>
                    <a:pt x="1852" y="418"/>
                    <a:pt x="1575" y="1"/>
                    <a:pt x="1171" y="1"/>
                  </a:cubicBezTo>
                  <a:close/>
                </a:path>
              </a:pathLst>
            </a:custGeom>
            <a:solidFill>
              <a:srgbClr val="4C3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0" name="Google Shape;7530;p96"/>
            <p:cNvSpPr/>
            <p:nvPr/>
          </p:nvSpPr>
          <p:spPr>
            <a:xfrm>
              <a:off x="-2138425" y="1887525"/>
              <a:ext cx="40350" cy="36625"/>
            </a:xfrm>
            <a:custGeom>
              <a:avLst/>
              <a:gdLst/>
              <a:ahLst/>
              <a:cxnLst/>
              <a:rect l="l" t="t" r="r" b="b"/>
              <a:pathLst>
                <a:path w="1614" h="1465" extrusionOk="0">
                  <a:moveTo>
                    <a:pt x="1011" y="1"/>
                  </a:moveTo>
                  <a:cubicBezTo>
                    <a:pt x="809" y="1"/>
                    <a:pt x="567" y="133"/>
                    <a:pt x="366" y="449"/>
                  </a:cubicBezTo>
                  <a:cubicBezTo>
                    <a:pt x="0" y="1024"/>
                    <a:pt x="242" y="1465"/>
                    <a:pt x="604" y="1465"/>
                  </a:cubicBezTo>
                  <a:cubicBezTo>
                    <a:pt x="803" y="1465"/>
                    <a:pt x="1039" y="1332"/>
                    <a:pt x="1230" y="1016"/>
                  </a:cubicBezTo>
                  <a:cubicBezTo>
                    <a:pt x="1614" y="441"/>
                    <a:pt x="1378" y="1"/>
                    <a:pt x="1011" y="1"/>
                  </a:cubicBezTo>
                  <a:close/>
                </a:path>
              </a:pathLst>
            </a:custGeom>
            <a:solidFill>
              <a:srgbClr val="4C3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31" name="Google Shape;7531;p96"/>
          <p:cNvGrpSpPr/>
          <p:nvPr/>
        </p:nvGrpSpPr>
        <p:grpSpPr>
          <a:xfrm>
            <a:off x="7782400" y="1306931"/>
            <a:ext cx="648376" cy="880878"/>
            <a:chOff x="638276" y="3526008"/>
            <a:chExt cx="714936" cy="971200"/>
          </a:xfrm>
        </p:grpSpPr>
        <p:sp>
          <p:nvSpPr>
            <p:cNvPr id="7532" name="Google Shape;7532;p96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33" name="Google Shape;7533;p96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7534" name="Google Shape;7534;p96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5" name="Google Shape;7535;p96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6" name="Google Shape;7536;p96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7" name="Google Shape;7537;p96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8" name="Google Shape;7538;p96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9" name="Google Shape;7539;p96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0" name="Google Shape;7540;p96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1" name="Google Shape;7541;p96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2" name="Google Shape;7542;p96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3" name="Google Shape;7543;p96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4" name="Google Shape;7544;p96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5" name="Google Shape;7545;p96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6" name="Google Shape;7546;p96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7" name="Google Shape;7547;p96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8" name="Google Shape;7548;p96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9" name="Google Shape;7549;p96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0" name="Google Shape;7550;p96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1" name="Google Shape;7551;p96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2" name="Google Shape;7552;p96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3" name="Google Shape;7553;p96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4" name="Google Shape;7554;p96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5" name="Google Shape;7555;p96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6" name="Google Shape;7556;p96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7" name="Google Shape;7557;p96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8" name="Google Shape;7558;p96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9" name="Google Shape;7559;p96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60" name="Google Shape;7560;p96"/>
          <p:cNvGrpSpPr/>
          <p:nvPr/>
        </p:nvGrpSpPr>
        <p:grpSpPr>
          <a:xfrm rot="-1321491">
            <a:off x="2174214" y="1977233"/>
            <a:ext cx="714934" cy="378491"/>
            <a:chOff x="-1074225" y="4512538"/>
            <a:chExt cx="714950" cy="378500"/>
          </a:xfrm>
        </p:grpSpPr>
        <p:sp>
          <p:nvSpPr>
            <p:cNvPr id="7561" name="Google Shape;7561;p96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2" name="Google Shape;7562;p96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3" name="Google Shape;7563;p96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4" name="Google Shape;7564;p96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5" name="Google Shape;7565;p96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6" name="Google Shape;7566;p96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7" name="Google Shape;7567;p96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8" name="Google Shape;7568;p96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9" name="Google Shape;7569;p96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0" name="Google Shape;7570;p96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1" name="Google Shape;7571;p96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72" name="Google Shape;7572;p96"/>
          <p:cNvGrpSpPr/>
          <p:nvPr/>
        </p:nvGrpSpPr>
        <p:grpSpPr>
          <a:xfrm>
            <a:off x="713269" y="866658"/>
            <a:ext cx="3268775" cy="380199"/>
            <a:chOff x="975489" y="863689"/>
            <a:chExt cx="3268775" cy="380199"/>
          </a:xfrm>
        </p:grpSpPr>
        <p:grpSp>
          <p:nvGrpSpPr>
            <p:cNvPr id="7573" name="Google Shape;7573;p96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7574" name="Google Shape;7574;p96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5" name="Google Shape;7575;p96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6" name="Google Shape;7576;p96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7" name="Google Shape;7577;p96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8" name="Google Shape;7578;p96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9" name="Google Shape;7579;p96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0" name="Google Shape;7580;p96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1" name="Google Shape;7581;p96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2" name="Google Shape;7582;p96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3" name="Google Shape;7583;p96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4" name="Google Shape;7584;p96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5" name="Google Shape;7585;p96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6" name="Google Shape;7586;p96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7" name="Google Shape;7587;p96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8" name="Google Shape;7588;p96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9" name="Google Shape;7589;p96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0" name="Google Shape;7590;p96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1" name="Google Shape;7591;p96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2" name="Google Shape;7592;p96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3" name="Google Shape;7593;p96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4" name="Google Shape;7594;p96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5" name="Google Shape;7595;p96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6" name="Google Shape;7596;p96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7" name="Google Shape;7597;p96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8" name="Google Shape;7598;p96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9" name="Google Shape;7599;p96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0" name="Google Shape;7600;p96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1" name="Google Shape;7601;p96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2" name="Google Shape;7602;p96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3" name="Google Shape;7603;p96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4" name="Google Shape;7604;p96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5" name="Google Shape;7605;p96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6" name="Google Shape;7606;p96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7" name="Google Shape;7607;p96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8" name="Google Shape;7608;p96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9" name="Google Shape;7609;p96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0" name="Google Shape;7610;p96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1" name="Google Shape;7611;p96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2" name="Google Shape;7612;p96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3" name="Google Shape;7613;p96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4" name="Google Shape;7614;p96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5" name="Google Shape;7615;p96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6" name="Google Shape;7616;p96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7" name="Google Shape;7617;p96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8" name="Google Shape;7618;p96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9" name="Google Shape;7619;p96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0" name="Google Shape;7620;p96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1" name="Google Shape;7621;p96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2" name="Google Shape;7622;p96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3" name="Google Shape;7623;p96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4" name="Google Shape;7624;p96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5" name="Google Shape;7625;p96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6" name="Google Shape;7626;p96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7" name="Google Shape;7627;p96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8" name="Google Shape;7628;p96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9" name="Google Shape;7629;p96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0" name="Google Shape;7630;p96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1" name="Google Shape;7631;p96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2" name="Google Shape;7632;p96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3" name="Google Shape;7633;p96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4" name="Google Shape;7634;p96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5" name="Google Shape;7635;p96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6" name="Google Shape;7636;p96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7" name="Google Shape;7637;p96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8" name="Google Shape;7638;p96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9" name="Google Shape;7639;p96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0" name="Google Shape;7640;p96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1" name="Google Shape;7641;p96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2" name="Google Shape;7642;p96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3" name="Google Shape;7643;p96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4" name="Google Shape;7644;p96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5" name="Google Shape;7645;p96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6" name="Google Shape;7646;p96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7" name="Google Shape;7647;p96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8" name="Google Shape;7648;p96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9" name="Google Shape;7649;p96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0" name="Google Shape;7650;p96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1" name="Google Shape;7651;p96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2" name="Google Shape;7652;p96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3" name="Google Shape;7653;p96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4" name="Google Shape;7654;p96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5" name="Google Shape;7655;p96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6" name="Google Shape;7656;p96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7" name="Google Shape;7657;p96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8" name="Google Shape;7658;p96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9" name="Google Shape;7659;p96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0" name="Google Shape;7660;p96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1" name="Google Shape;7661;p96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2" name="Google Shape;7662;p96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3" name="Google Shape;7663;p96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4" name="Google Shape;7664;p96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5" name="Google Shape;7665;p96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6" name="Google Shape;7666;p96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7" name="Google Shape;7667;p96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8" name="Google Shape;7668;p96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9" name="Google Shape;7669;p96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0" name="Google Shape;7670;p96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1" name="Google Shape;7671;p96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2" name="Google Shape;7672;p96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3" name="Google Shape;7673;p96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4" name="Google Shape;7674;p96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5" name="Google Shape;7675;p96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6" name="Google Shape;7676;p96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7" name="Google Shape;7677;p96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8" name="Google Shape;7678;p96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9" name="Google Shape;7679;p96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80" name="Google Shape;7680;p96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1" name="Google Shape;7681;p96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2" name="Google Shape;7682;p96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3" name="Google Shape;7683;p96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4" name="Google Shape;7684;p96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5" name="Google Shape;7685;p96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6" name="Google Shape;7686;p96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7" name="Google Shape;7687;p96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8" name="Google Shape;7688;p96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9" name="Google Shape;7689;p96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90" name="Google Shape;7690;p96"/>
          <p:cNvGrpSpPr/>
          <p:nvPr/>
        </p:nvGrpSpPr>
        <p:grpSpPr>
          <a:xfrm flipH="1">
            <a:off x="5161969" y="866658"/>
            <a:ext cx="3268775" cy="380199"/>
            <a:chOff x="975489" y="863689"/>
            <a:chExt cx="3268775" cy="380199"/>
          </a:xfrm>
        </p:grpSpPr>
        <p:grpSp>
          <p:nvGrpSpPr>
            <p:cNvPr id="7691" name="Google Shape;7691;p96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7692" name="Google Shape;7692;p96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3" name="Google Shape;7693;p96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4" name="Google Shape;7694;p96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5" name="Google Shape;7695;p96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6" name="Google Shape;7696;p96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7" name="Google Shape;7697;p96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8" name="Google Shape;7698;p96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9" name="Google Shape;7699;p96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0" name="Google Shape;7700;p96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1" name="Google Shape;7701;p96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2" name="Google Shape;7702;p96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3" name="Google Shape;7703;p96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4" name="Google Shape;7704;p96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5" name="Google Shape;7705;p96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6" name="Google Shape;7706;p96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7" name="Google Shape;7707;p96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8" name="Google Shape;7708;p96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9" name="Google Shape;7709;p96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0" name="Google Shape;7710;p96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1" name="Google Shape;7711;p96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2" name="Google Shape;7712;p96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3" name="Google Shape;7713;p96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4" name="Google Shape;7714;p96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5" name="Google Shape;7715;p96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6" name="Google Shape;7716;p96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7" name="Google Shape;7717;p96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8" name="Google Shape;7718;p96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9" name="Google Shape;7719;p96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0" name="Google Shape;7720;p96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1" name="Google Shape;7721;p96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2" name="Google Shape;7722;p96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3" name="Google Shape;7723;p96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4" name="Google Shape;7724;p96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5" name="Google Shape;7725;p96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6" name="Google Shape;7726;p96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7" name="Google Shape;7727;p96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8" name="Google Shape;7728;p96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9" name="Google Shape;7729;p96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0" name="Google Shape;7730;p96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1" name="Google Shape;7731;p96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2" name="Google Shape;7732;p96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3" name="Google Shape;7733;p96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4" name="Google Shape;7734;p96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5" name="Google Shape;7735;p96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6" name="Google Shape;7736;p96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7" name="Google Shape;7737;p96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8" name="Google Shape;7738;p96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9" name="Google Shape;7739;p96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0" name="Google Shape;7740;p96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1" name="Google Shape;7741;p96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2" name="Google Shape;7742;p96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3" name="Google Shape;7743;p96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4" name="Google Shape;7744;p96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5" name="Google Shape;7745;p96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6" name="Google Shape;7746;p96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7" name="Google Shape;7747;p96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8" name="Google Shape;7748;p96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9" name="Google Shape;7749;p96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0" name="Google Shape;7750;p96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1" name="Google Shape;7751;p96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2" name="Google Shape;7752;p96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3" name="Google Shape;7753;p96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4" name="Google Shape;7754;p96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5" name="Google Shape;7755;p96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6" name="Google Shape;7756;p96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7" name="Google Shape;7757;p96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8" name="Google Shape;7758;p96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9" name="Google Shape;7759;p96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0" name="Google Shape;7760;p96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1" name="Google Shape;7761;p96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2" name="Google Shape;7762;p96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3" name="Google Shape;7763;p96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4" name="Google Shape;7764;p96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5" name="Google Shape;7765;p96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6" name="Google Shape;7766;p96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7" name="Google Shape;7767;p96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8" name="Google Shape;7768;p96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9" name="Google Shape;7769;p96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0" name="Google Shape;7770;p96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1" name="Google Shape;7771;p96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2" name="Google Shape;7772;p96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3" name="Google Shape;7773;p96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4" name="Google Shape;7774;p96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5" name="Google Shape;7775;p96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6" name="Google Shape;7776;p96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7" name="Google Shape;7777;p96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8" name="Google Shape;7778;p96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9" name="Google Shape;7779;p96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0" name="Google Shape;7780;p96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1" name="Google Shape;7781;p96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2" name="Google Shape;7782;p96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3" name="Google Shape;7783;p96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4" name="Google Shape;7784;p96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5" name="Google Shape;7785;p96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6" name="Google Shape;7786;p96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7" name="Google Shape;7787;p96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8" name="Google Shape;7788;p96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9" name="Google Shape;7789;p96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0" name="Google Shape;7790;p96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1" name="Google Shape;7791;p96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2" name="Google Shape;7792;p96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3" name="Google Shape;7793;p96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4" name="Google Shape;7794;p96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5" name="Google Shape;7795;p96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6" name="Google Shape;7796;p96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7" name="Google Shape;7797;p96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798" name="Google Shape;7798;p96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9" name="Google Shape;7799;p96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0" name="Google Shape;7800;p96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1" name="Google Shape;7801;p96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2" name="Google Shape;7802;p96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3" name="Google Shape;7803;p96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4" name="Google Shape;7804;p96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5" name="Google Shape;7805;p96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6" name="Google Shape;7806;p96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7" name="Google Shape;7807;p96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08" name="Google Shape;7808;p96"/>
          <p:cNvSpPr/>
          <p:nvPr/>
        </p:nvSpPr>
        <p:spPr>
          <a:xfrm>
            <a:off x="8556" y="123672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69"/>
          <p:cNvSpPr txBox="1">
            <a:spLocks noGrp="1"/>
          </p:cNvSpPr>
          <p:nvPr>
            <p:ph type="title"/>
          </p:nvPr>
        </p:nvSpPr>
        <p:spPr>
          <a:xfrm>
            <a:off x="1599675" y="608484"/>
            <a:ext cx="5910344" cy="6776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ventana de Libro en </a:t>
            </a:r>
            <a:r>
              <a:rPr lang="es-MX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MX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BookHub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proporciona información detallada sobre un libro específico y permite a los usuarios leer y escribir reseñas. </a:t>
            </a:r>
            <a:endParaRPr lang="es-MX" dirty="0"/>
          </a:p>
        </p:txBody>
      </p:sp>
      <p:grpSp>
        <p:nvGrpSpPr>
          <p:cNvPr id="3428" name="Google Shape;3428;p69"/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/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/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7170" name="Imagen 1">
            <a:extLst>
              <a:ext uri="{FF2B5EF4-FFF2-40B4-BE49-F238E27FC236}">
                <a16:creationId xmlns:a16="http://schemas.microsoft.com/office/drawing/2014/main" id="{A11E0928-CFB5-66A4-F2C1-0BB275E54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2" y="1503566"/>
            <a:ext cx="6124575" cy="2828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807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5" name="Google Shape;8285;p103"/>
          <p:cNvSpPr/>
          <p:nvPr/>
        </p:nvSpPr>
        <p:spPr>
          <a:xfrm>
            <a:off x="8550" y="92497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6" name="Google Shape;8286;p103"/>
          <p:cNvSpPr txBox="1">
            <a:spLocks noGrp="1"/>
          </p:cNvSpPr>
          <p:nvPr>
            <p:ph type="title"/>
          </p:nvPr>
        </p:nvSpPr>
        <p:spPr>
          <a:xfrm>
            <a:off x="3721925" y="3064450"/>
            <a:ext cx="4676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 err="1"/>
              <a:t>Custom</a:t>
            </a:r>
            <a:r>
              <a:rPr lang="es-EC" dirty="0"/>
              <a:t> </a:t>
            </a:r>
          </a:p>
        </p:txBody>
      </p:sp>
      <p:sp>
        <p:nvSpPr>
          <p:cNvPr id="8287" name="Google Shape;8287;p103"/>
          <p:cNvSpPr txBox="1">
            <a:spLocks noGrp="1"/>
          </p:cNvSpPr>
          <p:nvPr>
            <p:ph type="subTitle" idx="1"/>
          </p:nvPr>
        </p:nvSpPr>
        <p:spPr>
          <a:xfrm>
            <a:off x="3721925" y="3940676"/>
            <a:ext cx="4676400" cy="27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Page</a:t>
            </a:r>
            <a:endParaRPr dirty="0"/>
          </a:p>
        </p:txBody>
      </p:sp>
      <p:sp>
        <p:nvSpPr>
          <p:cNvPr id="8288" name="Google Shape;8288;p103"/>
          <p:cNvSpPr/>
          <p:nvPr/>
        </p:nvSpPr>
        <p:spPr>
          <a:xfrm>
            <a:off x="5303860" y="1519790"/>
            <a:ext cx="1512530" cy="1513003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9EBAB">
                  <a:alpha val="21960"/>
                  <a:alpha val="21910"/>
                </a:srgbClr>
              </a:gs>
              <a:gs pos="41000">
                <a:srgbClr val="F9EBAB">
                  <a:alpha val="53333"/>
                  <a:alpha val="21910"/>
                </a:srgbClr>
              </a:gs>
              <a:gs pos="100000">
                <a:srgbClr val="F9EBAB">
                  <a:alpha val="77254"/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9" name="Google Shape;8289;p103"/>
          <p:cNvSpPr txBox="1">
            <a:spLocks noGrp="1"/>
          </p:cNvSpPr>
          <p:nvPr>
            <p:ph type="title" idx="2"/>
          </p:nvPr>
        </p:nvSpPr>
        <p:spPr>
          <a:xfrm>
            <a:off x="5434325" y="1855391"/>
            <a:ext cx="1251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8290" name="Google Shape;8290;p103"/>
          <p:cNvGrpSpPr/>
          <p:nvPr/>
        </p:nvGrpSpPr>
        <p:grpSpPr>
          <a:xfrm>
            <a:off x="713250" y="1297904"/>
            <a:ext cx="3048908" cy="3211744"/>
            <a:chOff x="-559160" y="440658"/>
            <a:chExt cx="3181248" cy="3351152"/>
          </a:xfrm>
        </p:grpSpPr>
        <p:sp>
          <p:nvSpPr>
            <p:cNvPr id="8291" name="Google Shape;8291;p103"/>
            <p:cNvSpPr/>
            <p:nvPr/>
          </p:nvSpPr>
          <p:spPr>
            <a:xfrm>
              <a:off x="704694" y="1022245"/>
              <a:ext cx="1565301" cy="2483228"/>
            </a:xfrm>
            <a:custGeom>
              <a:avLst/>
              <a:gdLst/>
              <a:ahLst/>
              <a:cxnLst/>
              <a:rect l="l" t="t" r="r" b="b"/>
              <a:pathLst>
                <a:path w="97481" h="154646" extrusionOk="0">
                  <a:moveTo>
                    <a:pt x="1" y="0"/>
                  </a:moveTo>
                  <a:lnTo>
                    <a:pt x="1" y="154646"/>
                  </a:lnTo>
                  <a:lnTo>
                    <a:pt x="97480" y="154646"/>
                  </a:lnTo>
                  <a:lnTo>
                    <a:pt x="974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2" name="Google Shape;8292;p103"/>
            <p:cNvSpPr/>
            <p:nvPr/>
          </p:nvSpPr>
          <p:spPr>
            <a:xfrm>
              <a:off x="747166" y="1209941"/>
              <a:ext cx="1527614" cy="2295532"/>
            </a:xfrm>
            <a:custGeom>
              <a:avLst/>
              <a:gdLst/>
              <a:ahLst/>
              <a:cxnLst/>
              <a:rect l="l" t="t" r="r" b="b"/>
              <a:pathLst>
                <a:path w="95134" h="142957" extrusionOk="0">
                  <a:moveTo>
                    <a:pt x="1" y="0"/>
                  </a:moveTo>
                  <a:lnTo>
                    <a:pt x="1" y="142957"/>
                  </a:lnTo>
                  <a:lnTo>
                    <a:pt x="95134" y="142957"/>
                  </a:lnTo>
                  <a:lnTo>
                    <a:pt x="951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3" name="Google Shape;8293;p103"/>
            <p:cNvSpPr/>
            <p:nvPr/>
          </p:nvSpPr>
          <p:spPr>
            <a:xfrm>
              <a:off x="819103" y="2185418"/>
              <a:ext cx="137693" cy="303471"/>
            </a:xfrm>
            <a:custGeom>
              <a:avLst/>
              <a:gdLst/>
              <a:ahLst/>
              <a:cxnLst/>
              <a:rect l="l" t="t" r="r" b="b"/>
              <a:pathLst>
                <a:path w="8575" h="18899" extrusionOk="0">
                  <a:moveTo>
                    <a:pt x="256" y="0"/>
                  </a:moveTo>
                  <a:lnTo>
                    <a:pt x="0" y="18899"/>
                  </a:lnTo>
                  <a:lnTo>
                    <a:pt x="8234" y="18899"/>
                  </a:lnTo>
                  <a:lnTo>
                    <a:pt x="8575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4" name="Google Shape;8294;p103"/>
            <p:cNvSpPr/>
            <p:nvPr/>
          </p:nvSpPr>
          <p:spPr>
            <a:xfrm>
              <a:off x="930077" y="2215558"/>
              <a:ext cx="132217" cy="273331"/>
            </a:xfrm>
            <a:custGeom>
              <a:avLst/>
              <a:gdLst/>
              <a:ahLst/>
              <a:cxnLst/>
              <a:rect l="l" t="t" r="r" b="b"/>
              <a:pathLst>
                <a:path w="8234" h="17022" extrusionOk="0">
                  <a:moveTo>
                    <a:pt x="256" y="0"/>
                  </a:moveTo>
                  <a:lnTo>
                    <a:pt x="0" y="17022"/>
                  </a:lnTo>
                  <a:lnTo>
                    <a:pt x="8234" y="17022"/>
                  </a:lnTo>
                  <a:lnTo>
                    <a:pt x="7039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5" name="Google Shape;8295;p103"/>
            <p:cNvSpPr/>
            <p:nvPr/>
          </p:nvSpPr>
          <p:spPr>
            <a:xfrm>
              <a:off x="1015021" y="2185418"/>
              <a:ext cx="187022" cy="303471"/>
            </a:xfrm>
            <a:custGeom>
              <a:avLst/>
              <a:gdLst/>
              <a:ahLst/>
              <a:cxnLst/>
              <a:rect l="l" t="t" r="r" b="b"/>
              <a:pathLst>
                <a:path w="11647" h="18899" extrusionOk="0">
                  <a:moveTo>
                    <a:pt x="0" y="0"/>
                  </a:moveTo>
                  <a:lnTo>
                    <a:pt x="1067" y="18899"/>
                  </a:lnTo>
                  <a:lnTo>
                    <a:pt x="11646" y="18899"/>
                  </a:lnTo>
                  <a:lnTo>
                    <a:pt x="11263" y="0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6" name="Google Shape;8296;p103"/>
            <p:cNvSpPr/>
            <p:nvPr/>
          </p:nvSpPr>
          <p:spPr>
            <a:xfrm>
              <a:off x="1145167" y="2208701"/>
              <a:ext cx="151406" cy="280187"/>
            </a:xfrm>
            <a:custGeom>
              <a:avLst/>
              <a:gdLst/>
              <a:ahLst/>
              <a:cxnLst/>
              <a:rect l="l" t="t" r="r" b="b"/>
              <a:pathLst>
                <a:path w="9429" h="17449" extrusionOk="0">
                  <a:moveTo>
                    <a:pt x="555" y="1"/>
                  </a:moveTo>
                  <a:lnTo>
                    <a:pt x="1" y="17449"/>
                  </a:lnTo>
                  <a:lnTo>
                    <a:pt x="9429" y="17449"/>
                  </a:lnTo>
                  <a:lnTo>
                    <a:pt x="8917" y="1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7" name="Google Shape;8297;p103"/>
            <p:cNvSpPr/>
            <p:nvPr/>
          </p:nvSpPr>
          <p:spPr>
            <a:xfrm>
              <a:off x="766355" y="2185418"/>
              <a:ext cx="74683" cy="303471"/>
            </a:xfrm>
            <a:custGeom>
              <a:avLst/>
              <a:gdLst/>
              <a:ahLst/>
              <a:cxnLst/>
              <a:rect l="l" t="t" r="r" b="b"/>
              <a:pathLst>
                <a:path w="4651" h="18899" extrusionOk="0">
                  <a:moveTo>
                    <a:pt x="0" y="0"/>
                  </a:moveTo>
                  <a:lnTo>
                    <a:pt x="214" y="18899"/>
                  </a:lnTo>
                  <a:lnTo>
                    <a:pt x="4650" y="18899"/>
                  </a:lnTo>
                  <a:lnTo>
                    <a:pt x="3669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8" name="Google Shape;8298;p103"/>
            <p:cNvSpPr/>
            <p:nvPr/>
          </p:nvSpPr>
          <p:spPr>
            <a:xfrm>
              <a:off x="849243" y="2215558"/>
              <a:ext cx="97967" cy="273331"/>
            </a:xfrm>
            <a:custGeom>
              <a:avLst/>
              <a:gdLst/>
              <a:ahLst/>
              <a:cxnLst/>
              <a:rect l="l" t="t" r="r" b="b"/>
              <a:pathLst>
                <a:path w="6101" h="17022" extrusionOk="0">
                  <a:moveTo>
                    <a:pt x="0" y="0"/>
                  </a:moveTo>
                  <a:lnTo>
                    <a:pt x="256" y="17022"/>
                  </a:lnTo>
                  <a:lnTo>
                    <a:pt x="6101" y="17022"/>
                  </a:lnTo>
                  <a:lnTo>
                    <a:pt x="5546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9" name="Google Shape;8299;p103"/>
            <p:cNvSpPr/>
            <p:nvPr/>
          </p:nvSpPr>
          <p:spPr>
            <a:xfrm>
              <a:off x="967057" y="2185418"/>
              <a:ext cx="98657" cy="303471"/>
            </a:xfrm>
            <a:custGeom>
              <a:avLst/>
              <a:gdLst/>
              <a:ahLst/>
              <a:cxnLst/>
              <a:rect l="l" t="t" r="r" b="b"/>
              <a:pathLst>
                <a:path w="6144" h="18899" extrusionOk="0">
                  <a:moveTo>
                    <a:pt x="214" y="0"/>
                  </a:moveTo>
                  <a:lnTo>
                    <a:pt x="1" y="18899"/>
                  </a:lnTo>
                  <a:lnTo>
                    <a:pt x="5589" y="18899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0" name="Google Shape;8300;p103"/>
            <p:cNvSpPr/>
            <p:nvPr/>
          </p:nvSpPr>
          <p:spPr>
            <a:xfrm>
              <a:off x="1084197" y="2208701"/>
              <a:ext cx="78120" cy="280187"/>
            </a:xfrm>
            <a:custGeom>
              <a:avLst/>
              <a:gdLst/>
              <a:ahLst/>
              <a:cxnLst/>
              <a:rect l="l" t="t" r="r" b="b"/>
              <a:pathLst>
                <a:path w="4865" h="17449" extrusionOk="0">
                  <a:moveTo>
                    <a:pt x="4395" y="1"/>
                  </a:moveTo>
                  <a:lnTo>
                    <a:pt x="1" y="513"/>
                  </a:lnTo>
                  <a:lnTo>
                    <a:pt x="1" y="17449"/>
                  </a:lnTo>
                  <a:lnTo>
                    <a:pt x="4864" y="17449"/>
                  </a:lnTo>
                  <a:lnTo>
                    <a:pt x="4395" y="1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1" name="Google Shape;8301;p103"/>
            <p:cNvSpPr/>
            <p:nvPr/>
          </p:nvSpPr>
          <p:spPr>
            <a:xfrm>
              <a:off x="1230111" y="2278583"/>
              <a:ext cx="62351" cy="210305"/>
            </a:xfrm>
            <a:custGeom>
              <a:avLst/>
              <a:gdLst/>
              <a:ahLst/>
              <a:cxnLst/>
              <a:rect l="l" t="t" r="r" b="b"/>
              <a:pathLst>
                <a:path w="3883" h="13097" extrusionOk="0">
                  <a:moveTo>
                    <a:pt x="214" y="0"/>
                  </a:moveTo>
                  <a:lnTo>
                    <a:pt x="1" y="13097"/>
                  </a:lnTo>
                  <a:lnTo>
                    <a:pt x="3456" y="13097"/>
                  </a:lnTo>
                  <a:lnTo>
                    <a:pt x="3883" y="0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2" name="Google Shape;8302;p103"/>
            <p:cNvSpPr/>
            <p:nvPr/>
          </p:nvSpPr>
          <p:spPr>
            <a:xfrm>
              <a:off x="1173252" y="2278583"/>
              <a:ext cx="74009" cy="210305"/>
            </a:xfrm>
            <a:custGeom>
              <a:avLst/>
              <a:gdLst/>
              <a:ahLst/>
              <a:cxnLst/>
              <a:rect l="l" t="t" r="r" b="b"/>
              <a:pathLst>
                <a:path w="4609" h="13097" extrusionOk="0">
                  <a:moveTo>
                    <a:pt x="1" y="0"/>
                  </a:moveTo>
                  <a:lnTo>
                    <a:pt x="470" y="13097"/>
                  </a:lnTo>
                  <a:lnTo>
                    <a:pt x="4608" y="13097"/>
                  </a:lnTo>
                  <a:lnTo>
                    <a:pt x="439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3" name="Google Shape;8303;p103"/>
            <p:cNvSpPr/>
            <p:nvPr/>
          </p:nvSpPr>
          <p:spPr>
            <a:xfrm>
              <a:off x="1295192" y="2201845"/>
              <a:ext cx="69882" cy="287044"/>
            </a:xfrm>
            <a:custGeom>
              <a:avLst/>
              <a:gdLst/>
              <a:ahLst/>
              <a:cxnLst/>
              <a:rect l="l" t="t" r="r" b="b"/>
              <a:pathLst>
                <a:path w="4352" h="17876" extrusionOk="0">
                  <a:moveTo>
                    <a:pt x="470" y="1"/>
                  </a:moveTo>
                  <a:lnTo>
                    <a:pt x="0" y="17876"/>
                  </a:lnTo>
                  <a:lnTo>
                    <a:pt x="4224" y="17876"/>
                  </a:lnTo>
                  <a:lnTo>
                    <a:pt x="4352" y="300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4" name="Google Shape;8304;p103"/>
            <p:cNvSpPr/>
            <p:nvPr/>
          </p:nvSpPr>
          <p:spPr>
            <a:xfrm>
              <a:off x="1254085" y="2201845"/>
              <a:ext cx="58931" cy="287044"/>
            </a:xfrm>
            <a:custGeom>
              <a:avLst/>
              <a:gdLst/>
              <a:ahLst/>
              <a:cxnLst/>
              <a:rect l="l" t="t" r="r" b="b"/>
              <a:pathLst>
                <a:path w="3670" h="17876" extrusionOk="0">
                  <a:moveTo>
                    <a:pt x="3286" y="1"/>
                  </a:moveTo>
                  <a:lnTo>
                    <a:pt x="1" y="129"/>
                  </a:lnTo>
                  <a:lnTo>
                    <a:pt x="129" y="17876"/>
                  </a:lnTo>
                  <a:lnTo>
                    <a:pt x="3669" y="17876"/>
                  </a:lnTo>
                  <a:lnTo>
                    <a:pt x="328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5" name="Google Shape;8305;p103"/>
            <p:cNvSpPr/>
            <p:nvPr/>
          </p:nvSpPr>
          <p:spPr>
            <a:xfrm>
              <a:off x="1352052" y="2178561"/>
              <a:ext cx="157572" cy="310327"/>
            </a:xfrm>
            <a:custGeom>
              <a:avLst/>
              <a:gdLst/>
              <a:ahLst/>
              <a:cxnLst/>
              <a:rect l="l" t="t" r="r" b="b"/>
              <a:pathLst>
                <a:path w="9813" h="19326" extrusionOk="0">
                  <a:moveTo>
                    <a:pt x="0" y="1"/>
                  </a:moveTo>
                  <a:lnTo>
                    <a:pt x="427" y="19326"/>
                  </a:lnTo>
                  <a:lnTo>
                    <a:pt x="9428" y="19326"/>
                  </a:lnTo>
                  <a:lnTo>
                    <a:pt x="9812" y="1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6" name="Google Shape;8306;p103"/>
            <p:cNvSpPr/>
            <p:nvPr/>
          </p:nvSpPr>
          <p:spPr>
            <a:xfrm>
              <a:off x="1321221" y="2178561"/>
              <a:ext cx="44544" cy="310327"/>
            </a:xfrm>
            <a:custGeom>
              <a:avLst/>
              <a:gdLst/>
              <a:ahLst/>
              <a:cxnLst/>
              <a:rect l="l" t="t" r="r" b="b"/>
              <a:pathLst>
                <a:path w="2774" h="19326" extrusionOk="0">
                  <a:moveTo>
                    <a:pt x="0" y="1"/>
                  </a:moveTo>
                  <a:lnTo>
                    <a:pt x="128" y="19326"/>
                  </a:lnTo>
                  <a:lnTo>
                    <a:pt x="2773" y="19326"/>
                  </a:lnTo>
                  <a:lnTo>
                    <a:pt x="221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7" name="Google Shape;8307;p103"/>
            <p:cNvSpPr/>
            <p:nvPr/>
          </p:nvSpPr>
          <p:spPr>
            <a:xfrm>
              <a:off x="1438361" y="2186783"/>
              <a:ext cx="170579" cy="302106"/>
            </a:xfrm>
            <a:custGeom>
              <a:avLst/>
              <a:gdLst/>
              <a:ahLst/>
              <a:cxnLst/>
              <a:rect l="l" t="t" r="r" b="b"/>
              <a:pathLst>
                <a:path w="10623" h="18814" extrusionOk="0">
                  <a:moveTo>
                    <a:pt x="1110" y="0"/>
                  </a:moveTo>
                  <a:lnTo>
                    <a:pt x="0" y="18814"/>
                  </a:lnTo>
                  <a:lnTo>
                    <a:pt x="10324" y="18814"/>
                  </a:lnTo>
                  <a:lnTo>
                    <a:pt x="10623" y="0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8" name="Google Shape;8308;p103"/>
            <p:cNvSpPr/>
            <p:nvPr/>
          </p:nvSpPr>
          <p:spPr>
            <a:xfrm>
              <a:off x="1377391" y="2186783"/>
              <a:ext cx="89071" cy="302106"/>
            </a:xfrm>
            <a:custGeom>
              <a:avLst/>
              <a:gdLst/>
              <a:ahLst/>
              <a:cxnLst/>
              <a:rect l="l" t="t" r="r" b="b"/>
              <a:pathLst>
                <a:path w="5547" h="18814" extrusionOk="0">
                  <a:moveTo>
                    <a:pt x="4949" y="0"/>
                  </a:moveTo>
                  <a:lnTo>
                    <a:pt x="1" y="427"/>
                  </a:lnTo>
                  <a:lnTo>
                    <a:pt x="129" y="18814"/>
                  </a:lnTo>
                  <a:lnTo>
                    <a:pt x="5546" y="18814"/>
                  </a:lnTo>
                  <a:lnTo>
                    <a:pt x="49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9" name="Google Shape;8309;p103"/>
            <p:cNvSpPr/>
            <p:nvPr/>
          </p:nvSpPr>
          <p:spPr>
            <a:xfrm>
              <a:off x="782107" y="2430648"/>
              <a:ext cx="40433" cy="18514"/>
            </a:xfrm>
            <a:custGeom>
              <a:avLst/>
              <a:gdLst/>
              <a:ahLst/>
              <a:cxnLst/>
              <a:rect l="l" t="t" r="r" b="b"/>
              <a:pathLst>
                <a:path w="2518" h="1153" extrusionOk="0">
                  <a:moveTo>
                    <a:pt x="0" y="1"/>
                  </a:moveTo>
                  <a:lnTo>
                    <a:pt x="0" y="1153"/>
                  </a:lnTo>
                  <a:lnTo>
                    <a:pt x="2517" y="1153"/>
                  </a:lnTo>
                  <a:lnTo>
                    <a:pt x="2517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0" name="Google Shape;8310;p103"/>
            <p:cNvSpPr/>
            <p:nvPr/>
          </p:nvSpPr>
          <p:spPr>
            <a:xfrm>
              <a:off x="782107" y="2460788"/>
              <a:ext cx="40433" cy="18514"/>
            </a:xfrm>
            <a:custGeom>
              <a:avLst/>
              <a:gdLst/>
              <a:ahLst/>
              <a:cxnLst/>
              <a:rect l="l" t="t" r="r" b="b"/>
              <a:pathLst>
                <a:path w="2518" h="1153" extrusionOk="0">
                  <a:moveTo>
                    <a:pt x="0" y="1"/>
                  </a:moveTo>
                  <a:lnTo>
                    <a:pt x="0" y="1153"/>
                  </a:lnTo>
                  <a:lnTo>
                    <a:pt x="2517" y="1153"/>
                  </a:lnTo>
                  <a:lnTo>
                    <a:pt x="2517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1" name="Google Shape;8311;p103"/>
            <p:cNvSpPr/>
            <p:nvPr/>
          </p:nvSpPr>
          <p:spPr>
            <a:xfrm>
              <a:off x="796494" y="2398453"/>
              <a:ext cx="6182" cy="20570"/>
            </a:xfrm>
            <a:custGeom>
              <a:avLst/>
              <a:gdLst/>
              <a:ahLst/>
              <a:cxnLst/>
              <a:rect l="l" t="t" r="r" b="b"/>
              <a:pathLst>
                <a:path w="385" h="1281" extrusionOk="0">
                  <a:moveTo>
                    <a:pt x="0" y="1"/>
                  </a:moveTo>
                  <a:lnTo>
                    <a:pt x="0" y="1280"/>
                  </a:lnTo>
                  <a:lnTo>
                    <a:pt x="384" y="1280"/>
                  </a:lnTo>
                  <a:lnTo>
                    <a:pt x="384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2" name="Google Shape;8312;p103"/>
            <p:cNvSpPr/>
            <p:nvPr/>
          </p:nvSpPr>
          <p:spPr>
            <a:xfrm>
              <a:off x="899937" y="2398453"/>
              <a:ext cx="6857" cy="20570"/>
            </a:xfrm>
            <a:custGeom>
              <a:avLst/>
              <a:gdLst/>
              <a:ahLst/>
              <a:cxnLst/>
              <a:rect l="l" t="t" r="r" b="b"/>
              <a:pathLst>
                <a:path w="427" h="1281" extrusionOk="0">
                  <a:moveTo>
                    <a:pt x="0" y="1"/>
                  </a:moveTo>
                  <a:lnTo>
                    <a:pt x="0" y="1280"/>
                  </a:lnTo>
                  <a:lnTo>
                    <a:pt x="427" y="1280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3" name="Google Shape;8313;p103"/>
            <p:cNvSpPr/>
            <p:nvPr/>
          </p:nvSpPr>
          <p:spPr>
            <a:xfrm>
              <a:off x="886914" y="2398453"/>
              <a:ext cx="6182" cy="20570"/>
            </a:xfrm>
            <a:custGeom>
              <a:avLst/>
              <a:gdLst/>
              <a:ahLst/>
              <a:cxnLst/>
              <a:rect l="l" t="t" r="r" b="b"/>
              <a:pathLst>
                <a:path w="385" h="1281" extrusionOk="0">
                  <a:moveTo>
                    <a:pt x="1" y="1"/>
                  </a:moveTo>
                  <a:lnTo>
                    <a:pt x="1" y="1280"/>
                  </a:lnTo>
                  <a:lnTo>
                    <a:pt x="385" y="1280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4" name="Google Shape;8314;p103"/>
            <p:cNvSpPr/>
            <p:nvPr/>
          </p:nvSpPr>
          <p:spPr>
            <a:xfrm>
              <a:off x="860195" y="2430648"/>
              <a:ext cx="71954" cy="18514"/>
            </a:xfrm>
            <a:custGeom>
              <a:avLst/>
              <a:gdLst/>
              <a:ahLst/>
              <a:cxnLst/>
              <a:rect l="l" t="t" r="r" b="b"/>
              <a:pathLst>
                <a:path w="4481" h="1153" extrusionOk="0">
                  <a:moveTo>
                    <a:pt x="1" y="1"/>
                  </a:moveTo>
                  <a:lnTo>
                    <a:pt x="1" y="1153"/>
                  </a:lnTo>
                  <a:lnTo>
                    <a:pt x="4480" y="1153"/>
                  </a:lnTo>
                  <a:lnTo>
                    <a:pt x="4480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5" name="Google Shape;8315;p103"/>
            <p:cNvSpPr/>
            <p:nvPr/>
          </p:nvSpPr>
          <p:spPr>
            <a:xfrm>
              <a:off x="860195" y="2460788"/>
              <a:ext cx="71954" cy="18514"/>
            </a:xfrm>
            <a:custGeom>
              <a:avLst/>
              <a:gdLst/>
              <a:ahLst/>
              <a:cxnLst/>
              <a:rect l="l" t="t" r="r" b="b"/>
              <a:pathLst>
                <a:path w="4481" h="1153" extrusionOk="0">
                  <a:moveTo>
                    <a:pt x="1" y="1"/>
                  </a:moveTo>
                  <a:lnTo>
                    <a:pt x="1" y="1153"/>
                  </a:lnTo>
                  <a:lnTo>
                    <a:pt x="4480" y="1153"/>
                  </a:lnTo>
                  <a:lnTo>
                    <a:pt x="4480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6" name="Google Shape;8316;p103"/>
            <p:cNvSpPr/>
            <p:nvPr/>
          </p:nvSpPr>
          <p:spPr>
            <a:xfrm>
              <a:off x="1330808" y="2471065"/>
              <a:ext cx="26045" cy="11658"/>
            </a:xfrm>
            <a:custGeom>
              <a:avLst/>
              <a:gdLst/>
              <a:ahLst/>
              <a:cxnLst/>
              <a:rect l="l" t="t" r="r" b="b"/>
              <a:pathLst>
                <a:path w="1622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622" y="726"/>
                  </a:lnTo>
                  <a:lnTo>
                    <a:pt x="1622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7" name="Google Shape;8317;p103"/>
            <p:cNvSpPr/>
            <p:nvPr/>
          </p:nvSpPr>
          <p:spPr>
            <a:xfrm>
              <a:off x="1330808" y="2188838"/>
              <a:ext cx="14404" cy="11658"/>
            </a:xfrm>
            <a:custGeom>
              <a:avLst/>
              <a:gdLst/>
              <a:ahLst/>
              <a:cxnLst/>
              <a:rect l="l" t="t" r="r" b="b"/>
              <a:pathLst>
                <a:path w="897" h="726" extrusionOk="0">
                  <a:moveTo>
                    <a:pt x="1" y="0"/>
                  </a:moveTo>
                  <a:lnTo>
                    <a:pt x="1" y="726"/>
                  </a:lnTo>
                  <a:lnTo>
                    <a:pt x="897" y="726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8" name="Google Shape;8318;p103"/>
            <p:cNvSpPr/>
            <p:nvPr/>
          </p:nvSpPr>
          <p:spPr>
            <a:xfrm>
              <a:off x="1385612" y="2464224"/>
              <a:ext cx="58241" cy="16443"/>
            </a:xfrm>
            <a:custGeom>
              <a:avLst/>
              <a:gdLst/>
              <a:ahLst/>
              <a:cxnLst/>
              <a:rect l="l" t="t" r="r" b="b"/>
              <a:pathLst>
                <a:path w="3627" h="1024" extrusionOk="0">
                  <a:moveTo>
                    <a:pt x="1" y="0"/>
                  </a:moveTo>
                  <a:lnTo>
                    <a:pt x="1" y="1024"/>
                  </a:lnTo>
                  <a:lnTo>
                    <a:pt x="3627" y="1024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9" name="Google Shape;8319;p103"/>
            <p:cNvSpPr/>
            <p:nvPr/>
          </p:nvSpPr>
          <p:spPr>
            <a:xfrm>
              <a:off x="1201336" y="2323095"/>
              <a:ext cx="17824" cy="125377"/>
            </a:xfrm>
            <a:custGeom>
              <a:avLst/>
              <a:gdLst/>
              <a:ahLst/>
              <a:cxnLst/>
              <a:rect l="l" t="t" r="r" b="b"/>
              <a:pathLst>
                <a:path w="1110" h="7808" extrusionOk="0">
                  <a:moveTo>
                    <a:pt x="1" y="1"/>
                  </a:moveTo>
                  <a:lnTo>
                    <a:pt x="171" y="7808"/>
                  </a:lnTo>
                  <a:lnTo>
                    <a:pt x="1110" y="7808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0" name="Google Shape;8320;p103"/>
            <p:cNvSpPr/>
            <p:nvPr/>
          </p:nvSpPr>
          <p:spPr>
            <a:xfrm>
              <a:off x="1189004" y="2288844"/>
              <a:ext cx="37013" cy="15785"/>
            </a:xfrm>
            <a:custGeom>
              <a:avLst/>
              <a:gdLst/>
              <a:ahLst/>
              <a:cxnLst/>
              <a:rect l="l" t="t" r="r" b="b"/>
              <a:pathLst>
                <a:path w="2305" h="983" extrusionOk="0">
                  <a:moveTo>
                    <a:pt x="1" y="1"/>
                  </a:moveTo>
                  <a:lnTo>
                    <a:pt x="1" y="982"/>
                  </a:lnTo>
                  <a:lnTo>
                    <a:pt x="2305" y="982"/>
                  </a:lnTo>
                  <a:lnTo>
                    <a:pt x="2305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1" name="Google Shape;8321;p103"/>
            <p:cNvSpPr/>
            <p:nvPr/>
          </p:nvSpPr>
          <p:spPr>
            <a:xfrm>
              <a:off x="1260942" y="2463534"/>
              <a:ext cx="41107" cy="16459"/>
            </a:xfrm>
            <a:custGeom>
              <a:avLst/>
              <a:gdLst/>
              <a:ahLst/>
              <a:cxnLst/>
              <a:rect l="l" t="t" r="r" b="b"/>
              <a:pathLst>
                <a:path w="2560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2560" y="102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2" name="Google Shape;8322;p103"/>
            <p:cNvSpPr/>
            <p:nvPr/>
          </p:nvSpPr>
          <p:spPr>
            <a:xfrm>
              <a:off x="1259561" y="2211447"/>
              <a:ext cx="38377" cy="17824"/>
            </a:xfrm>
            <a:custGeom>
              <a:avLst/>
              <a:gdLst/>
              <a:ahLst/>
              <a:cxnLst/>
              <a:rect l="l" t="t" r="r" b="b"/>
              <a:pathLst>
                <a:path w="2390" h="1110" extrusionOk="0">
                  <a:moveTo>
                    <a:pt x="2390" y="0"/>
                  </a:moveTo>
                  <a:lnTo>
                    <a:pt x="1" y="86"/>
                  </a:lnTo>
                  <a:lnTo>
                    <a:pt x="1" y="1109"/>
                  </a:lnTo>
                  <a:lnTo>
                    <a:pt x="2390" y="981"/>
                  </a:lnTo>
                  <a:lnTo>
                    <a:pt x="2390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3" name="Google Shape;8323;p103"/>
            <p:cNvSpPr/>
            <p:nvPr/>
          </p:nvSpPr>
          <p:spPr>
            <a:xfrm>
              <a:off x="1189004" y="2463534"/>
              <a:ext cx="45234" cy="16459"/>
            </a:xfrm>
            <a:custGeom>
              <a:avLst/>
              <a:gdLst/>
              <a:ahLst/>
              <a:cxnLst/>
              <a:rect l="l" t="t" r="r" b="b"/>
              <a:pathLst>
                <a:path w="2817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2817" y="1024"/>
                  </a:lnTo>
                  <a:lnTo>
                    <a:pt x="2817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4" name="Google Shape;8324;p103"/>
            <p:cNvSpPr/>
            <p:nvPr/>
          </p:nvSpPr>
          <p:spPr>
            <a:xfrm>
              <a:off x="1092418" y="2464224"/>
              <a:ext cx="58241" cy="16443"/>
            </a:xfrm>
            <a:custGeom>
              <a:avLst/>
              <a:gdLst/>
              <a:ahLst/>
              <a:cxnLst/>
              <a:rect l="l" t="t" r="r" b="b"/>
              <a:pathLst>
                <a:path w="3627" h="1024" extrusionOk="0">
                  <a:moveTo>
                    <a:pt x="1" y="0"/>
                  </a:moveTo>
                  <a:lnTo>
                    <a:pt x="1" y="1024"/>
                  </a:lnTo>
                  <a:lnTo>
                    <a:pt x="3627" y="1024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5" name="Google Shape;8325;p103"/>
            <p:cNvSpPr/>
            <p:nvPr/>
          </p:nvSpPr>
          <p:spPr>
            <a:xfrm>
              <a:off x="980080" y="2192258"/>
              <a:ext cx="71263" cy="31537"/>
            </a:xfrm>
            <a:custGeom>
              <a:avLst/>
              <a:gdLst/>
              <a:ahLst/>
              <a:cxnLst/>
              <a:rect l="l" t="t" r="r" b="b"/>
              <a:pathLst>
                <a:path w="4438" h="1964" extrusionOk="0">
                  <a:moveTo>
                    <a:pt x="0" y="1"/>
                  </a:moveTo>
                  <a:lnTo>
                    <a:pt x="0" y="1878"/>
                  </a:lnTo>
                  <a:lnTo>
                    <a:pt x="4437" y="1963"/>
                  </a:lnTo>
                  <a:lnTo>
                    <a:pt x="4437" y="1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6" name="Google Shape;8326;p103"/>
            <p:cNvSpPr/>
            <p:nvPr/>
          </p:nvSpPr>
          <p:spPr>
            <a:xfrm>
              <a:off x="978715" y="2447091"/>
              <a:ext cx="63026" cy="31521"/>
            </a:xfrm>
            <a:custGeom>
              <a:avLst/>
              <a:gdLst/>
              <a:ahLst/>
              <a:cxnLst/>
              <a:rect l="l" t="t" r="r" b="b"/>
              <a:pathLst>
                <a:path w="3925" h="1963" extrusionOk="0">
                  <a:moveTo>
                    <a:pt x="0" y="1"/>
                  </a:moveTo>
                  <a:lnTo>
                    <a:pt x="0" y="1878"/>
                  </a:lnTo>
                  <a:lnTo>
                    <a:pt x="3925" y="1963"/>
                  </a:lnTo>
                  <a:lnTo>
                    <a:pt x="3925" y="12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7" name="Google Shape;8327;p103"/>
            <p:cNvSpPr/>
            <p:nvPr/>
          </p:nvSpPr>
          <p:spPr>
            <a:xfrm>
              <a:off x="1385612" y="2432703"/>
              <a:ext cx="58241" cy="11658"/>
            </a:xfrm>
            <a:custGeom>
              <a:avLst/>
              <a:gdLst/>
              <a:ahLst/>
              <a:cxnLst/>
              <a:rect l="l" t="t" r="r" b="b"/>
              <a:pathLst>
                <a:path w="3627" h="726" extrusionOk="0">
                  <a:moveTo>
                    <a:pt x="1" y="1"/>
                  </a:moveTo>
                  <a:lnTo>
                    <a:pt x="1" y="726"/>
                  </a:lnTo>
                  <a:lnTo>
                    <a:pt x="3627" y="726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8" name="Google Shape;8328;p103"/>
            <p:cNvSpPr/>
            <p:nvPr/>
          </p:nvSpPr>
          <p:spPr>
            <a:xfrm>
              <a:off x="1385612" y="2201170"/>
              <a:ext cx="41123" cy="12348"/>
            </a:xfrm>
            <a:custGeom>
              <a:avLst/>
              <a:gdLst/>
              <a:ahLst/>
              <a:cxnLst/>
              <a:rect l="l" t="t" r="r" b="b"/>
              <a:pathLst>
                <a:path w="2561" h="769" extrusionOk="0">
                  <a:moveTo>
                    <a:pt x="1" y="0"/>
                  </a:moveTo>
                  <a:lnTo>
                    <a:pt x="1" y="768"/>
                  </a:lnTo>
                  <a:lnTo>
                    <a:pt x="2560" y="768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9" name="Google Shape;8329;p103"/>
            <p:cNvSpPr/>
            <p:nvPr/>
          </p:nvSpPr>
          <p:spPr>
            <a:xfrm>
              <a:off x="1385612" y="2228564"/>
              <a:ext cx="48654" cy="11658"/>
            </a:xfrm>
            <a:custGeom>
              <a:avLst/>
              <a:gdLst/>
              <a:ahLst/>
              <a:cxnLst/>
              <a:rect l="l" t="t" r="r" b="b"/>
              <a:pathLst>
                <a:path w="3030" h="726" extrusionOk="0">
                  <a:moveTo>
                    <a:pt x="1" y="1"/>
                  </a:moveTo>
                  <a:lnTo>
                    <a:pt x="1" y="726"/>
                  </a:lnTo>
                  <a:lnTo>
                    <a:pt x="3029" y="726"/>
                  </a:lnTo>
                  <a:lnTo>
                    <a:pt x="3029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0" name="Google Shape;8330;p103"/>
            <p:cNvSpPr/>
            <p:nvPr/>
          </p:nvSpPr>
          <p:spPr>
            <a:xfrm>
              <a:off x="1411641" y="2403254"/>
              <a:ext cx="6873" cy="23299"/>
            </a:xfrm>
            <a:custGeom>
              <a:avLst/>
              <a:gdLst/>
              <a:ahLst/>
              <a:cxnLst/>
              <a:rect l="l" t="t" r="r" b="b"/>
              <a:pathLst>
                <a:path w="428" h="1451" extrusionOk="0">
                  <a:moveTo>
                    <a:pt x="1" y="0"/>
                  </a:moveTo>
                  <a:lnTo>
                    <a:pt x="1" y="1451"/>
                  </a:lnTo>
                  <a:lnTo>
                    <a:pt x="427" y="1451"/>
                  </a:lnTo>
                  <a:lnTo>
                    <a:pt x="427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1" name="Google Shape;8331;p103"/>
            <p:cNvSpPr/>
            <p:nvPr/>
          </p:nvSpPr>
          <p:spPr>
            <a:xfrm>
              <a:off x="1334918" y="2451202"/>
              <a:ext cx="11658" cy="11658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1" y="1"/>
                  </a:moveTo>
                  <a:lnTo>
                    <a:pt x="1" y="726"/>
                  </a:lnTo>
                  <a:lnTo>
                    <a:pt x="726" y="726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2" name="Google Shape;8332;p103"/>
            <p:cNvSpPr/>
            <p:nvPr/>
          </p:nvSpPr>
          <p:spPr>
            <a:xfrm>
              <a:off x="881439" y="2234056"/>
              <a:ext cx="28101" cy="25355"/>
            </a:xfrm>
            <a:custGeom>
              <a:avLst/>
              <a:gdLst/>
              <a:ahLst/>
              <a:cxnLst/>
              <a:rect l="l" t="t" r="r" b="b"/>
              <a:pathLst>
                <a:path w="1750" h="1579" extrusionOk="0">
                  <a:moveTo>
                    <a:pt x="853" y="0"/>
                  </a:moveTo>
                  <a:cubicBezTo>
                    <a:pt x="384" y="0"/>
                    <a:pt x="0" y="341"/>
                    <a:pt x="0" y="768"/>
                  </a:cubicBezTo>
                  <a:cubicBezTo>
                    <a:pt x="0" y="1237"/>
                    <a:pt x="384" y="1579"/>
                    <a:pt x="853" y="1579"/>
                  </a:cubicBezTo>
                  <a:cubicBezTo>
                    <a:pt x="1365" y="1579"/>
                    <a:pt x="1749" y="1237"/>
                    <a:pt x="1749" y="768"/>
                  </a:cubicBezTo>
                  <a:cubicBezTo>
                    <a:pt x="1749" y="341"/>
                    <a:pt x="1365" y="0"/>
                    <a:pt x="853" y="0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3" name="Google Shape;8333;p103"/>
            <p:cNvSpPr/>
            <p:nvPr/>
          </p:nvSpPr>
          <p:spPr>
            <a:xfrm>
              <a:off x="779779" y="2197060"/>
              <a:ext cx="33849" cy="28550"/>
            </a:xfrm>
            <a:custGeom>
              <a:avLst/>
              <a:gdLst/>
              <a:ahLst/>
              <a:cxnLst/>
              <a:rect l="l" t="t" r="r" b="b"/>
              <a:pathLst>
                <a:path w="2108" h="1778" extrusionOk="0">
                  <a:moveTo>
                    <a:pt x="913" y="0"/>
                  </a:moveTo>
                  <a:cubicBezTo>
                    <a:pt x="487" y="0"/>
                    <a:pt x="60" y="342"/>
                    <a:pt x="60" y="811"/>
                  </a:cubicBezTo>
                  <a:cubicBezTo>
                    <a:pt x="1" y="1377"/>
                    <a:pt x="441" y="1777"/>
                    <a:pt x="916" y="1777"/>
                  </a:cubicBezTo>
                  <a:cubicBezTo>
                    <a:pt x="1120" y="1777"/>
                    <a:pt x="1331" y="1703"/>
                    <a:pt x="1511" y="1536"/>
                  </a:cubicBezTo>
                  <a:cubicBezTo>
                    <a:pt x="2108" y="1024"/>
                    <a:pt x="1724" y="0"/>
                    <a:pt x="913" y="0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4" name="Google Shape;8334;p103"/>
            <p:cNvSpPr/>
            <p:nvPr/>
          </p:nvSpPr>
          <p:spPr>
            <a:xfrm>
              <a:off x="1110435" y="2234056"/>
              <a:ext cx="16250" cy="13745"/>
            </a:xfrm>
            <a:custGeom>
              <a:avLst/>
              <a:gdLst/>
              <a:ahLst/>
              <a:cxnLst/>
              <a:rect l="l" t="t" r="r" b="b"/>
              <a:pathLst>
                <a:path w="1012" h="856" extrusionOk="0">
                  <a:moveTo>
                    <a:pt x="457" y="0"/>
                  </a:moveTo>
                  <a:cubicBezTo>
                    <a:pt x="201" y="0"/>
                    <a:pt x="31" y="171"/>
                    <a:pt x="31" y="384"/>
                  </a:cubicBezTo>
                  <a:cubicBezTo>
                    <a:pt x="1" y="651"/>
                    <a:pt x="219" y="856"/>
                    <a:pt x="440" y="856"/>
                  </a:cubicBezTo>
                  <a:cubicBezTo>
                    <a:pt x="537" y="856"/>
                    <a:pt x="635" y="816"/>
                    <a:pt x="713" y="725"/>
                  </a:cubicBezTo>
                  <a:cubicBezTo>
                    <a:pt x="1012" y="469"/>
                    <a:pt x="841" y="0"/>
                    <a:pt x="457" y="0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5" name="Google Shape;8335;p103"/>
            <p:cNvSpPr/>
            <p:nvPr/>
          </p:nvSpPr>
          <p:spPr>
            <a:xfrm>
              <a:off x="1112281" y="2325150"/>
              <a:ext cx="16459" cy="13456"/>
            </a:xfrm>
            <a:custGeom>
              <a:avLst/>
              <a:gdLst/>
              <a:ahLst/>
              <a:cxnLst/>
              <a:rect l="l" t="t" r="r" b="b"/>
              <a:pathLst>
                <a:path w="1025" h="838" extrusionOk="0">
                  <a:moveTo>
                    <a:pt x="428" y="1"/>
                  </a:moveTo>
                  <a:cubicBezTo>
                    <a:pt x="214" y="1"/>
                    <a:pt x="1" y="172"/>
                    <a:pt x="1" y="385"/>
                  </a:cubicBezTo>
                  <a:cubicBezTo>
                    <a:pt x="1" y="653"/>
                    <a:pt x="209" y="838"/>
                    <a:pt x="436" y="838"/>
                  </a:cubicBezTo>
                  <a:cubicBezTo>
                    <a:pt x="534" y="838"/>
                    <a:pt x="636" y="803"/>
                    <a:pt x="726" y="726"/>
                  </a:cubicBezTo>
                  <a:cubicBezTo>
                    <a:pt x="1025" y="470"/>
                    <a:pt x="811" y="1"/>
                    <a:pt x="428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6" name="Google Shape;8336;p103"/>
            <p:cNvSpPr/>
            <p:nvPr/>
          </p:nvSpPr>
          <p:spPr>
            <a:xfrm>
              <a:off x="1115910" y="2427918"/>
              <a:ext cx="16941" cy="13986"/>
            </a:xfrm>
            <a:custGeom>
              <a:avLst/>
              <a:gdLst/>
              <a:ahLst/>
              <a:cxnLst/>
              <a:rect l="l" t="t" r="r" b="b"/>
              <a:pathLst>
                <a:path w="1055" h="871" extrusionOk="0">
                  <a:moveTo>
                    <a:pt x="457" y="0"/>
                  </a:moveTo>
                  <a:cubicBezTo>
                    <a:pt x="244" y="0"/>
                    <a:pt x="31" y="171"/>
                    <a:pt x="31" y="384"/>
                  </a:cubicBezTo>
                  <a:cubicBezTo>
                    <a:pt x="0" y="661"/>
                    <a:pt x="235" y="871"/>
                    <a:pt x="481" y="871"/>
                  </a:cubicBezTo>
                  <a:cubicBezTo>
                    <a:pt x="576" y="871"/>
                    <a:pt x="673" y="839"/>
                    <a:pt x="756" y="768"/>
                  </a:cubicBezTo>
                  <a:cubicBezTo>
                    <a:pt x="1055" y="512"/>
                    <a:pt x="841" y="0"/>
                    <a:pt x="457" y="0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7" name="Google Shape;8337;p103"/>
            <p:cNvSpPr/>
            <p:nvPr/>
          </p:nvSpPr>
          <p:spPr>
            <a:xfrm>
              <a:off x="1534947" y="2186783"/>
              <a:ext cx="94547" cy="302106"/>
            </a:xfrm>
            <a:custGeom>
              <a:avLst/>
              <a:gdLst/>
              <a:ahLst/>
              <a:cxnLst/>
              <a:rect l="l" t="t" r="r" b="b"/>
              <a:pathLst>
                <a:path w="5888" h="18814" extrusionOk="0">
                  <a:moveTo>
                    <a:pt x="598" y="0"/>
                  </a:moveTo>
                  <a:lnTo>
                    <a:pt x="1" y="18814"/>
                  </a:lnTo>
                  <a:lnTo>
                    <a:pt x="5717" y="18814"/>
                  </a:lnTo>
                  <a:lnTo>
                    <a:pt x="5888" y="0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8" name="Google Shape;8338;p103"/>
            <p:cNvSpPr/>
            <p:nvPr/>
          </p:nvSpPr>
          <p:spPr>
            <a:xfrm>
              <a:off x="1500696" y="2186783"/>
              <a:ext cx="50019" cy="302106"/>
            </a:xfrm>
            <a:custGeom>
              <a:avLst/>
              <a:gdLst/>
              <a:ahLst/>
              <a:cxnLst/>
              <a:rect l="l" t="t" r="r" b="b"/>
              <a:pathLst>
                <a:path w="3115" h="18814" extrusionOk="0">
                  <a:moveTo>
                    <a:pt x="2773" y="0"/>
                  </a:moveTo>
                  <a:lnTo>
                    <a:pt x="0" y="427"/>
                  </a:lnTo>
                  <a:lnTo>
                    <a:pt x="86" y="18814"/>
                  </a:lnTo>
                  <a:lnTo>
                    <a:pt x="3115" y="18814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9" name="Google Shape;8339;p103"/>
            <p:cNvSpPr/>
            <p:nvPr/>
          </p:nvSpPr>
          <p:spPr>
            <a:xfrm>
              <a:off x="1505497" y="2464224"/>
              <a:ext cx="32211" cy="16443"/>
            </a:xfrm>
            <a:custGeom>
              <a:avLst/>
              <a:gdLst/>
              <a:ahLst/>
              <a:cxnLst/>
              <a:rect l="l" t="t" r="r" b="b"/>
              <a:pathLst>
                <a:path w="2006" h="1024" extrusionOk="0">
                  <a:moveTo>
                    <a:pt x="0" y="0"/>
                  </a:moveTo>
                  <a:lnTo>
                    <a:pt x="0" y="1024"/>
                  </a:lnTo>
                  <a:lnTo>
                    <a:pt x="2005" y="1024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0" name="Google Shape;8340;p103"/>
            <p:cNvSpPr/>
            <p:nvPr/>
          </p:nvSpPr>
          <p:spPr>
            <a:xfrm>
              <a:off x="1505497" y="2432703"/>
              <a:ext cx="32211" cy="11658"/>
            </a:xfrm>
            <a:custGeom>
              <a:avLst/>
              <a:gdLst/>
              <a:ahLst/>
              <a:cxnLst/>
              <a:rect l="l" t="t" r="r" b="b"/>
              <a:pathLst>
                <a:path w="2006" h="726" extrusionOk="0">
                  <a:moveTo>
                    <a:pt x="0" y="1"/>
                  </a:moveTo>
                  <a:lnTo>
                    <a:pt x="0" y="726"/>
                  </a:lnTo>
                  <a:lnTo>
                    <a:pt x="2005" y="726"/>
                  </a:lnTo>
                  <a:lnTo>
                    <a:pt x="2005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1" name="Google Shape;8341;p103"/>
            <p:cNvSpPr/>
            <p:nvPr/>
          </p:nvSpPr>
          <p:spPr>
            <a:xfrm>
              <a:off x="1505497" y="2201170"/>
              <a:ext cx="22609" cy="12348"/>
            </a:xfrm>
            <a:custGeom>
              <a:avLst/>
              <a:gdLst/>
              <a:ahLst/>
              <a:cxnLst/>
              <a:rect l="l" t="t" r="r" b="b"/>
              <a:pathLst>
                <a:path w="1408" h="769" extrusionOk="0">
                  <a:moveTo>
                    <a:pt x="0" y="0"/>
                  </a:moveTo>
                  <a:lnTo>
                    <a:pt x="0" y="768"/>
                  </a:lnTo>
                  <a:lnTo>
                    <a:pt x="1408" y="768"/>
                  </a:lnTo>
                  <a:lnTo>
                    <a:pt x="1408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2" name="Google Shape;8342;p103"/>
            <p:cNvSpPr/>
            <p:nvPr/>
          </p:nvSpPr>
          <p:spPr>
            <a:xfrm>
              <a:off x="1505497" y="2228564"/>
              <a:ext cx="27410" cy="11658"/>
            </a:xfrm>
            <a:custGeom>
              <a:avLst/>
              <a:gdLst/>
              <a:ahLst/>
              <a:cxnLst/>
              <a:rect l="l" t="t" r="r" b="b"/>
              <a:pathLst>
                <a:path w="1707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707" y="726"/>
                  </a:lnTo>
                  <a:lnTo>
                    <a:pt x="1707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3" name="Google Shape;8343;p103"/>
            <p:cNvSpPr/>
            <p:nvPr/>
          </p:nvSpPr>
          <p:spPr>
            <a:xfrm>
              <a:off x="1519869" y="2403254"/>
              <a:ext cx="3452" cy="23299"/>
            </a:xfrm>
            <a:custGeom>
              <a:avLst/>
              <a:gdLst/>
              <a:ahLst/>
              <a:cxnLst/>
              <a:rect l="l" t="t" r="r" b="b"/>
              <a:pathLst>
                <a:path w="215" h="1451" extrusionOk="0">
                  <a:moveTo>
                    <a:pt x="1" y="0"/>
                  </a:moveTo>
                  <a:lnTo>
                    <a:pt x="1" y="1451"/>
                  </a:lnTo>
                  <a:lnTo>
                    <a:pt x="214" y="1451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4" name="Google Shape;8344;p103"/>
            <p:cNvSpPr/>
            <p:nvPr/>
          </p:nvSpPr>
          <p:spPr>
            <a:xfrm>
              <a:off x="1606194" y="2185418"/>
              <a:ext cx="112354" cy="303471"/>
            </a:xfrm>
            <a:custGeom>
              <a:avLst/>
              <a:gdLst/>
              <a:ahLst/>
              <a:cxnLst/>
              <a:rect l="l" t="t" r="r" b="b"/>
              <a:pathLst>
                <a:path w="6997" h="18899" extrusionOk="0">
                  <a:moveTo>
                    <a:pt x="214" y="0"/>
                  </a:moveTo>
                  <a:lnTo>
                    <a:pt x="0" y="18899"/>
                  </a:lnTo>
                  <a:lnTo>
                    <a:pt x="6698" y="18899"/>
                  </a:lnTo>
                  <a:lnTo>
                    <a:pt x="6997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5" name="Google Shape;8345;p103"/>
            <p:cNvSpPr/>
            <p:nvPr/>
          </p:nvSpPr>
          <p:spPr>
            <a:xfrm>
              <a:off x="1696614" y="2215558"/>
              <a:ext cx="107569" cy="273331"/>
            </a:xfrm>
            <a:custGeom>
              <a:avLst/>
              <a:gdLst/>
              <a:ahLst/>
              <a:cxnLst/>
              <a:rect l="l" t="t" r="r" b="b"/>
              <a:pathLst>
                <a:path w="6699" h="17022" extrusionOk="0">
                  <a:moveTo>
                    <a:pt x="214" y="0"/>
                  </a:moveTo>
                  <a:lnTo>
                    <a:pt x="0" y="17022"/>
                  </a:lnTo>
                  <a:lnTo>
                    <a:pt x="6698" y="17022"/>
                  </a:lnTo>
                  <a:lnTo>
                    <a:pt x="5717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6" name="Google Shape;8346;p103"/>
            <p:cNvSpPr/>
            <p:nvPr/>
          </p:nvSpPr>
          <p:spPr>
            <a:xfrm>
              <a:off x="1765805" y="2263505"/>
              <a:ext cx="145240" cy="225383"/>
            </a:xfrm>
            <a:custGeom>
              <a:avLst/>
              <a:gdLst/>
              <a:ahLst/>
              <a:cxnLst/>
              <a:rect l="l" t="t" r="r" b="b"/>
              <a:pathLst>
                <a:path w="9045" h="14036" extrusionOk="0">
                  <a:moveTo>
                    <a:pt x="0" y="0"/>
                  </a:moveTo>
                  <a:lnTo>
                    <a:pt x="853" y="14036"/>
                  </a:lnTo>
                  <a:lnTo>
                    <a:pt x="9044" y="14036"/>
                  </a:lnTo>
                  <a:lnTo>
                    <a:pt x="8746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7" name="Google Shape;8347;p103"/>
            <p:cNvSpPr/>
            <p:nvPr/>
          </p:nvSpPr>
          <p:spPr>
            <a:xfrm>
              <a:off x="1925417" y="2164174"/>
              <a:ext cx="122631" cy="324715"/>
            </a:xfrm>
            <a:custGeom>
              <a:avLst/>
              <a:gdLst/>
              <a:ahLst/>
              <a:cxnLst/>
              <a:rect l="l" t="t" r="r" b="b"/>
              <a:pathLst>
                <a:path w="7637" h="20222" extrusionOk="0">
                  <a:moveTo>
                    <a:pt x="469" y="1"/>
                  </a:moveTo>
                  <a:lnTo>
                    <a:pt x="0" y="20222"/>
                  </a:lnTo>
                  <a:lnTo>
                    <a:pt x="7636" y="20222"/>
                  </a:lnTo>
                  <a:lnTo>
                    <a:pt x="7210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8" name="Google Shape;8348;p103"/>
            <p:cNvSpPr/>
            <p:nvPr/>
          </p:nvSpPr>
          <p:spPr>
            <a:xfrm>
              <a:off x="1563722" y="2185418"/>
              <a:ext cx="60296" cy="303471"/>
            </a:xfrm>
            <a:custGeom>
              <a:avLst/>
              <a:gdLst/>
              <a:ahLst/>
              <a:cxnLst/>
              <a:rect l="l" t="t" r="r" b="b"/>
              <a:pathLst>
                <a:path w="3755" h="18899" extrusionOk="0">
                  <a:moveTo>
                    <a:pt x="0" y="0"/>
                  </a:moveTo>
                  <a:lnTo>
                    <a:pt x="128" y="18899"/>
                  </a:lnTo>
                  <a:lnTo>
                    <a:pt x="3754" y="18899"/>
                  </a:lnTo>
                  <a:lnTo>
                    <a:pt x="2987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9" name="Google Shape;8349;p103"/>
            <p:cNvSpPr/>
            <p:nvPr/>
          </p:nvSpPr>
          <p:spPr>
            <a:xfrm>
              <a:off x="1630858" y="2215558"/>
              <a:ext cx="80159" cy="273331"/>
            </a:xfrm>
            <a:custGeom>
              <a:avLst/>
              <a:gdLst/>
              <a:ahLst/>
              <a:cxnLst/>
              <a:rect l="l" t="t" r="r" b="b"/>
              <a:pathLst>
                <a:path w="4992" h="17022" extrusionOk="0">
                  <a:moveTo>
                    <a:pt x="0" y="0"/>
                  </a:moveTo>
                  <a:lnTo>
                    <a:pt x="213" y="17022"/>
                  </a:lnTo>
                  <a:lnTo>
                    <a:pt x="4991" y="17022"/>
                  </a:lnTo>
                  <a:lnTo>
                    <a:pt x="4522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0" name="Google Shape;8350;p103"/>
            <p:cNvSpPr/>
            <p:nvPr/>
          </p:nvSpPr>
          <p:spPr>
            <a:xfrm>
              <a:off x="1728809" y="2263505"/>
              <a:ext cx="63716" cy="225383"/>
            </a:xfrm>
            <a:custGeom>
              <a:avLst/>
              <a:gdLst/>
              <a:ahLst/>
              <a:cxnLst/>
              <a:rect l="l" t="t" r="r" b="b"/>
              <a:pathLst>
                <a:path w="3968" h="14036" extrusionOk="0">
                  <a:moveTo>
                    <a:pt x="128" y="0"/>
                  </a:moveTo>
                  <a:lnTo>
                    <a:pt x="0" y="14036"/>
                  </a:lnTo>
                  <a:lnTo>
                    <a:pt x="3584" y="14036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1" name="Google Shape;8351;p103"/>
            <p:cNvSpPr/>
            <p:nvPr/>
          </p:nvSpPr>
          <p:spPr>
            <a:xfrm>
              <a:off x="1876088" y="2164174"/>
              <a:ext cx="63716" cy="324715"/>
            </a:xfrm>
            <a:custGeom>
              <a:avLst/>
              <a:gdLst/>
              <a:ahLst/>
              <a:cxnLst/>
              <a:rect l="l" t="t" r="r" b="b"/>
              <a:pathLst>
                <a:path w="3968" h="20222" extrusionOk="0">
                  <a:moveTo>
                    <a:pt x="3584" y="1"/>
                  </a:moveTo>
                  <a:lnTo>
                    <a:pt x="1" y="598"/>
                  </a:lnTo>
                  <a:lnTo>
                    <a:pt x="1" y="20222"/>
                  </a:lnTo>
                  <a:lnTo>
                    <a:pt x="3968" y="20222"/>
                  </a:lnTo>
                  <a:lnTo>
                    <a:pt x="3584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2" name="Google Shape;8352;p103"/>
            <p:cNvSpPr/>
            <p:nvPr/>
          </p:nvSpPr>
          <p:spPr>
            <a:xfrm>
              <a:off x="1994593" y="2278583"/>
              <a:ext cx="50035" cy="210305"/>
            </a:xfrm>
            <a:custGeom>
              <a:avLst/>
              <a:gdLst/>
              <a:ahLst/>
              <a:cxnLst/>
              <a:rect l="l" t="t" r="r" b="b"/>
              <a:pathLst>
                <a:path w="3116" h="13097" extrusionOk="0">
                  <a:moveTo>
                    <a:pt x="171" y="0"/>
                  </a:moveTo>
                  <a:lnTo>
                    <a:pt x="1" y="13097"/>
                  </a:lnTo>
                  <a:lnTo>
                    <a:pt x="2816" y="13097"/>
                  </a:lnTo>
                  <a:lnTo>
                    <a:pt x="3115" y="0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3" name="Google Shape;8353;p103"/>
            <p:cNvSpPr/>
            <p:nvPr/>
          </p:nvSpPr>
          <p:spPr>
            <a:xfrm>
              <a:off x="1948010" y="2278583"/>
              <a:ext cx="60296" cy="210305"/>
            </a:xfrm>
            <a:custGeom>
              <a:avLst/>
              <a:gdLst/>
              <a:ahLst/>
              <a:cxnLst/>
              <a:rect l="l" t="t" r="r" b="b"/>
              <a:pathLst>
                <a:path w="3755" h="13097" extrusionOk="0">
                  <a:moveTo>
                    <a:pt x="1" y="0"/>
                  </a:moveTo>
                  <a:lnTo>
                    <a:pt x="385" y="13097"/>
                  </a:lnTo>
                  <a:lnTo>
                    <a:pt x="3755" y="13097"/>
                  </a:lnTo>
                  <a:lnTo>
                    <a:pt x="3584" y="0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4" name="Google Shape;8354;p103"/>
            <p:cNvSpPr/>
            <p:nvPr/>
          </p:nvSpPr>
          <p:spPr>
            <a:xfrm>
              <a:off x="2046651" y="2201845"/>
              <a:ext cx="56876" cy="287044"/>
            </a:xfrm>
            <a:custGeom>
              <a:avLst/>
              <a:gdLst/>
              <a:ahLst/>
              <a:cxnLst/>
              <a:rect l="l" t="t" r="r" b="b"/>
              <a:pathLst>
                <a:path w="3542" h="17876" extrusionOk="0">
                  <a:moveTo>
                    <a:pt x="385" y="1"/>
                  </a:moveTo>
                  <a:lnTo>
                    <a:pt x="1" y="17876"/>
                  </a:lnTo>
                  <a:lnTo>
                    <a:pt x="3457" y="17876"/>
                  </a:lnTo>
                  <a:lnTo>
                    <a:pt x="3542" y="300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5" name="Google Shape;8355;p103"/>
            <p:cNvSpPr/>
            <p:nvPr/>
          </p:nvSpPr>
          <p:spPr>
            <a:xfrm>
              <a:off x="2013781" y="2201845"/>
              <a:ext cx="47964" cy="287044"/>
            </a:xfrm>
            <a:custGeom>
              <a:avLst/>
              <a:gdLst/>
              <a:ahLst/>
              <a:cxnLst/>
              <a:rect l="l" t="t" r="r" b="b"/>
              <a:pathLst>
                <a:path w="2987" h="17876" extrusionOk="0">
                  <a:moveTo>
                    <a:pt x="2645" y="1"/>
                  </a:moveTo>
                  <a:lnTo>
                    <a:pt x="0" y="129"/>
                  </a:lnTo>
                  <a:lnTo>
                    <a:pt x="86" y="17876"/>
                  </a:lnTo>
                  <a:lnTo>
                    <a:pt x="2987" y="17876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6" name="Google Shape;8356;p103"/>
            <p:cNvSpPr/>
            <p:nvPr/>
          </p:nvSpPr>
          <p:spPr>
            <a:xfrm>
              <a:off x="2106947" y="2178561"/>
              <a:ext cx="201409" cy="310327"/>
            </a:xfrm>
            <a:custGeom>
              <a:avLst/>
              <a:gdLst/>
              <a:ahLst/>
              <a:cxnLst/>
              <a:rect l="l" t="t" r="r" b="b"/>
              <a:pathLst>
                <a:path w="12543" h="19326" extrusionOk="0">
                  <a:moveTo>
                    <a:pt x="0" y="1"/>
                  </a:moveTo>
                  <a:lnTo>
                    <a:pt x="597" y="19326"/>
                  </a:lnTo>
                  <a:lnTo>
                    <a:pt x="12073" y="19326"/>
                  </a:lnTo>
                  <a:lnTo>
                    <a:pt x="12542" y="1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7" name="Google Shape;8357;p103"/>
            <p:cNvSpPr/>
            <p:nvPr/>
          </p:nvSpPr>
          <p:spPr>
            <a:xfrm>
              <a:off x="2068586" y="2178561"/>
              <a:ext cx="75358" cy="310327"/>
            </a:xfrm>
            <a:custGeom>
              <a:avLst/>
              <a:gdLst/>
              <a:ahLst/>
              <a:cxnLst/>
              <a:rect l="l" t="t" r="r" b="b"/>
              <a:pathLst>
                <a:path w="4693" h="19326" extrusionOk="0">
                  <a:moveTo>
                    <a:pt x="0" y="1"/>
                  </a:moveTo>
                  <a:lnTo>
                    <a:pt x="171" y="19326"/>
                  </a:lnTo>
                  <a:lnTo>
                    <a:pt x="4693" y="19326"/>
                  </a:lnTo>
                  <a:lnTo>
                    <a:pt x="3712" y="1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8" name="Google Shape;8358;p103"/>
            <p:cNvSpPr/>
            <p:nvPr/>
          </p:nvSpPr>
          <p:spPr>
            <a:xfrm>
              <a:off x="1576054" y="2430648"/>
              <a:ext cx="32886" cy="18514"/>
            </a:xfrm>
            <a:custGeom>
              <a:avLst/>
              <a:gdLst/>
              <a:ahLst/>
              <a:cxnLst/>
              <a:rect l="l" t="t" r="r" b="b"/>
              <a:pathLst>
                <a:path w="2048" h="1153" extrusionOk="0">
                  <a:moveTo>
                    <a:pt x="0" y="1"/>
                  </a:moveTo>
                  <a:lnTo>
                    <a:pt x="0" y="1153"/>
                  </a:lnTo>
                  <a:lnTo>
                    <a:pt x="2048" y="1153"/>
                  </a:lnTo>
                  <a:lnTo>
                    <a:pt x="2048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9" name="Google Shape;8359;p103"/>
            <p:cNvSpPr/>
            <p:nvPr/>
          </p:nvSpPr>
          <p:spPr>
            <a:xfrm>
              <a:off x="1576054" y="2460788"/>
              <a:ext cx="32886" cy="18514"/>
            </a:xfrm>
            <a:custGeom>
              <a:avLst/>
              <a:gdLst/>
              <a:ahLst/>
              <a:cxnLst/>
              <a:rect l="l" t="t" r="r" b="b"/>
              <a:pathLst>
                <a:path w="2048" h="1153" extrusionOk="0">
                  <a:moveTo>
                    <a:pt x="0" y="1"/>
                  </a:moveTo>
                  <a:lnTo>
                    <a:pt x="0" y="1153"/>
                  </a:lnTo>
                  <a:lnTo>
                    <a:pt x="2048" y="1153"/>
                  </a:lnTo>
                  <a:lnTo>
                    <a:pt x="2048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0" name="Google Shape;8360;p103"/>
            <p:cNvSpPr/>
            <p:nvPr/>
          </p:nvSpPr>
          <p:spPr>
            <a:xfrm>
              <a:off x="1587696" y="2399143"/>
              <a:ext cx="4801" cy="20570"/>
            </a:xfrm>
            <a:custGeom>
              <a:avLst/>
              <a:gdLst/>
              <a:ahLst/>
              <a:cxnLst/>
              <a:rect l="l" t="t" r="r" b="b"/>
              <a:pathLst>
                <a:path w="299" h="1281" extrusionOk="0">
                  <a:moveTo>
                    <a:pt x="0" y="0"/>
                  </a:moveTo>
                  <a:lnTo>
                    <a:pt x="0" y="1280"/>
                  </a:lnTo>
                  <a:lnTo>
                    <a:pt x="299" y="128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1" name="Google Shape;8361;p103"/>
            <p:cNvSpPr/>
            <p:nvPr/>
          </p:nvSpPr>
          <p:spPr>
            <a:xfrm>
              <a:off x="1671949" y="2399143"/>
              <a:ext cx="5492" cy="20570"/>
            </a:xfrm>
            <a:custGeom>
              <a:avLst/>
              <a:gdLst/>
              <a:ahLst/>
              <a:cxnLst/>
              <a:rect l="l" t="t" r="r" b="b"/>
              <a:pathLst>
                <a:path w="342" h="1281" extrusionOk="0">
                  <a:moveTo>
                    <a:pt x="1" y="0"/>
                  </a:moveTo>
                  <a:lnTo>
                    <a:pt x="1" y="1280"/>
                  </a:lnTo>
                  <a:lnTo>
                    <a:pt x="342" y="128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2" name="Google Shape;8362;p103"/>
            <p:cNvSpPr/>
            <p:nvPr/>
          </p:nvSpPr>
          <p:spPr>
            <a:xfrm>
              <a:off x="1660998" y="2398453"/>
              <a:ext cx="5492" cy="20570"/>
            </a:xfrm>
            <a:custGeom>
              <a:avLst/>
              <a:gdLst/>
              <a:ahLst/>
              <a:cxnLst/>
              <a:rect l="l" t="t" r="r" b="b"/>
              <a:pathLst>
                <a:path w="342" h="1281" extrusionOk="0">
                  <a:moveTo>
                    <a:pt x="0" y="1"/>
                  </a:moveTo>
                  <a:lnTo>
                    <a:pt x="0" y="1280"/>
                  </a:lnTo>
                  <a:lnTo>
                    <a:pt x="341" y="1280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3" name="Google Shape;8363;p103"/>
            <p:cNvSpPr/>
            <p:nvPr/>
          </p:nvSpPr>
          <p:spPr>
            <a:xfrm>
              <a:off x="1639754" y="2430648"/>
              <a:ext cx="58931" cy="18514"/>
            </a:xfrm>
            <a:custGeom>
              <a:avLst/>
              <a:gdLst/>
              <a:ahLst/>
              <a:cxnLst/>
              <a:rect l="l" t="t" r="r" b="b"/>
              <a:pathLst>
                <a:path w="3670" h="1153" extrusionOk="0">
                  <a:moveTo>
                    <a:pt x="1" y="1"/>
                  </a:moveTo>
                  <a:lnTo>
                    <a:pt x="1" y="1153"/>
                  </a:lnTo>
                  <a:lnTo>
                    <a:pt x="3669" y="1153"/>
                  </a:lnTo>
                  <a:lnTo>
                    <a:pt x="3669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4" name="Google Shape;8364;p103"/>
            <p:cNvSpPr/>
            <p:nvPr/>
          </p:nvSpPr>
          <p:spPr>
            <a:xfrm>
              <a:off x="1639754" y="2460788"/>
              <a:ext cx="58931" cy="18514"/>
            </a:xfrm>
            <a:custGeom>
              <a:avLst/>
              <a:gdLst/>
              <a:ahLst/>
              <a:cxnLst/>
              <a:rect l="l" t="t" r="r" b="b"/>
              <a:pathLst>
                <a:path w="3670" h="1153" extrusionOk="0">
                  <a:moveTo>
                    <a:pt x="1" y="1"/>
                  </a:moveTo>
                  <a:lnTo>
                    <a:pt x="1" y="1153"/>
                  </a:lnTo>
                  <a:lnTo>
                    <a:pt x="3669" y="1153"/>
                  </a:lnTo>
                  <a:lnTo>
                    <a:pt x="3669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5" name="Google Shape;8365;p103"/>
            <p:cNvSpPr/>
            <p:nvPr/>
          </p:nvSpPr>
          <p:spPr>
            <a:xfrm>
              <a:off x="2090504" y="2471065"/>
              <a:ext cx="31521" cy="11658"/>
            </a:xfrm>
            <a:custGeom>
              <a:avLst/>
              <a:gdLst/>
              <a:ahLst/>
              <a:cxnLst/>
              <a:rect l="l" t="t" r="r" b="b"/>
              <a:pathLst>
                <a:path w="1963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963" y="726"/>
                  </a:lnTo>
                  <a:lnTo>
                    <a:pt x="1963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6" name="Google Shape;8366;p103"/>
            <p:cNvSpPr/>
            <p:nvPr/>
          </p:nvSpPr>
          <p:spPr>
            <a:xfrm>
              <a:off x="2090504" y="2188838"/>
              <a:ext cx="17824" cy="11658"/>
            </a:xfrm>
            <a:custGeom>
              <a:avLst/>
              <a:gdLst/>
              <a:ahLst/>
              <a:cxnLst/>
              <a:rect l="l" t="t" r="r" b="b"/>
              <a:pathLst>
                <a:path w="1110" h="726" extrusionOk="0">
                  <a:moveTo>
                    <a:pt x="0" y="0"/>
                  </a:moveTo>
                  <a:lnTo>
                    <a:pt x="0" y="726"/>
                  </a:lnTo>
                  <a:lnTo>
                    <a:pt x="1109" y="726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7" name="Google Shape;8367;p103"/>
            <p:cNvSpPr/>
            <p:nvPr/>
          </p:nvSpPr>
          <p:spPr>
            <a:xfrm>
              <a:off x="1971309" y="2323095"/>
              <a:ext cx="14404" cy="125377"/>
            </a:xfrm>
            <a:custGeom>
              <a:avLst/>
              <a:gdLst/>
              <a:ahLst/>
              <a:cxnLst/>
              <a:rect l="l" t="t" r="r" b="b"/>
              <a:pathLst>
                <a:path w="897" h="7808" extrusionOk="0">
                  <a:moveTo>
                    <a:pt x="0" y="1"/>
                  </a:moveTo>
                  <a:lnTo>
                    <a:pt x="128" y="7808"/>
                  </a:lnTo>
                  <a:lnTo>
                    <a:pt x="896" y="7808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8" name="Google Shape;8368;p103"/>
            <p:cNvSpPr/>
            <p:nvPr/>
          </p:nvSpPr>
          <p:spPr>
            <a:xfrm>
              <a:off x="1961033" y="2288844"/>
              <a:ext cx="30156" cy="15785"/>
            </a:xfrm>
            <a:custGeom>
              <a:avLst/>
              <a:gdLst/>
              <a:ahLst/>
              <a:cxnLst/>
              <a:rect l="l" t="t" r="r" b="b"/>
              <a:pathLst>
                <a:path w="1878" h="983" extrusionOk="0">
                  <a:moveTo>
                    <a:pt x="0" y="1"/>
                  </a:moveTo>
                  <a:lnTo>
                    <a:pt x="0" y="982"/>
                  </a:lnTo>
                  <a:lnTo>
                    <a:pt x="1877" y="982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9" name="Google Shape;8369;p103"/>
            <p:cNvSpPr/>
            <p:nvPr/>
          </p:nvSpPr>
          <p:spPr>
            <a:xfrm>
              <a:off x="2019257" y="2463534"/>
              <a:ext cx="32902" cy="16459"/>
            </a:xfrm>
            <a:custGeom>
              <a:avLst/>
              <a:gdLst/>
              <a:ahLst/>
              <a:cxnLst/>
              <a:rect l="l" t="t" r="r" b="b"/>
              <a:pathLst>
                <a:path w="2049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2048" y="1024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0" name="Google Shape;8370;p103"/>
            <p:cNvSpPr/>
            <p:nvPr/>
          </p:nvSpPr>
          <p:spPr>
            <a:xfrm>
              <a:off x="2018567" y="2211447"/>
              <a:ext cx="30846" cy="17824"/>
            </a:xfrm>
            <a:custGeom>
              <a:avLst/>
              <a:gdLst/>
              <a:ahLst/>
              <a:cxnLst/>
              <a:rect l="l" t="t" r="r" b="b"/>
              <a:pathLst>
                <a:path w="1921" h="1110" extrusionOk="0">
                  <a:moveTo>
                    <a:pt x="1921" y="0"/>
                  </a:moveTo>
                  <a:lnTo>
                    <a:pt x="1" y="86"/>
                  </a:lnTo>
                  <a:lnTo>
                    <a:pt x="1" y="1109"/>
                  </a:lnTo>
                  <a:lnTo>
                    <a:pt x="1921" y="981"/>
                  </a:lnTo>
                  <a:lnTo>
                    <a:pt x="1921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1" name="Google Shape;8371;p103"/>
            <p:cNvSpPr/>
            <p:nvPr/>
          </p:nvSpPr>
          <p:spPr>
            <a:xfrm>
              <a:off x="1961033" y="2463534"/>
              <a:ext cx="36322" cy="16459"/>
            </a:xfrm>
            <a:custGeom>
              <a:avLst/>
              <a:gdLst/>
              <a:ahLst/>
              <a:cxnLst/>
              <a:rect l="l" t="t" r="r" b="b"/>
              <a:pathLst>
                <a:path w="2262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2261" y="1024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2" name="Google Shape;8372;p103"/>
            <p:cNvSpPr/>
            <p:nvPr/>
          </p:nvSpPr>
          <p:spPr>
            <a:xfrm>
              <a:off x="1882945" y="2460788"/>
              <a:ext cx="46599" cy="18514"/>
            </a:xfrm>
            <a:custGeom>
              <a:avLst/>
              <a:gdLst/>
              <a:ahLst/>
              <a:cxnLst/>
              <a:rect l="l" t="t" r="r" b="b"/>
              <a:pathLst>
                <a:path w="2902" h="1153" extrusionOk="0">
                  <a:moveTo>
                    <a:pt x="0" y="1"/>
                  </a:moveTo>
                  <a:lnTo>
                    <a:pt x="0" y="1153"/>
                  </a:lnTo>
                  <a:lnTo>
                    <a:pt x="2901" y="1153"/>
                  </a:lnTo>
                  <a:lnTo>
                    <a:pt x="2901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3" name="Google Shape;8373;p103"/>
            <p:cNvSpPr/>
            <p:nvPr/>
          </p:nvSpPr>
          <p:spPr>
            <a:xfrm>
              <a:off x="1738395" y="2268307"/>
              <a:ext cx="32902" cy="23299"/>
            </a:xfrm>
            <a:custGeom>
              <a:avLst/>
              <a:gdLst/>
              <a:ahLst/>
              <a:cxnLst/>
              <a:rect l="l" t="t" r="r" b="b"/>
              <a:pathLst>
                <a:path w="2049" h="1451" extrusionOk="0">
                  <a:moveTo>
                    <a:pt x="1" y="0"/>
                  </a:moveTo>
                  <a:lnTo>
                    <a:pt x="1" y="1365"/>
                  </a:lnTo>
                  <a:lnTo>
                    <a:pt x="2048" y="1451"/>
                  </a:lnTo>
                  <a:lnTo>
                    <a:pt x="2048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4" name="Google Shape;8374;p103"/>
            <p:cNvSpPr/>
            <p:nvPr/>
          </p:nvSpPr>
          <p:spPr>
            <a:xfrm>
              <a:off x="1737721" y="2458058"/>
              <a:ext cx="48638" cy="23299"/>
            </a:xfrm>
            <a:custGeom>
              <a:avLst/>
              <a:gdLst/>
              <a:ahLst/>
              <a:cxnLst/>
              <a:rect l="l" t="t" r="r" b="b"/>
              <a:pathLst>
                <a:path w="3029" h="1451" extrusionOk="0">
                  <a:moveTo>
                    <a:pt x="0" y="0"/>
                  </a:moveTo>
                  <a:lnTo>
                    <a:pt x="0" y="1365"/>
                  </a:lnTo>
                  <a:lnTo>
                    <a:pt x="3029" y="1451"/>
                  </a:lnTo>
                  <a:lnTo>
                    <a:pt x="3029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5" name="Google Shape;8375;p103"/>
            <p:cNvSpPr/>
            <p:nvPr/>
          </p:nvSpPr>
          <p:spPr>
            <a:xfrm>
              <a:off x="2095289" y="2451202"/>
              <a:ext cx="14404" cy="11658"/>
            </a:xfrm>
            <a:custGeom>
              <a:avLst/>
              <a:gdLst/>
              <a:ahLst/>
              <a:cxnLst/>
              <a:rect l="l" t="t" r="r" b="b"/>
              <a:pathLst>
                <a:path w="897" h="726" extrusionOk="0">
                  <a:moveTo>
                    <a:pt x="1" y="1"/>
                  </a:moveTo>
                  <a:lnTo>
                    <a:pt x="1" y="726"/>
                  </a:lnTo>
                  <a:lnTo>
                    <a:pt x="897" y="726"/>
                  </a:lnTo>
                  <a:lnTo>
                    <a:pt x="897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6" name="Google Shape;8376;p103"/>
            <p:cNvSpPr/>
            <p:nvPr/>
          </p:nvSpPr>
          <p:spPr>
            <a:xfrm>
              <a:off x="1656197" y="2234024"/>
              <a:ext cx="27234" cy="22786"/>
            </a:xfrm>
            <a:custGeom>
              <a:avLst/>
              <a:gdLst/>
              <a:ahLst/>
              <a:cxnLst/>
              <a:rect l="l" t="t" r="r" b="b"/>
              <a:pathLst>
                <a:path w="1696" h="1419" extrusionOk="0">
                  <a:moveTo>
                    <a:pt x="816" y="0"/>
                  </a:moveTo>
                  <a:cubicBezTo>
                    <a:pt x="800" y="0"/>
                    <a:pt x="784" y="1"/>
                    <a:pt x="768" y="2"/>
                  </a:cubicBezTo>
                  <a:cubicBezTo>
                    <a:pt x="342" y="2"/>
                    <a:pt x="0" y="386"/>
                    <a:pt x="43" y="770"/>
                  </a:cubicBezTo>
                  <a:cubicBezTo>
                    <a:pt x="98" y="1183"/>
                    <a:pt x="438" y="1419"/>
                    <a:pt x="775" y="1419"/>
                  </a:cubicBezTo>
                  <a:cubicBezTo>
                    <a:pt x="960" y="1419"/>
                    <a:pt x="1144" y="1348"/>
                    <a:pt x="1280" y="1197"/>
                  </a:cubicBezTo>
                  <a:cubicBezTo>
                    <a:pt x="1695" y="740"/>
                    <a:pt x="1383" y="0"/>
                    <a:pt x="816" y="0"/>
                  </a:cubicBez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7" name="Google Shape;8377;p103"/>
            <p:cNvSpPr/>
            <p:nvPr/>
          </p:nvSpPr>
          <p:spPr>
            <a:xfrm>
              <a:off x="1574673" y="2197060"/>
              <a:ext cx="23315" cy="26045"/>
            </a:xfrm>
            <a:custGeom>
              <a:avLst/>
              <a:gdLst/>
              <a:ahLst/>
              <a:cxnLst/>
              <a:rect l="l" t="t" r="r" b="b"/>
              <a:pathLst>
                <a:path w="1452" h="1622" extrusionOk="0">
                  <a:moveTo>
                    <a:pt x="726" y="0"/>
                  </a:moveTo>
                  <a:cubicBezTo>
                    <a:pt x="342" y="0"/>
                    <a:pt x="1" y="384"/>
                    <a:pt x="1" y="811"/>
                  </a:cubicBezTo>
                  <a:cubicBezTo>
                    <a:pt x="1" y="1238"/>
                    <a:pt x="342" y="1621"/>
                    <a:pt x="726" y="1621"/>
                  </a:cubicBezTo>
                  <a:cubicBezTo>
                    <a:pt x="1110" y="1621"/>
                    <a:pt x="1451" y="1238"/>
                    <a:pt x="1451" y="811"/>
                  </a:cubicBezTo>
                  <a:cubicBezTo>
                    <a:pt x="1451" y="384"/>
                    <a:pt x="1110" y="0"/>
                    <a:pt x="726" y="0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8" name="Google Shape;8378;p103"/>
            <p:cNvSpPr/>
            <p:nvPr/>
          </p:nvSpPr>
          <p:spPr>
            <a:xfrm>
              <a:off x="1902118" y="2193639"/>
              <a:ext cx="16459" cy="13617"/>
            </a:xfrm>
            <a:custGeom>
              <a:avLst/>
              <a:gdLst/>
              <a:ahLst/>
              <a:cxnLst/>
              <a:rect l="l" t="t" r="r" b="b"/>
              <a:pathLst>
                <a:path w="1025" h="848" extrusionOk="0">
                  <a:moveTo>
                    <a:pt x="427" y="0"/>
                  </a:moveTo>
                  <a:cubicBezTo>
                    <a:pt x="214" y="0"/>
                    <a:pt x="1" y="171"/>
                    <a:pt x="1" y="427"/>
                  </a:cubicBezTo>
                  <a:cubicBezTo>
                    <a:pt x="1" y="685"/>
                    <a:pt x="213" y="847"/>
                    <a:pt x="444" y="847"/>
                  </a:cubicBezTo>
                  <a:cubicBezTo>
                    <a:pt x="555" y="847"/>
                    <a:pt x="671" y="809"/>
                    <a:pt x="768" y="725"/>
                  </a:cubicBezTo>
                  <a:cubicBezTo>
                    <a:pt x="1024" y="427"/>
                    <a:pt x="811" y="0"/>
                    <a:pt x="427" y="0"/>
                  </a:cubicBez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9" name="Google Shape;8379;p103"/>
            <p:cNvSpPr/>
            <p:nvPr/>
          </p:nvSpPr>
          <p:spPr>
            <a:xfrm>
              <a:off x="1904173" y="2299121"/>
              <a:ext cx="16459" cy="13649"/>
            </a:xfrm>
            <a:custGeom>
              <a:avLst/>
              <a:gdLst/>
              <a:ahLst/>
              <a:cxnLst/>
              <a:rect l="l" t="t" r="r" b="b"/>
              <a:pathLst>
                <a:path w="1025" h="850" extrusionOk="0">
                  <a:moveTo>
                    <a:pt x="470" y="1"/>
                  </a:moveTo>
                  <a:cubicBezTo>
                    <a:pt x="214" y="1"/>
                    <a:pt x="1" y="214"/>
                    <a:pt x="43" y="470"/>
                  </a:cubicBezTo>
                  <a:cubicBezTo>
                    <a:pt x="43" y="698"/>
                    <a:pt x="252" y="849"/>
                    <a:pt x="467" y="849"/>
                  </a:cubicBezTo>
                  <a:cubicBezTo>
                    <a:pt x="574" y="849"/>
                    <a:pt x="683" y="811"/>
                    <a:pt x="768" y="726"/>
                  </a:cubicBezTo>
                  <a:cubicBezTo>
                    <a:pt x="1024" y="470"/>
                    <a:pt x="854" y="1"/>
                    <a:pt x="470" y="1"/>
                  </a:cubicBez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0" name="Google Shape;8380;p103"/>
            <p:cNvSpPr/>
            <p:nvPr/>
          </p:nvSpPr>
          <p:spPr>
            <a:xfrm>
              <a:off x="1908284" y="2418316"/>
              <a:ext cx="16459" cy="14115"/>
            </a:xfrm>
            <a:custGeom>
              <a:avLst/>
              <a:gdLst/>
              <a:ahLst/>
              <a:cxnLst/>
              <a:rect l="l" t="t" r="r" b="b"/>
              <a:pathLst>
                <a:path w="1025" h="879" extrusionOk="0">
                  <a:moveTo>
                    <a:pt x="427" y="1"/>
                  </a:moveTo>
                  <a:cubicBezTo>
                    <a:pt x="214" y="1"/>
                    <a:pt x="1" y="214"/>
                    <a:pt x="1" y="470"/>
                  </a:cubicBezTo>
                  <a:cubicBezTo>
                    <a:pt x="28" y="719"/>
                    <a:pt x="235" y="878"/>
                    <a:pt x="447" y="878"/>
                  </a:cubicBezTo>
                  <a:cubicBezTo>
                    <a:pt x="562" y="878"/>
                    <a:pt x="678" y="831"/>
                    <a:pt x="768" y="726"/>
                  </a:cubicBezTo>
                  <a:cubicBezTo>
                    <a:pt x="1024" y="470"/>
                    <a:pt x="811" y="1"/>
                    <a:pt x="427" y="1"/>
                  </a:cubicBez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1" name="Google Shape;8381;p103"/>
            <p:cNvSpPr/>
            <p:nvPr/>
          </p:nvSpPr>
          <p:spPr>
            <a:xfrm>
              <a:off x="817722" y="1758642"/>
              <a:ext cx="119901" cy="277458"/>
            </a:xfrm>
            <a:custGeom>
              <a:avLst/>
              <a:gdLst/>
              <a:ahLst/>
              <a:cxnLst/>
              <a:rect l="l" t="t" r="r" b="b"/>
              <a:pathLst>
                <a:path w="7467" h="17279" extrusionOk="0">
                  <a:moveTo>
                    <a:pt x="470" y="0"/>
                  </a:moveTo>
                  <a:lnTo>
                    <a:pt x="1" y="17278"/>
                  </a:lnTo>
                  <a:lnTo>
                    <a:pt x="7466" y="17278"/>
                  </a:lnTo>
                  <a:lnTo>
                    <a:pt x="7083" y="0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2" name="Google Shape;8382;p103"/>
            <p:cNvSpPr/>
            <p:nvPr/>
          </p:nvSpPr>
          <p:spPr>
            <a:xfrm>
              <a:off x="769775" y="1758642"/>
              <a:ext cx="61677" cy="277458"/>
            </a:xfrm>
            <a:custGeom>
              <a:avLst/>
              <a:gdLst/>
              <a:ahLst/>
              <a:cxnLst/>
              <a:rect l="l" t="t" r="r" b="b"/>
              <a:pathLst>
                <a:path w="3841" h="17279" extrusionOk="0">
                  <a:moveTo>
                    <a:pt x="3499" y="0"/>
                  </a:moveTo>
                  <a:lnTo>
                    <a:pt x="1" y="470"/>
                  </a:lnTo>
                  <a:lnTo>
                    <a:pt x="1" y="17278"/>
                  </a:lnTo>
                  <a:lnTo>
                    <a:pt x="3840" y="17278"/>
                  </a:lnTo>
                  <a:lnTo>
                    <a:pt x="3499" y="0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3" name="Google Shape;8383;p103"/>
            <p:cNvSpPr/>
            <p:nvPr/>
          </p:nvSpPr>
          <p:spPr>
            <a:xfrm>
              <a:off x="885549" y="1827143"/>
              <a:ext cx="48654" cy="208956"/>
            </a:xfrm>
            <a:custGeom>
              <a:avLst/>
              <a:gdLst/>
              <a:ahLst/>
              <a:cxnLst/>
              <a:rect l="l" t="t" r="r" b="b"/>
              <a:pathLst>
                <a:path w="3030" h="13013" extrusionOk="0">
                  <a:moveTo>
                    <a:pt x="128" y="1"/>
                  </a:moveTo>
                  <a:lnTo>
                    <a:pt x="0" y="13012"/>
                  </a:lnTo>
                  <a:lnTo>
                    <a:pt x="2731" y="13012"/>
                  </a:lnTo>
                  <a:lnTo>
                    <a:pt x="3029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4" name="Google Shape;8384;p103"/>
            <p:cNvSpPr/>
            <p:nvPr/>
          </p:nvSpPr>
          <p:spPr>
            <a:xfrm>
              <a:off x="839641" y="1827143"/>
              <a:ext cx="58931" cy="208956"/>
            </a:xfrm>
            <a:custGeom>
              <a:avLst/>
              <a:gdLst/>
              <a:ahLst/>
              <a:cxnLst/>
              <a:rect l="l" t="t" r="r" b="b"/>
              <a:pathLst>
                <a:path w="3670" h="13013" extrusionOk="0">
                  <a:moveTo>
                    <a:pt x="1" y="1"/>
                  </a:moveTo>
                  <a:lnTo>
                    <a:pt x="428" y="13012"/>
                  </a:lnTo>
                  <a:lnTo>
                    <a:pt x="3670" y="13012"/>
                  </a:lnTo>
                  <a:lnTo>
                    <a:pt x="3499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5" name="Google Shape;8385;p103"/>
            <p:cNvSpPr/>
            <p:nvPr/>
          </p:nvSpPr>
          <p:spPr>
            <a:xfrm>
              <a:off x="936243" y="1751111"/>
              <a:ext cx="56185" cy="284989"/>
            </a:xfrm>
            <a:custGeom>
              <a:avLst/>
              <a:gdLst/>
              <a:ahLst/>
              <a:cxnLst/>
              <a:rect l="l" t="t" r="r" b="b"/>
              <a:pathLst>
                <a:path w="3499" h="17748" extrusionOk="0">
                  <a:moveTo>
                    <a:pt x="384" y="0"/>
                  </a:moveTo>
                  <a:lnTo>
                    <a:pt x="0" y="17747"/>
                  </a:lnTo>
                  <a:lnTo>
                    <a:pt x="3370" y="17747"/>
                  </a:lnTo>
                  <a:lnTo>
                    <a:pt x="3498" y="299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6" name="Google Shape;8386;p103"/>
            <p:cNvSpPr/>
            <p:nvPr/>
          </p:nvSpPr>
          <p:spPr>
            <a:xfrm>
              <a:off x="904048" y="1751111"/>
              <a:ext cx="46583" cy="284989"/>
            </a:xfrm>
            <a:custGeom>
              <a:avLst/>
              <a:gdLst/>
              <a:ahLst/>
              <a:cxnLst/>
              <a:rect l="l" t="t" r="r" b="b"/>
              <a:pathLst>
                <a:path w="2901" h="17748" extrusionOk="0">
                  <a:moveTo>
                    <a:pt x="2602" y="0"/>
                  </a:moveTo>
                  <a:lnTo>
                    <a:pt x="0" y="128"/>
                  </a:lnTo>
                  <a:lnTo>
                    <a:pt x="85" y="17747"/>
                  </a:lnTo>
                  <a:lnTo>
                    <a:pt x="2901" y="17747"/>
                  </a:lnTo>
                  <a:lnTo>
                    <a:pt x="2602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7" name="Google Shape;8387;p103"/>
            <p:cNvSpPr/>
            <p:nvPr/>
          </p:nvSpPr>
          <p:spPr>
            <a:xfrm>
              <a:off x="981445" y="1727811"/>
              <a:ext cx="124686" cy="308288"/>
            </a:xfrm>
            <a:custGeom>
              <a:avLst/>
              <a:gdLst/>
              <a:ahLst/>
              <a:cxnLst/>
              <a:rect l="l" t="t" r="r" b="b"/>
              <a:pathLst>
                <a:path w="7765" h="19199" extrusionOk="0">
                  <a:moveTo>
                    <a:pt x="1" y="1"/>
                  </a:moveTo>
                  <a:lnTo>
                    <a:pt x="385" y="19198"/>
                  </a:lnTo>
                  <a:lnTo>
                    <a:pt x="7466" y="19198"/>
                  </a:lnTo>
                  <a:lnTo>
                    <a:pt x="7765" y="1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8" name="Google Shape;8388;p103"/>
            <p:cNvSpPr/>
            <p:nvPr/>
          </p:nvSpPr>
          <p:spPr>
            <a:xfrm>
              <a:off x="957471" y="1727811"/>
              <a:ext cx="34957" cy="308288"/>
            </a:xfrm>
            <a:custGeom>
              <a:avLst/>
              <a:gdLst/>
              <a:ahLst/>
              <a:cxnLst/>
              <a:rect l="l" t="t" r="r" b="b"/>
              <a:pathLst>
                <a:path w="2177" h="19199" extrusionOk="0">
                  <a:moveTo>
                    <a:pt x="1" y="1"/>
                  </a:moveTo>
                  <a:lnTo>
                    <a:pt x="86" y="19198"/>
                  </a:lnTo>
                  <a:lnTo>
                    <a:pt x="2176" y="19198"/>
                  </a:lnTo>
                  <a:lnTo>
                    <a:pt x="1750" y="1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9" name="Google Shape;8389;p103"/>
            <p:cNvSpPr/>
            <p:nvPr/>
          </p:nvSpPr>
          <p:spPr>
            <a:xfrm>
              <a:off x="1049946" y="1736033"/>
              <a:ext cx="135654" cy="300067"/>
            </a:xfrm>
            <a:custGeom>
              <a:avLst/>
              <a:gdLst/>
              <a:ahLst/>
              <a:cxnLst/>
              <a:rect l="l" t="t" r="r" b="b"/>
              <a:pathLst>
                <a:path w="8448" h="18687" extrusionOk="0">
                  <a:moveTo>
                    <a:pt x="897" y="1"/>
                  </a:moveTo>
                  <a:lnTo>
                    <a:pt x="1" y="18686"/>
                  </a:lnTo>
                  <a:lnTo>
                    <a:pt x="8192" y="18686"/>
                  </a:lnTo>
                  <a:lnTo>
                    <a:pt x="8448" y="1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0" name="Google Shape;8390;p103"/>
            <p:cNvSpPr/>
            <p:nvPr/>
          </p:nvSpPr>
          <p:spPr>
            <a:xfrm>
              <a:off x="1001308" y="1736033"/>
              <a:ext cx="71263" cy="300067"/>
            </a:xfrm>
            <a:custGeom>
              <a:avLst/>
              <a:gdLst/>
              <a:ahLst/>
              <a:cxnLst/>
              <a:rect l="l" t="t" r="r" b="b"/>
              <a:pathLst>
                <a:path w="4438" h="18687" extrusionOk="0">
                  <a:moveTo>
                    <a:pt x="3968" y="1"/>
                  </a:moveTo>
                  <a:lnTo>
                    <a:pt x="1" y="470"/>
                  </a:lnTo>
                  <a:lnTo>
                    <a:pt x="129" y="18686"/>
                  </a:lnTo>
                  <a:lnTo>
                    <a:pt x="4438" y="18686"/>
                  </a:lnTo>
                  <a:lnTo>
                    <a:pt x="39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1" name="Google Shape;8391;p103"/>
            <p:cNvSpPr/>
            <p:nvPr/>
          </p:nvSpPr>
          <p:spPr>
            <a:xfrm>
              <a:off x="965002" y="2018950"/>
              <a:ext cx="20570" cy="11658"/>
            </a:xfrm>
            <a:custGeom>
              <a:avLst/>
              <a:gdLst/>
              <a:ahLst/>
              <a:cxnLst/>
              <a:rect l="l" t="t" r="r" b="b"/>
              <a:pathLst>
                <a:path w="1281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281" y="726"/>
                  </a:lnTo>
                  <a:lnTo>
                    <a:pt x="1281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2" name="Google Shape;8392;p103"/>
            <p:cNvSpPr/>
            <p:nvPr/>
          </p:nvSpPr>
          <p:spPr>
            <a:xfrm>
              <a:off x="965002" y="1738778"/>
              <a:ext cx="11674" cy="10967"/>
            </a:xfrm>
            <a:custGeom>
              <a:avLst/>
              <a:gdLst/>
              <a:ahLst/>
              <a:cxnLst/>
              <a:rect l="l" t="t" r="r" b="b"/>
              <a:pathLst>
                <a:path w="727" h="683" extrusionOk="0">
                  <a:moveTo>
                    <a:pt x="1" y="0"/>
                  </a:moveTo>
                  <a:lnTo>
                    <a:pt x="1" y="683"/>
                  </a:lnTo>
                  <a:lnTo>
                    <a:pt x="726" y="683"/>
                  </a:lnTo>
                  <a:lnTo>
                    <a:pt x="726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3" name="Google Shape;8393;p103"/>
            <p:cNvSpPr/>
            <p:nvPr/>
          </p:nvSpPr>
          <p:spPr>
            <a:xfrm>
              <a:off x="1008855" y="2012093"/>
              <a:ext cx="45908" cy="16459"/>
            </a:xfrm>
            <a:custGeom>
              <a:avLst/>
              <a:gdLst/>
              <a:ahLst/>
              <a:cxnLst/>
              <a:rect l="l" t="t" r="r" b="b"/>
              <a:pathLst>
                <a:path w="2859" h="1025" extrusionOk="0">
                  <a:moveTo>
                    <a:pt x="0" y="1"/>
                  </a:moveTo>
                  <a:lnTo>
                    <a:pt x="0" y="1025"/>
                  </a:lnTo>
                  <a:lnTo>
                    <a:pt x="2858" y="1025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4" name="Google Shape;8394;p103"/>
            <p:cNvSpPr/>
            <p:nvPr/>
          </p:nvSpPr>
          <p:spPr>
            <a:xfrm>
              <a:off x="862250" y="1871670"/>
              <a:ext cx="14404" cy="124686"/>
            </a:xfrm>
            <a:custGeom>
              <a:avLst/>
              <a:gdLst/>
              <a:ahLst/>
              <a:cxnLst/>
              <a:rect l="l" t="t" r="r" b="b"/>
              <a:pathLst>
                <a:path w="897" h="7765" extrusionOk="0">
                  <a:moveTo>
                    <a:pt x="1" y="0"/>
                  </a:moveTo>
                  <a:lnTo>
                    <a:pt x="129" y="7765"/>
                  </a:lnTo>
                  <a:lnTo>
                    <a:pt x="897" y="7765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5" name="Google Shape;8395;p103"/>
            <p:cNvSpPr/>
            <p:nvPr/>
          </p:nvSpPr>
          <p:spPr>
            <a:xfrm>
              <a:off x="852664" y="1837420"/>
              <a:ext cx="29466" cy="16459"/>
            </a:xfrm>
            <a:custGeom>
              <a:avLst/>
              <a:gdLst/>
              <a:ahLst/>
              <a:cxnLst/>
              <a:rect l="l" t="t" r="r" b="b"/>
              <a:pathLst>
                <a:path w="1835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1835" y="1024"/>
                  </a:lnTo>
                  <a:lnTo>
                    <a:pt x="1835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6" name="Google Shape;8396;p103"/>
            <p:cNvSpPr/>
            <p:nvPr/>
          </p:nvSpPr>
          <p:spPr>
            <a:xfrm>
              <a:off x="909523" y="2011419"/>
              <a:ext cx="32211" cy="16459"/>
            </a:xfrm>
            <a:custGeom>
              <a:avLst/>
              <a:gdLst/>
              <a:ahLst/>
              <a:cxnLst/>
              <a:rect l="l" t="t" r="r" b="b"/>
              <a:pathLst>
                <a:path w="2006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2005" y="1024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7" name="Google Shape;8397;p103"/>
            <p:cNvSpPr/>
            <p:nvPr/>
          </p:nvSpPr>
          <p:spPr>
            <a:xfrm>
              <a:off x="908833" y="1760697"/>
              <a:ext cx="30156" cy="17133"/>
            </a:xfrm>
            <a:custGeom>
              <a:avLst/>
              <a:gdLst/>
              <a:ahLst/>
              <a:cxnLst/>
              <a:rect l="l" t="t" r="r" b="b"/>
              <a:pathLst>
                <a:path w="1878" h="1067" extrusionOk="0">
                  <a:moveTo>
                    <a:pt x="1878" y="0"/>
                  </a:moveTo>
                  <a:lnTo>
                    <a:pt x="1" y="86"/>
                  </a:lnTo>
                  <a:lnTo>
                    <a:pt x="1" y="1067"/>
                  </a:lnTo>
                  <a:lnTo>
                    <a:pt x="1878" y="982"/>
                  </a:lnTo>
                  <a:lnTo>
                    <a:pt x="1878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8" name="Google Shape;8398;p103"/>
            <p:cNvSpPr/>
            <p:nvPr/>
          </p:nvSpPr>
          <p:spPr>
            <a:xfrm>
              <a:off x="852664" y="2011419"/>
              <a:ext cx="35632" cy="16459"/>
            </a:xfrm>
            <a:custGeom>
              <a:avLst/>
              <a:gdLst/>
              <a:ahLst/>
              <a:cxnLst/>
              <a:rect l="l" t="t" r="r" b="b"/>
              <a:pathLst>
                <a:path w="2219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2219" y="1024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9" name="Google Shape;8399;p103"/>
            <p:cNvSpPr/>
            <p:nvPr/>
          </p:nvSpPr>
          <p:spPr>
            <a:xfrm>
              <a:off x="775941" y="2012093"/>
              <a:ext cx="45908" cy="16459"/>
            </a:xfrm>
            <a:custGeom>
              <a:avLst/>
              <a:gdLst/>
              <a:ahLst/>
              <a:cxnLst/>
              <a:rect l="l" t="t" r="r" b="b"/>
              <a:pathLst>
                <a:path w="2859" h="1025" extrusionOk="0">
                  <a:moveTo>
                    <a:pt x="1" y="1"/>
                  </a:moveTo>
                  <a:lnTo>
                    <a:pt x="1" y="1025"/>
                  </a:lnTo>
                  <a:lnTo>
                    <a:pt x="2859" y="1025"/>
                  </a:lnTo>
                  <a:lnTo>
                    <a:pt x="2859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0" name="Google Shape;8400;p103"/>
            <p:cNvSpPr/>
            <p:nvPr/>
          </p:nvSpPr>
          <p:spPr>
            <a:xfrm>
              <a:off x="1008855" y="1981279"/>
              <a:ext cx="45908" cy="11658"/>
            </a:xfrm>
            <a:custGeom>
              <a:avLst/>
              <a:gdLst/>
              <a:ahLst/>
              <a:cxnLst/>
              <a:rect l="l" t="t" r="r" b="b"/>
              <a:pathLst>
                <a:path w="2859" h="726" extrusionOk="0">
                  <a:moveTo>
                    <a:pt x="0" y="0"/>
                  </a:moveTo>
                  <a:lnTo>
                    <a:pt x="0" y="725"/>
                  </a:lnTo>
                  <a:lnTo>
                    <a:pt x="2858" y="725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1" name="Google Shape;8401;p103"/>
            <p:cNvSpPr/>
            <p:nvPr/>
          </p:nvSpPr>
          <p:spPr>
            <a:xfrm>
              <a:off x="1008855" y="1751111"/>
              <a:ext cx="32211" cy="11658"/>
            </a:xfrm>
            <a:custGeom>
              <a:avLst/>
              <a:gdLst/>
              <a:ahLst/>
              <a:cxnLst/>
              <a:rect l="l" t="t" r="r" b="b"/>
              <a:pathLst>
                <a:path w="2006" h="726" extrusionOk="0">
                  <a:moveTo>
                    <a:pt x="0" y="0"/>
                  </a:moveTo>
                  <a:lnTo>
                    <a:pt x="0" y="725"/>
                  </a:lnTo>
                  <a:lnTo>
                    <a:pt x="2005" y="725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2" name="Google Shape;8402;p103"/>
            <p:cNvSpPr/>
            <p:nvPr/>
          </p:nvSpPr>
          <p:spPr>
            <a:xfrm>
              <a:off x="1008855" y="1777140"/>
              <a:ext cx="38377" cy="11658"/>
            </a:xfrm>
            <a:custGeom>
              <a:avLst/>
              <a:gdLst/>
              <a:ahLst/>
              <a:cxnLst/>
              <a:rect l="l" t="t" r="r" b="b"/>
              <a:pathLst>
                <a:path w="2390" h="726" extrusionOk="0">
                  <a:moveTo>
                    <a:pt x="0" y="0"/>
                  </a:moveTo>
                  <a:lnTo>
                    <a:pt x="0" y="726"/>
                  </a:lnTo>
                  <a:lnTo>
                    <a:pt x="2389" y="726"/>
                  </a:lnTo>
                  <a:lnTo>
                    <a:pt x="2389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3" name="Google Shape;8403;p103"/>
            <p:cNvSpPr/>
            <p:nvPr/>
          </p:nvSpPr>
          <p:spPr>
            <a:xfrm>
              <a:off x="1028718" y="1951813"/>
              <a:ext cx="5492" cy="22625"/>
            </a:xfrm>
            <a:custGeom>
              <a:avLst/>
              <a:gdLst/>
              <a:ahLst/>
              <a:cxnLst/>
              <a:rect l="l" t="t" r="r" b="b"/>
              <a:pathLst>
                <a:path w="342" h="1409" extrusionOk="0">
                  <a:moveTo>
                    <a:pt x="0" y="1"/>
                  </a:moveTo>
                  <a:lnTo>
                    <a:pt x="0" y="1409"/>
                  </a:lnTo>
                  <a:lnTo>
                    <a:pt x="342" y="1409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4" name="Google Shape;8404;p103"/>
            <p:cNvSpPr/>
            <p:nvPr/>
          </p:nvSpPr>
          <p:spPr>
            <a:xfrm>
              <a:off x="968438" y="1999087"/>
              <a:ext cx="8912" cy="11658"/>
            </a:xfrm>
            <a:custGeom>
              <a:avLst/>
              <a:gdLst/>
              <a:ahLst/>
              <a:cxnLst/>
              <a:rect l="l" t="t" r="r" b="b"/>
              <a:pathLst>
                <a:path w="555" h="726" extrusionOk="0">
                  <a:moveTo>
                    <a:pt x="0" y="0"/>
                  </a:moveTo>
                  <a:lnTo>
                    <a:pt x="0" y="726"/>
                  </a:lnTo>
                  <a:lnTo>
                    <a:pt x="555" y="726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5" name="Google Shape;8405;p103"/>
            <p:cNvSpPr/>
            <p:nvPr/>
          </p:nvSpPr>
          <p:spPr>
            <a:xfrm>
              <a:off x="790328" y="1783306"/>
              <a:ext cx="12348" cy="12348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342" y="0"/>
                  </a:moveTo>
                  <a:cubicBezTo>
                    <a:pt x="128" y="0"/>
                    <a:pt x="0" y="171"/>
                    <a:pt x="0" y="384"/>
                  </a:cubicBezTo>
                  <a:cubicBezTo>
                    <a:pt x="0" y="555"/>
                    <a:pt x="128" y="768"/>
                    <a:pt x="342" y="768"/>
                  </a:cubicBezTo>
                  <a:cubicBezTo>
                    <a:pt x="768" y="725"/>
                    <a:pt x="768" y="43"/>
                    <a:pt x="342" y="0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6" name="Google Shape;8406;p103"/>
            <p:cNvSpPr/>
            <p:nvPr/>
          </p:nvSpPr>
          <p:spPr>
            <a:xfrm>
              <a:off x="791693" y="1873726"/>
              <a:ext cx="12429" cy="8719"/>
            </a:xfrm>
            <a:custGeom>
              <a:avLst/>
              <a:gdLst/>
              <a:ahLst/>
              <a:cxnLst/>
              <a:rect l="l" t="t" r="r" b="b"/>
              <a:pathLst>
                <a:path w="774" h="543" extrusionOk="0">
                  <a:moveTo>
                    <a:pt x="342" y="0"/>
                  </a:moveTo>
                  <a:cubicBezTo>
                    <a:pt x="171" y="43"/>
                    <a:pt x="1" y="214"/>
                    <a:pt x="43" y="384"/>
                  </a:cubicBezTo>
                  <a:cubicBezTo>
                    <a:pt x="53" y="498"/>
                    <a:pt x="100" y="542"/>
                    <a:pt x="162" y="542"/>
                  </a:cubicBezTo>
                  <a:cubicBezTo>
                    <a:pt x="379" y="542"/>
                    <a:pt x="773" y="0"/>
                    <a:pt x="342" y="0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7" name="Google Shape;8407;p103"/>
            <p:cNvSpPr/>
            <p:nvPr/>
          </p:nvSpPr>
          <p:spPr>
            <a:xfrm>
              <a:off x="795130" y="1976478"/>
              <a:ext cx="13023" cy="12348"/>
            </a:xfrm>
            <a:custGeom>
              <a:avLst/>
              <a:gdLst/>
              <a:ahLst/>
              <a:cxnLst/>
              <a:rect l="l" t="t" r="r" b="b"/>
              <a:pathLst>
                <a:path w="811" h="769" extrusionOk="0">
                  <a:moveTo>
                    <a:pt x="341" y="1"/>
                  </a:moveTo>
                  <a:cubicBezTo>
                    <a:pt x="128" y="1"/>
                    <a:pt x="0" y="171"/>
                    <a:pt x="0" y="385"/>
                  </a:cubicBezTo>
                  <a:cubicBezTo>
                    <a:pt x="0" y="555"/>
                    <a:pt x="128" y="726"/>
                    <a:pt x="341" y="768"/>
                  </a:cubicBezTo>
                  <a:cubicBezTo>
                    <a:pt x="811" y="683"/>
                    <a:pt x="811" y="43"/>
                    <a:pt x="341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8" name="Google Shape;8408;p103"/>
            <p:cNvSpPr/>
            <p:nvPr/>
          </p:nvSpPr>
          <p:spPr>
            <a:xfrm>
              <a:off x="1137636" y="1735342"/>
              <a:ext cx="108934" cy="300757"/>
            </a:xfrm>
            <a:custGeom>
              <a:avLst/>
              <a:gdLst/>
              <a:ahLst/>
              <a:cxnLst/>
              <a:rect l="l" t="t" r="r" b="b"/>
              <a:pathLst>
                <a:path w="6784" h="18730" extrusionOk="0">
                  <a:moveTo>
                    <a:pt x="171" y="1"/>
                  </a:moveTo>
                  <a:lnTo>
                    <a:pt x="0" y="18729"/>
                  </a:lnTo>
                  <a:lnTo>
                    <a:pt x="6485" y="18729"/>
                  </a:lnTo>
                  <a:lnTo>
                    <a:pt x="6783" y="1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9" name="Google Shape;8409;p103"/>
            <p:cNvSpPr/>
            <p:nvPr/>
          </p:nvSpPr>
          <p:spPr>
            <a:xfrm>
              <a:off x="1225310" y="1765498"/>
              <a:ext cx="104149" cy="270601"/>
            </a:xfrm>
            <a:custGeom>
              <a:avLst/>
              <a:gdLst/>
              <a:ahLst/>
              <a:cxnLst/>
              <a:rect l="l" t="t" r="r" b="b"/>
              <a:pathLst>
                <a:path w="6486" h="16852" extrusionOk="0">
                  <a:moveTo>
                    <a:pt x="172" y="0"/>
                  </a:moveTo>
                  <a:lnTo>
                    <a:pt x="1" y="16851"/>
                  </a:lnTo>
                  <a:lnTo>
                    <a:pt x="6485" y="16851"/>
                  </a:lnTo>
                  <a:lnTo>
                    <a:pt x="5547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0" name="Google Shape;8410;p103"/>
            <p:cNvSpPr/>
            <p:nvPr/>
          </p:nvSpPr>
          <p:spPr>
            <a:xfrm>
              <a:off x="1292446" y="1735342"/>
              <a:ext cx="147986" cy="300757"/>
            </a:xfrm>
            <a:custGeom>
              <a:avLst/>
              <a:gdLst/>
              <a:ahLst/>
              <a:cxnLst/>
              <a:rect l="l" t="t" r="r" b="b"/>
              <a:pathLst>
                <a:path w="9216" h="18730" extrusionOk="0">
                  <a:moveTo>
                    <a:pt x="1" y="1"/>
                  </a:moveTo>
                  <a:lnTo>
                    <a:pt x="854" y="18729"/>
                  </a:lnTo>
                  <a:lnTo>
                    <a:pt x="9215" y="18729"/>
                  </a:lnTo>
                  <a:lnTo>
                    <a:pt x="8917" y="1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1" name="Google Shape;8411;p103"/>
            <p:cNvSpPr/>
            <p:nvPr/>
          </p:nvSpPr>
          <p:spPr>
            <a:xfrm>
              <a:off x="1095854" y="1735342"/>
              <a:ext cx="58915" cy="300757"/>
            </a:xfrm>
            <a:custGeom>
              <a:avLst/>
              <a:gdLst/>
              <a:ahLst/>
              <a:cxnLst/>
              <a:rect l="l" t="t" r="r" b="b"/>
              <a:pathLst>
                <a:path w="3669" h="18730" extrusionOk="0">
                  <a:moveTo>
                    <a:pt x="0" y="1"/>
                  </a:moveTo>
                  <a:lnTo>
                    <a:pt x="128" y="18729"/>
                  </a:lnTo>
                  <a:lnTo>
                    <a:pt x="3669" y="18729"/>
                  </a:lnTo>
                  <a:lnTo>
                    <a:pt x="2901" y="1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2" name="Google Shape;8412;p103"/>
            <p:cNvSpPr/>
            <p:nvPr/>
          </p:nvSpPr>
          <p:spPr>
            <a:xfrm>
              <a:off x="1160919" y="1765498"/>
              <a:ext cx="78120" cy="270601"/>
            </a:xfrm>
            <a:custGeom>
              <a:avLst/>
              <a:gdLst/>
              <a:ahLst/>
              <a:cxnLst/>
              <a:rect l="l" t="t" r="r" b="b"/>
              <a:pathLst>
                <a:path w="4865" h="16852" extrusionOk="0">
                  <a:moveTo>
                    <a:pt x="1" y="0"/>
                  </a:moveTo>
                  <a:lnTo>
                    <a:pt x="214" y="16851"/>
                  </a:lnTo>
                  <a:lnTo>
                    <a:pt x="4864" y="16851"/>
                  </a:lnTo>
                  <a:lnTo>
                    <a:pt x="4438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3" name="Google Shape;8413;p103"/>
            <p:cNvSpPr/>
            <p:nvPr/>
          </p:nvSpPr>
          <p:spPr>
            <a:xfrm>
              <a:off x="1254775" y="1735342"/>
              <a:ext cx="78104" cy="300757"/>
            </a:xfrm>
            <a:custGeom>
              <a:avLst/>
              <a:gdLst/>
              <a:ahLst/>
              <a:cxnLst/>
              <a:rect l="l" t="t" r="r" b="b"/>
              <a:pathLst>
                <a:path w="4864" h="18730" extrusionOk="0">
                  <a:moveTo>
                    <a:pt x="171" y="1"/>
                  </a:moveTo>
                  <a:lnTo>
                    <a:pt x="0" y="18729"/>
                  </a:lnTo>
                  <a:lnTo>
                    <a:pt x="4394" y="18729"/>
                  </a:lnTo>
                  <a:lnTo>
                    <a:pt x="4864" y="1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4" name="Google Shape;8414;p103"/>
            <p:cNvSpPr/>
            <p:nvPr/>
          </p:nvSpPr>
          <p:spPr>
            <a:xfrm>
              <a:off x="1108171" y="1979224"/>
              <a:ext cx="31537" cy="18514"/>
            </a:xfrm>
            <a:custGeom>
              <a:avLst/>
              <a:gdLst/>
              <a:ahLst/>
              <a:cxnLst/>
              <a:rect l="l" t="t" r="r" b="b"/>
              <a:pathLst>
                <a:path w="1964" h="1153" extrusionOk="0">
                  <a:moveTo>
                    <a:pt x="1" y="0"/>
                  </a:moveTo>
                  <a:lnTo>
                    <a:pt x="1" y="1152"/>
                  </a:lnTo>
                  <a:lnTo>
                    <a:pt x="1963" y="1152"/>
                  </a:lnTo>
                  <a:lnTo>
                    <a:pt x="1963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5" name="Google Shape;8415;p103"/>
            <p:cNvSpPr/>
            <p:nvPr/>
          </p:nvSpPr>
          <p:spPr>
            <a:xfrm>
              <a:off x="1108171" y="2008673"/>
              <a:ext cx="31537" cy="18514"/>
            </a:xfrm>
            <a:custGeom>
              <a:avLst/>
              <a:gdLst/>
              <a:ahLst/>
              <a:cxnLst/>
              <a:rect l="l" t="t" r="r" b="b"/>
              <a:pathLst>
                <a:path w="1964" h="1153" extrusionOk="0">
                  <a:moveTo>
                    <a:pt x="1" y="1"/>
                  </a:moveTo>
                  <a:lnTo>
                    <a:pt x="1" y="1152"/>
                  </a:lnTo>
                  <a:lnTo>
                    <a:pt x="1963" y="1152"/>
                  </a:lnTo>
                  <a:lnTo>
                    <a:pt x="1963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6" name="Google Shape;8416;p103"/>
            <p:cNvSpPr/>
            <p:nvPr/>
          </p:nvSpPr>
          <p:spPr>
            <a:xfrm>
              <a:off x="1119138" y="1947028"/>
              <a:ext cx="5492" cy="20554"/>
            </a:xfrm>
            <a:custGeom>
              <a:avLst/>
              <a:gdLst/>
              <a:ahLst/>
              <a:cxnLst/>
              <a:rect l="l" t="t" r="r" b="b"/>
              <a:pathLst>
                <a:path w="342" h="1280" extrusionOk="0">
                  <a:moveTo>
                    <a:pt x="1" y="0"/>
                  </a:moveTo>
                  <a:lnTo>
                    <a:pt x="1" y="1280"/>
                  </a:lnTo>
                  <a:lnTo>
                    <a:pt x="342" y="128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7" name="Google Shape;8417;p103"/>
            <p:cNvSpPr/>
            <p:nvPr/>
          </p:nvSpPr>
          <p:spPr>
            <a:xfrm>
              <a:off x="1201336" y="1947028"/>
              <a:ext cx="4817" cy="20554"/>
            </a:xfrm>
            <a:custGeom>
              <a:avLst/>
              <a:gdLst/>
              <a:ahLst/>
              <a:cxnLst/>
              <a:rect l="l" t="t" r="r" b="b"/>
              <a:pathLst>
                <a:path w="300" h="1280" extrusionOk="0">
                  <a:moveTo>
                    <a:pt x="1" y="0"/>
                  </a:moveTo>
                  <a:lnTo>
                    <a:pt x="1" y="1280"/>
                  </a:lnTo>
                  <a:lnTo>
                    <a:pt x="299" y="128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8" name="Google Shape;8418;p103"/>
            <p:cNvSpPr/>
            <p:nvPr/>
          </p:nvSpPr>
          <p:spPr>
            <a:xfrm>
              <a:off x="1191059" y="1947028"/>
              <a:ext cx="4817" cy="20554"/>
            </a:xfrm>
            <a:custGeom>
              <a:avLst/>
              <a:gdLst/>
              <a:ahLst/>
              <a:cxnLst/>
              <a:rect l="l" t="t" r="r" b="b"/>
              <a:pathLst>
                <a:path w="300" h="1280" extrusionOk="0">
                  <a:moveTo>
                    <a:pt x="1" y="0"/>
                  </a:moveTo>
                  <a:lnTo>
                    <a:pt x="1" y="1280"/>
                  </a:lnTo>
                  <a:lnTo>
                    <a:pt x="300" y="128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9" name="Google Shape;8419;p103"/>
            <p:cNvSpPr/>
            <p:nvPr/>
          </p:nvSpPr>
          <p:spPr>
            <a:xfrm>
              <a:off x="1169831" y="1979224"/>
              <a:ext cx="56876" cy="18514"/>
            </a:xfrm>
            <a:custGeom>
              <a:avLst/>
              <a:gdLst/>
              <a:ahLst/>
              <a:cxnLst/>
              <a:rect l="l" t="t" r="r" b="b"/>
              <a:pathLst>
                <a:path w="3542" h="1153" extrusionOk="0">
                  <a:moveTo>
                    <a:pt x="0" y="0"/>
                  </a:moveTo>
                  <a:lnTo>
                    <a:pt x="0" y="1152"/>
                  </a:lnTo>
                  <a:lnTo>
                    <a:pt x="3541" y="1152"/>
                  </a:lnTo>
                  <a:lnTo>
                    <a:pt x="3541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0" name="Google Shape;8420;p103"/>
            <p:cNvSpPr/>
            <p:nvPr/>
          </p:nvSpPr>
          <p:spPr>
            <a:xfrm>
              <a:off x="1169831" y="2008673"/>
              <a:ext cx="56876" cy="18514"/>
            </a:xfrm>
            <a:custGeom>
              <a:avLst/>
              <a:gdLst/>
              <a:ahLst/>
              <a:cxnLst/>
              <a:rect l="l" t="t" r="r" b="b"/>
              <a:pathLst>
                <a:path w="3542" h="1153" extrusionOk="0">
                  <a:moveTo>
                    <a:pt x="0" y="1"/>
                  </a:moveTo>
                  <a:lnTo>
                    <a:pt x="0" y="1152"/>
                  </a:lnTo>
                  <a:lnTo>
                    <a:pt x="3541" y="1152"/>
                  </a:lnTo>
                  <a:lnTo>
                    <a:pt x="3541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1" name="Google Shape;8421;p103"/>
            <p:cNvSpPr/>
            <p:nvPr/>
          </p:nvSpPr>
          <p:spPr>
            <a:xfrm>
              <a:off x="1264362" y="1742199"/>
              <a:ext cx="56876" cy="30846"/>
            </a:xfrm>
            <a:custGeom>
              <a:avLst/>
              <a:gdLst/>
              <a:ahLst/>
              <a:cxnLst/>
              <a:rect l="l" t="t" r="r" b="b"/>
              <a:pathLst>
                <a:path w="3542" h="1921" extrusionOk="0">
                  <a:moveTo>
                    <a:pt x="1" y="1"/>
                  </a:moveTo>
                  <a:lnTo>
                    <a:pt x="1" y="1835"/>
                  </a:lnTo>
                  <a:lnTo>
                    <a:pt x="3541" y="1920"/>
                  </a:lnTo>
                  <a:lnTo>
                    <a:pt x="3541" y="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2" name="Google Shape;8422;p103"/>
            <p:cNvSpPr/>
            <p:nvPr/>
          </p:nvSpPr>
          <p:spPr>
            <a:xfrm>
              <a:off x="1263671" y="1995666"/>
              <a:ext cx="50035" cy="30830"/>
            </a:xfrm>
            <a:custGeom>
              <a:avLst/>
              <a:gdLst/>
              <a:ahLst/>
              <a:cxnLst/>
              <a:rect l="l" t="t" r="r" b="b"/>
              <a:pathLst>
                <a:path w="3116" h="1920" extrusionOk="0">
                  <a:moveTo>
                    <a:pt x="1" y="0"/>
                  </a:moveTo>
                  <a:lnTo>
                    <a:pt x="1" y="1835"/>
                  </a:lnTo>
                  <a:lnTo>
                    <a:pt x="3115" y="1920"/>
                  </a:lnTo>
                  <a:lnTo>
                    <a:pt x="3115" y="8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3" name="Google Shape;8423;p103"/>
            <p:cNvSpPr/>
            <p:nvPr/>
          </p:nvSpPr>
          <p:spPr>
            <a:xfrm>
              <a:off x="1186274" y="1783306"/>
              <a:ext cx="26045" cy="22400"/>
            </a:xfrm>
            <a:custGeom>
              <a:avLst/>
              <a:gdLst/>
              <a:ahLst/>
              <a:cxnLst/>
              <a:rect l="l" t="t" r="r" b="b"/>
              <a:pathLst>
                <a:path w="1622" h="1395" extrusionOk="0">
                  <a:moveTo>
                    <a:pt x="725" y="0"/>
                  </a:moveTo>
                  <a:cubicBezTo>
                    <a:pt x="299" y="0"/>
                    <a:pt x="0" y="384"/>
                    <a:pt x="0" y="768"/>
                  </a:cubicBezTo>
                  <a:cubicBezTo>
                    <a:pt x="55" y="1152"/>
                    <a:pt x="392" y="1395"/>
                    <a:pt x="727" y="1395"/>
                  </a:cubicBezTo>
                  <a:cubicBezTo>
                    <a:pt x="914" y="1395"/>
                    <a:pt x="1100" y="1320"/>
                    <a:pt x="1237" y="1152"/>
                  </a:cubicBezTo>
                  <a:cubicBezTo>
                    <a:pt x="1621" y="683"/>
                    <a:pt x="1323" y="0"/>
                    <a:pt x="725" y="0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4" name="Google Shape;8424;p103"/>
            <p:cNvSpPr/>
            <p:nvPr/>
          </p:nvSpPr>
          <p:spPr>
            <a:xfrm>
              <a:off x="1106115" y="1746309"/>
              <a:ext cx="26736" cy="22786"/>
            </a:xfrm>
            <a:custGeom>
              <a:avLst/>
              <a:gdLst/>
              <a:ahLst/>
              <a:cxnLst/>
              <a:rect l="l" t="t" r="r" b="b"/>
              <a:pathLst>
                <a:path w="1665" h="1419" extrusionOk="0">
                  <a:moveTo>
                    <a:pt x="726" y="1"/>
                  </a:moveTo>
                  <a:cubicBezTo>
                    <a:pt x="342" y="43"/>
                    <a:pt x="1" y="384"/>
                    <a:pt x="44" y="811"/>
                  </a:cubicBezTo>
                  <a:cubicBezTo>
                    <a:pt x="98" y="1194"/>
                    <a:pt x="416" y="1419"/>
                    <a:pt x="749" y="1419"/>
                  </a:cubicBezTo>
                  <a:cubicBezTo>
                    <a:pt x="936" y="1419"/>
                    <a:pt x="1128" y="1348"/>
                    <a:pt x="1281" y="1195"/>
                  </a:cubicBezTo>
                  <a:cubicBezTo>
                    <a:pt x="1665" y="726"/>
                    <a:pt x="1366" y="1"/>
                    <a:pt x="726" y="1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5" name="Google Shape;8425;p103"/>
            <p:cNvSpPr/>
            <p:nvPr/>
          </p:nvSpPr>
          <p:spPr>
            <a:xfrm>
              <a:off x="1391778" y="1751111"/>
              <a:ext cx="56185" cy="284989"/>
            </a:xfrm>
            <a:custGeom>
              <a:avLst/>
              <a:gdLst/>
              <a:ahLst/>
              <a:cxnLst/>
              <a:rect l="l" t="t" r="r" b="b"/>
              <a:pathLst>
                <a:path w="3499" h="17748" extrusionOk="0">
                  <a:moveTo>
                    <a:pt x="384" y="0"/>
                  </a:moveTo>
                  <a:lnTo>
                    <a:pt x="0" y="17747"/>
                  </a:lnTo>
                  <a:lnTo>
                    <a:pt x="3371" y="17747"/>
                  </a:lnTo>
                  <a:lnTo>
                    <a:pt x="3499" y="299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6" name="Google Shape;8426;p103"/>
            <p:cNvSpPr/>
            <p:nvPr/>
          </p:nvSpPr>
          <p:spPr>
            <a:xfrm>
              <a:off x="1359583" y="1751111"/>
              <a:ext cx="46599" cy="284989"/>
            </a:xfrm>
            <a:custGeom>
              <a:avLst/>
              <a:gdLst/>
              <a:ahLst/>
              <a:cxnLst/>
              <a:rect l="l" t="t" r="r" b="b"/>
              <a:pathLst>
                <a:path w="2902" h="17748" extrusionOk="0">
                  <a:moveTo>
                    <a:pt x="2603" y="0"/>
                  </a:moveTo>
                  <a:lnTo>
                    <a:pt x="0" y="128"/>
                  </a:lnTo>
                  <a:lnTo>
                    <a:pt x="86" y="17747"/>
                  </a:lnTo>
                  <a:lnTo>
                    <a:pt x="2901" y="17747"/>
                  </a:lnTo>
                  <a:lnTo>
                    <a:pt x="2603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7" name="Google Shape;8427;p103"/>
            <p:cNvSpPr/>
            <p:nvPr/>
          </p:nvSpPr>
          <p:spPr>
            <a:xfrm>
              <a:off x="1436996" y="1727811"/>
              <a:ext cx="124686" cy="308288"/>
            </a:xfrm>
            <a:custGeom>
              <a:avLst/>
              <a:gdLst/>
              <a:ahLst/>
              <a:cxnLst/>
              <a:rect l="l" t="t" r="r" b="b"/>
              <a:pathLst>
                <a:path w="7765" h="19199" extrusionOk="0">
                  <a:moveTo>
                    <a:pt x="0" y="1"/>
                  </a:moveTo>
                  <a:lnTo>
                    <a:pt x="384" y="19198"/>
                  </a:lnTo>
                  <a:lnTo>
                    <a:pt x="7466" y="19198"/>
                  </a:lnTo>
                  <a:lnTo>
                    <a:pt x="7764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8" name="Google Shape;8428;p103"/>
            <p:cNvSpPr/>
            <p:nvPr/>
          </p:nvSpPr>
          <p:spPr>
            <a:xfrm>
              <a:off x="1413006" y="1727811"/>
              <a:ext cx="34957" cy="308288"/>
            </a:xfrm>
            <a:custGeom>
              <a:avLst/>
              <a:gdLst/>
              <a:ahLst/>
              <a:cxnLst/>
              <a:rect l="l" t="t" r="r" b="b"/>
              <a:pathLst>
                <a:path w="2177" h="19199" extrusionOk="0">
                  <a:moveTo>
                    <a:pt x="1" y="1"/>
                  </a:moveTo>
                  <a:lnTo>
                    <a:pt x="86" y="19198"/>
                  </a:lnTo>
                  <a:lnTo>
                    <a:pt x="2177" y="19198"/>
                  </a:lnTo>
                  <a:lnTo>
                    <a:pt x="1750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9" name="Google Shape;8429;p103"/>
            <p:cNvSpPr/>
            <p:nvPr/>
          </p:nvSpPr>
          <p:spPr>
            <a:xfrm>
              <a:off x="1420553" y="2018950"/>
              <a:ext cx="20554" cy="11658"/>
            </a:xfrm>
            <a:custGeom>
              <a:avLst/>
              <a:gdLst/>
              <a:ahLst/>
              <a:cxnLst/>
              <a:rect l="l" t="t" r="r" b="b"/>
              <a:pathLst>
                <a:path w="1280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280" y="726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0" name="Google Shape;8430;p103"/>
            <p:cNvSpPr/>
            <p:nvPr/>
          </p:nvSpPr>
          <p:spPr>
            <a:xfrm>
              <a:off x="1420553" y="1738778"/>
              <a:ext cx="11658" cy="10967"/>
            </a:xfrm>
            <a:custGeom>
              <a:avLst/>
              <a:gdLst/>
              <a:ahLst/>
              <a:cxnLst/>
              <a:rect l="l" t="t" r="r" b="b"/>
              <a:pathLst>
                <a:path w="726" h="683" extrusionOk="0">
                  <a:moveTo>
                    <a:pt x="0" y="0"/>
                  </a:moveTo>
                  <a:lnTo>
                    <a:pt x="0" y="683"/>
                  </a:lnTo>
                  <a:lnTo>
                    <a:pt x="725" y="683"/>
                  </a:lnTo>
                  <a:lnTo>
                    <a:pt x="725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1" name="Google Shape;8431;p103"/>
            <p:cNvSpPr/>
            <p:nvPr/>
          </p:nvSpPr>
          <p:spPr>
            <a:xfrm>
              <a:off x="1365058" y="2011419"/>
              <a:ext cx="32211" cy="16459"/>
            </a:xfrm>
            <a:custGeom>
              <a:avLst/>
              <a:gdLst/>
              <a:ahLst/>
              <a:cxnLst/>
              <a:rect l="l" t="t" r="r" b="b"/>
              <a:pathLst>
                <a:path w="2006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2006" y="1024"/>
                  </a:lnTo>
                  <a:lnTo>
                    <a:pt x="2006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2" name="Google Shape;8432;p103"/>
            <p:cNvSpPr/>
            <p:nvPr/>
          </p:nvSpPr>
          <p:spPr>
            <a:xfrm>
              <a:off x="1364384" y="1760697"/>
              <a:ext cx="30156" cy="17133"/>
            </a:xfrm>
            <a:custGeom>
              <a:avLst/>
              <a:gdLst/>
              <a:ahLst/>
              <a:cxnLst/>
              <a:rect l="l" t="t" r="r" b="b"/>
              <a:pathLst>
                <a:path w="1878" h="1067" extrusionOk="0">
                  <a:moveTo>
                    <a:pt x="1877" y="0"/>
                  </a:moveTo>
                  <a:lnTo>
                    <a:pt x="0" y="86"/>
                  </a:lnTo>
                  <a:lnTo>
                    <a:pt x="0" y="1067"/>
                  </a:lnTo>
                  <a:lnTo>
                    <a:pt x="1877" y="982"/>
                  </a:lnTo>
                  <a:lnTo>
                    <a:pt x="1877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3" name="Google Shape;8433;p103"/>
            <p:cNvSpPr/>
            <p:nvPr/>
          </p:nvSpPr>
          <p:spPr>
            <a:xfrm>
              <a:off x="1423283" y="1999087"/>
              <a:ext cx="9618" cy="11658"/>
            </a:xfrm>
            <a:custGeom>
              <a:avLst/>
              <a:gdLst/>
              <a:ahLst/>
              <a:cxnLst/>
              <a:rect l="l" t="t" r="r" b="b"/>
              <a:pathLst>
                <a:path w="599" h="726" extrusionOk="0">
                  <a:moveTo>
                    <a:pt x="1" y="0"/>
                  </a:moveTo>
                  <a:lnTo>
                    <a:pt x="1" y="726"/>
                  </a:lnTo>
                  <a:lnTo>
                    <a:pt x="598" y="726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4" name="Google Shape;8434;p103"/>
            <p:cNvSpPr/>
            <p:nvPr/>
          </p:nvSpPr>
          <p:spPr>
            <a:xfrm>
              <a:off x="1515084" y="1758642"/>
              <a:ext cx="119885" cy="277458"/>
            </a:xfrm>
            <a:custGeom>
              <a:avLst/>
              <a:gdLst/>
              <a:ahLst/>
              <a:cxnLst/>
              <a:rect l="l" t="t" r="r" b="b"/>
              <a:pathLst>
                <a:path w="7466" h="17279" extrusionOk="0">
                  <a:moveTo>
                    <a:pt x="470" y="0"/>
                  </a:moveTo>
                  <a:lnTo>
                    <a:pt x="0" y="17278"/>
                  </a:lnTo>
                  <a:lnTo>
                    <a:pt x="7466" y="17278"/>
                  </a:lnTo>
                  <a:lnTo>
                    <a:pt x="7082" y="0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5" name="Google Shape;8435;p103"/>
            <p:cNvSpPr/>
            <p:nvPr/>
          </p:nvSpPr>
          <p:spPr>
            <a:xfrm>
              <a:off x="1467136" y="1758642"/>
              <a:ext cx="61661" cy="277458"/>
            </a:xfrm>
            <a:custGeom>
              <a:avLst/>
              <a:gdLst/>
              <a:ahLst/>
              <a:cxnLst/>
              <a:rect l="l" t="t" r="r" b="b"/>
              <a:pathLst>
                <a:path w="3840" h="17279" extrusionOk="0">
                  <a:moveTo>
                    <a:pt x="3498" y="0"/>
                  </a:moveTo>
                  <a:lnTo>
                    <a:pt x="0" y="470"/>
                  </a:lnTo>
                  <a:lnTo>
                    <a:pt x="0" y="17278"/>
                  </a:lnTo>
                  <a:lnTo>
                    <a:pt x="3840" y="17278"/>
                  </a:lnTo>
                  <a:lnTo>
                    <a:pt x="3498" y="0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6" name="Google Shape;8436;p103"/>
            <p:cNvSpPr/>
            <p:nvPr/>
          </p:nvSpPr>
          <p:spPr>
            <a:xfrm>
              <a:off x="1582894" y="1827143"/>
              <a:ext cx="48654" cy="208956"/>
            </a:xfrm>
            <a:custGeom>
              <a:avLst/>
              <a:gdLst/>
              <a:ahLst/>
              <a:cxnLst/>
              <a:rect l="l" t="t" r="r" b="b"/>
              <a:pathLst>
                <a:path w="3030" h="13013" extrusionOk="0">
                  <a:moveTo>
                    <a:pt x="129" y="1"/>
                  </a:moveTo>
                  <a:lnTo>
                    <a:pt x="1" y="13012"/>
                  </a:lnTo>
                  <a:lnTo>
                    <a:pt x="2731" y="13012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7" name="Google Shape;8437;p103"/>
            <p:cNvSpPr/>
            <p:nvPr/>
          </p:nvSpPr>
          <p:spPr>
            <a:xfrm>
              <a:off x="1537002" y="1827143"/>
              <a:ext cx="58931" cy="208956"/>
            </a:xfrm>
            <a:custGeom>
              <a:avLst/>
              <a:gdLst/>
              <a:ahLst/>
              <a:cxnLst/>
              <a:rect l="l" t="t" r="r" b="b"/>
              <a:pathLst>
                <a:path w="3670" h="13013" extrusionOk="0">
                  <a:moveTo>
                    <a:pt x="0" y="1"/>
                  </a:moveTo>
                  <a:lnTo>
                    <a:pt x="384" y="13012"/>
                  </a:lnTo>
                  <a:lnTo>
                    <a:pt x="3669" y="13012"/>
                  </a:lnTo>
                  <a:lnTo>
                    <a:pt x="3499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8" name="Google Shape;8438;p103"/>
            <p:cNvSpPr/>
            <p:nvPr/>
          </p:nvSpPr>
          <p:spPr>
            <a:xfrm>
              <a:off x="1633588" y="1751111"/>
              <a:ext cx="56185" cy="284989"/>
            </a:xfrm>
            <a:custGeom>
              <a:avLst/>
              <a:gdLst/>
              <a:ahLst/>
              <a:cxnLst/>
              <a:rect l="l" t="t" r="r" b="b"/>
              <a:pathLst>
                <a:path w="3499" h="17748" extrusionOk="0">
                  <a:moveTo>
                    <a:pt x="385" y="0"/>
                  </a:moveTo>
                  <a:lnTo>
                    <a:pt x="1" y="17747"/>
                  </a:lnTo>
                  <a:lnTo>
                    <a:pt x="3371" y="17747"/>
                  </a:lnTo>
                  <a:lnTo>
                    <a:pt x="3499" y="29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9" name="Google Shape;8439;p103"/>
            <p:cNvSpPr/>
            <p:nvPr/>
          </p:nvSpPr>
          <p:spPr>
            <a:xfrm>
              <a:off x="1601393" y="1751111"/>
              <a:ext cx="46599" cy="284989"/>
            </a:xfrm>
            <a:custGeom>
              <a:avLst/>
              <a:gdLst/>
              <a:ahLst/>
              <a:cxnLst/>
              <a:rect l="l" t="t" r="r" b="b"/>
              <a:pathLst>
                <a:path w="2902" h="17748" extrusionOk="0">
                  <a:moveTo>
                    <a:pt x="2603" y="0"/>
                  </a:moveTo>
                  <a:lnTo>
                    <a:pt x="1" y="128"/>
                  </a:lnTo>
                  <a:lnTo>
                    <a:pt x="86" y="17747"/>
                  </a:lnTo>
                  <a:lnTo>
                    <a:pt x="2902" y="17747"/>
                  </a:lnTo>
                  <a:lnTo>
                    <a:pt x="2603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0" name="Google Shape;8440;p103"/>
            <p:cNvSpPr/>
            <p:nvPr/>
          </p:nvSpPr>
          <p:spPr>
            <a:xfrm>
              <a:off x="1678806" y="1727811"/>
              <a:ext cx="124686" cy="308288"/>
            </a:xfrm>
            <a:custGeom>
              <a:avLst/>
              <a:gdLst/>
              <a:ahLst/>
              <a:cxnLst/>
              <a:rect l="l" t="t" r="r" b="b"/>
              <a:pathLst>
                <a:path w="7765" h="19199" extrusionOk="0">
                  <a:moveTo>
                    <a:pt x="0" y="1"/>
                  </a:moveTo>
                  <a:lnTo>
                    <a:pt x="384" y="19198"/>
                  </a:lnTo>
                  <a:lnTo>
                    <a:pt x="7466" y="19198"/>
                  </a:lnTo>
                  <a:lnTo>
                    <a:pt x="7764" y="1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1" name="Google Shape;8441;p103"/>
            <p:cNvSpPr/>
            <p:nvPr/>
          </p:nvSpPr>
          <p:spPr>
            <a:xfrm>
              <a:off x="1654832" y="1727811"/>
              <a:ext cx="34941" cy="308288"/>
            </a:xfrm>
            <a:custGeom>
              <a:avLst/>
              <a:gdLst/>
              <a:ahLst/>
              <a:cxnLst/>
              <a:rect l="l" t="t" r="r" b="b"/>
              <a:pathLst>
                <a:path w="2176" h="19199" extrusionOk="0">
                  <a:moveTo>
                    <a:pt x="0" y="1"/>
                  </a:moveTo>
                  <a:lnTo>
                    <a:pt x="85" y="19198"/>
                  </a:lnTo>
                  <a:lnTo>
                    <a:pt x="2176" y="19198"/>
                  </a:lnTo>
                  <a:lnTo>
                    <a:pt x="1749" y="1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2" name="Google Shape;8442;p103"/>
            <p:cNvSpPr/>
            <p:nvPr/>
          </p:nvSpPr>
          <p:spPr>
            <a:xfrm>
              <a:off x="1747307" y="1736033"/>
              <a:ext cx="134963" cy="300067"/>
            </a:xfrm>
            <a:custGeom>
              <a:avLst/>
              <a:gdLst/>
              <a:ahLst/>
              <a:cxnLst/>
              <a:rect l="l" t="t" r="r" b="b"/>
              <a:pathLst>
                <a:path w="8405" h="18687" extrusionOk="0">
                  <a:moveTo>
                    <a:pt x="896" y="1"/>
                  </a:moveTo>
                  <a:lnTo>
                    <a:pt x="0" y="18686"/>
                  </a:lnTo>
                  <a:lnTo>
                    <a:pt x="8191" y="18686"/>
                  </a:lnTo>
                  <a:lnTo>
                    <a:pt x="8404" y="1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3" name="Google Shape;8443;p103"/>
            <p:cNvSpPr/>
            <p:nvPr/>
          </p:nvSpPr>
          <p:spPr>
            <a:xfrm>
              <a:off x="1698669" y="1736033"/>
              <a:ext cx="71263" cy="300067"/>
            </a:xfrm>
            <a:custGeom>
              <a:avLst/>
              <a:gdLst/>
              <a:ahLst/>
              <a:cxnLst/>
              <a:rect l="l" t="t" r="r" b="b"/>
              <a:pathLst>
                <a:path w="4438" h="18687" extrusionOk="0">
                  <a:moveTo>
                    <a:pt x="3968" y="1"/>
                  </a:moveTo>
                  <a:lnTo>
                    <a:pt x="0" y="470"/>
                  </a:lnTo>
                  <a:lnTo>
                    <a:pt x="128" y="18686"/>
                  </a:lnTo>
                  <a:lnTo>
                    <a:pt x="4437" y="18686"/>
                  </a:lnTo>
                  <a:lnTo>
                    <a:pt x="39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4" name="Google Shape;8444;p103"/>
            <p:cNvSpPr/>
            <p:nvPr/>
          </p:nvSpPr>
          <p:spPr>
            <a:xfrm>
              <a:off x="1662363" y="2018950"/>
              <a:ext cx="20570" cy="11658"/>
            </a:xfrm>
            <a:custGeom>
              <a:avLst/>
              <a:gdLst/>
              <a:ahLst/>
              <a:cxnLst/>
              <a:rect l="l" t="t" r="r" b="b"/>
              <a:pathLst>
                <a:path w="1281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280" y="726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5" name="Google Shape;8445;p103"/>
            <p:cNvSpPr/>
            <p:nvPr/>
          </p:nvSpPr>
          <p:spPr>
            <a:xfrm>
              <a:off x="1662363" y="1738778"/>
              <a:ext cx="11658" cy="10967"/>
            </a:xfrm>
            <a:custGeom>
              <a:avLst/>
              <a:gdLst/>
              <a:ahLst/>
              <a:cxnLst/>
              <a:rect l="l" t="t" r="r" b="b"/>
              <a:pathLst>
                <a:path w="726" h="683" extrusionOk="0">
                  <a:moveTo>
                    <a:pt x="0" y="0"/>
                  </a:moveTo>
                  <a:lnTo>
                    <a:pt x="0" y="683"/>
                  </a:lnTo>
                  <a:lnTo>
                    <a:pt x="726" y="683"/>
                  </a:lnTo>
                  <a:lnTo>
                    <a:pt x="726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6" name="Google Shape;8446;p103"/>
            <p:cNvSpPr/>
            <p:nvPr/>
          </p:nvSpPr>
          <p:spPr>
            <a:xfrm>
              <a:off x="1705526" y="2012093"/>
              <a:ext cx="46583" cy="16459"/>
            </a:xfrm>
            <a:custGeom>
              <a:avLst/>
              <a:gdLst/>
              <a:ahLst/>
              <a:cxnLst/>
              <a:rect l="l" t="t" r="r" b="b"/>
              <a:pathLst>
                <a:path w="2901" h="1025" extrusionOk="0">
                  <a:moveTo>
                    <a:pt x="0" y="1"/>
                  </a:moveTo>
                  <a:lnTo>
                    <a:pt x="0" y="1025"/>
                  </a:lnTo>
                  <a:lnTo>
                    <a:pt x="2901" y="1025"/>
                  </a:lnTo>
                  <a:lnTo>
                    <a:pt x="2901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7" name="Google Shape;8447;p103"/>
            <p:cNvSpPr/>
            <p:nvPr/>
          </p:nvSpPr>
          <p:spPr>
            <a:xfrm>
              <a:off x="1559611" y="1871670"/>
              <a:ext cx="14404" cy="124686"/>
            </a:xfrm>
            <a:custGeom>
              <a:avLst/>
              <a:gdLst/>
              <a:ahLst/>
              <a:cxnLst/>
              <a:rect l="l" t="t" r="r" b="b"/>
              <a:pathLst>
                <a:path w="897" h="7765" extrusionOk="0">
                  <a:moveTo>
                    <a:pt x="0" y="0"/>
                  </a:moveTo>
                  <a:lnTo>
                    <a:pt x="128" y="7765"/>
                  </a:lnTo>
                  <a:lnTo>
                    <a:pt x="896" y="7765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8" name="Google Shape;8448;p103"/>
            <p:cNvSpPr/>
            <p:nvPr/>
          </p:nvSpPr>
          <p:spPr>
            <a:xfrm>
              <a:off x="1550025" y="1837420"/>
              <a:ext cx="29466" cy="16459"/>
            </a:xfrm>
            <a:custGeom>
              <a:avLst/>
              <a:gdLst/>
              <a:ahLst/>
              <a:cxnLst/>
              <a:rect l="l" t="t" r="r" b="b"/>
              <a:pathLst>
                <a:path w="1835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1834" y="1024"/>
                  </a:lnTo>
                  <a:lnTo>
                    <a:pt x="1834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9" name="Google Shape;8449;p103"/>
            <p:cNvSpPr/>
            <p:nvPr/>
          </p:nvSpPr>
          <p:spPr>
            <a:xfrm>
              <a:off x="1606868" y="2011419"/>
              <a:ext cx="32211" cy="16459"/>
            </a:xfrm>
            <a:custGeom>
              <a:avLst/>
              <a:gdLst/>
              <a:ahLst/>
              <a:cxnLst/>
              <a:rect l="l" t="t" r="r" b="b"/>
              <a:pathLst>
                <a:path w="2006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2006" y="1024"/>
                  </a:lnTo>
                  <a:lnTo>
                    <a:pt x="2006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0" name="Google Shape;8450;p103"/>
            <p:cNvSpPr/>
            <p:nvPr/>
          </p:nvSpPr>
          <p:spPr>
            <a:xfrm>
              <a:off x="1606194" y="1760697"/>
              <a:ext cx="30156" cy="17133"/>
            </a:xfrm>
            <a:custGeom>
              <a:avLst/>
              <a:gdLst/>
              <a:ahLst/>
              <a:cxnLst/>
              <a:rect l="l" t="t" r="r" b="b"/>
              <a:pathLst>
                <a:path w="1878" h="1067" extrusionOk="0">
                  <a:moveTo>
                    <a:pt x="1877" y="0"/>
                  </a:moveTo>
                  <a:lnTo>
                    <a:pt x="0" y="86"/>
                  </a:lnTo>
                  <a:lnTo>
                    <a:pt x="0" y="1067"/>
                  </a:lnTo>
                  <a:lnTo>
                    <a:pt x="1877" y="982"/>
                  </a:lnTo>
                  <a:lnTo>
                    <a:pt x="1877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1" name="Google Shape;8451;p103"/>
            <p:cNvSpPr/>
            <p:nvPr/>
          </p:nvSpPr>
          <p:spPr>
            <a:xfrm>
              <a:off x="1550025" y="2011419"/>
              <a:ext cx="35632" cy="16459"/>
            </a:xfrm>
            <a:custGeom>
              <a:avLst/>
              <a:gdLst/>
              <a:ahLst/>
              <a:cxnLst/>
              <a:rect l="l" t="t" r="r" b="b"/>
              <a:pathLst>
                <a:path w="2219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2218" y="1024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2" name="Google Shape;8452;p103"/>
            <p:cNvSpPr/>
            <p:nvPr/>
          </p:nvSpPr>
          <p:spPr>
            <a:xfrm>
              <a:off x="1473302" y="2012093"/>
              <a:ext cx="45908" cy="16459"/>
            </a:xfrm>
            <a:custGeom>
              <a:avLst/>
              <a:gdLst/>
              <a:ahLst/>
              <a:cxnLst/>
              <a:rect l="l" t="t" r="r" b="b"/>
              <a:pathLst>
                <a:path w="2859" h="1025" extrusionOk="0">
                  <a:moveTo>
                    <a:pt x="0" y="1"/>
                  </a:moveTo>
                  <a:lnTo>
                    <a:pt x="0" y="1025"/>
                  </a:lnTo>
                  <a:lnTo>
                    <a:pt x="2858" y="1025"/>
                  </a:lnTo>
                  <a:lnTo>
                    <a:pt x="2858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3" name="Google Shape;8453;p103"/>
            <p:cNvSpPr/>
            <p:nvPr/>
          </p:nvSpPr>
          <p:spPr>
            <a:xfrm>
              <a:off x="1705526" y="1981279"/>
              <a:ext cx="46583" cy="11658"/>
            </a:xfrm>
            <a:custGeom>
              <a:avLst/>
              <a:gdLst/>
              <a:ahLst/>
              <a:cxnLst/>
              <a:rect l="l" t="t" r="r" b="b"/>
              <a:pathLst>
                <a:path w="2901" h="726" extrusionOk="0">
                  <a:moveTo>
                    <a:pt x="0" y="0"/>
                  </a:moveTo>
                  <a:lnTo>
                    <a:pt x="0" y="725"/>
                  </a:lnTo>
                  <a:lnTo>
                    <a:pt x="2901" y="725"/>
                  </a:lnTo>
                  <a:lnTo>
                    <a:pt x="2901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4" name="Google Shape;8454;p103"/>
            <p:cNvSpPr/>
            <p:nvPr/>
          </p:nvSpPr>
          <p:spPr>
            <a:xfrm>
              <a:off x="1705526" y="1751111"/>
              <a:ext cx="32886" cy="11658"/>
            </a:xfrm>
            <a:custGeom>
              <a:avLst/>
              <a:gdLst/>
              <a:ahLst/>
              <a:cxnLst/>
              <a:rect l="l" t="t" r="r" b="b"/>
              <a:pathLst>
                <a:path w="2048" h="726" extrusionOk="0">
                  <a:moveTo>
                    <a:pt x="0" y="0"/>
                  </a:moveTo>
                  <a:lnTo>
                    <a:pt x="0" y="725"/>
                  </a:lnTo>
                  <a:lnTo>
                    <a:pt x="2048" y="725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5" name="Google Shape;8455;p103"/>
            <p:cNvSpPr/>
            <p:nvPr/>
          </p:nvSpPr>
          <p:spPr>
            <a:xfrm>
              <a:off x="1705526" y="1777140"/>
              <a:ext cx="39052" cy="11658"/>
            </a:xfrm>
            <a:custGeom>
              <a:avLst/>
              <a:gdLst/>
              <a:ahLst/>
              <a:cxnLst/>
              <a:rect l="l" t="t" r="r" b="b"/>
              <a:pathLst>
                <a:path w="2432" h="726" extrusionOk="0">
                  <a:moveTo>
                    <a:pt x="0" y="0"/>
                  </a:moveTo>
                  <a:lnTo>
                    <a:pt x="0" y="726"/>
                  </a:lnTo>
                  <a:lnTo>
                    <a:pt x="2432" y="726"/>
                  </a:lnTo>
                  <a:lnTo>
                    <a:pt x="2432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6" name="Google Shape;8456;p103"/>
            <p:cNvSpPr/>
            <p:nvPr/>
          </p:nvSpPr>
          <p:spPr>
            <a:xfrm>
              <a:off x="1726063" y="1951813"/>
              <a:ext cx="5508" cy="22625"/>
            </a:xfrm>
            <a:custGeom>
              <a:avLst/>
              <a:gdLst/>
              <a:ahLst/>
              <a:cxnLst/>
              <a:rect l="l" t="t" r="r" b="b"/>
              <a:pathLst>
                <a:path w="343" h="1409" extrusionOk="0">
                  <a:moveTo>
                    <a:pt x="1" y="1"/>
                  </a:moveTo>
                  <a:lnTo>
                    <a:pt x="1" y="1409"/>
                  </a:lnTo>
                  <a:lnTo>
                    <a:pt x="342" y="1409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7" name="Google Shape;8457;p103"/>
            <p:cNvSpPr/>
            <p:nvPr/>
          </p:nvSpPr>
          <p:spPr>
            <a:xfrm>
              <a:off x="1665109" y="1999087"/>
              <a:ext cx="9602" cy="11658"/>
            </a:xfrm>
            <a:custGeom>
              <a:avLst/>
              <a:gdLst/>
              <a:ahLst/>
              <a:cxnLst/>
              <a:rect l="l" t="t" r="r" b="b"/>
              <a:pathLst>
                <a:path w="598" h="726" extrusionOk="0">
                  <a:moveTo>
                    <a:pt x="0" y="0"/>
                  </a:moveTo>
                  <a:lnTo>
                    <a:pt x="0" y="726"/>
                  </a:lnTo>
                  <a:lnTo>
                    <a:pt x="597" y="726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8" name="Google Shape;8458;p103"/>
            <p:cNvSpPr/>
            <p:nvPr/>
          </p:nvSpPr>
          <p:spPr>
            <a:xfrm>
              <a:off x="1486999" y="1783306"/>
              <a:ext cx="12573" cy="8719"/>
            </a:xfrm>
            <a:custGeom>
              <a:avLst/>
              <a:gdLst/>
              <a:ahLst/>
              <a:cxnLst/>
              <a:rect l="l" t="t" r="r" b="b"/>
              <a:pathLst>
                <a:path w="783" h="543" extrusionOk="0">
                  <a:moveTo>
                    <a:pt x="384" y="0"/>
                  </a:moveTo>
                  <a:cubicBezTo>
                    <a:pt x="171" y="0"/>
                    <a:pt x="0" y="171"/>
                    <a:pt x="43" y="384"/>
                  </a:cubicBezTo>
                  <a:cubicBezTo>
                    <a:pt x="52" y="498"/>
                    <a:pt x="100" y="542"/>
                    <a:pt x="162" y="542"/>
                  </a:cubicBezTo>
                  <a:cubicBezTo>
                    <a:pt x="381" y="542"/>
                    <a:pt x="782" y="0"/>
                    <a:pt x="384" y="0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9" name="Google Shape;8459;p103"/>
            <p:cNvSpPr/>
            <p:nvPr/>
          </p:nvSpPr>
          <p:spPr>
            <a:xfrm>
              <a:off x="1489054" y="1873726"/>
              <a:ext cx="13023" cy="12348"/>
            </a:xfrm>
            <a:custGeom>
              <a:avLst/>
              <a:gdLst/>
              <a:ahLst/>
              <a:cxnLst/>
              <a:rect l="l" t="t" r="r" b="b"/>
              <a:pathLst>
                <a:path w="811" h="769" extrusionOk="0">
                  <a:moveTo>
                    <a:pt x="342" y="0"/>
                  </a:moveTo>
                  <a:cubicBezTo>
                    <a:pt x="171" y="43"/>
                    <a:pt x="0" y="214"/>
                    <a:pt x="43" y="384"/>
                  </a:cubicBezTo>
                  <a:cubicBezTo>
                    <a:pt x="0" y="598"/>
                    <a:pt x="171" y="768"/>
                    <a:pt x="342" y="768"/>
                  </a:cubicBezTo>
                  <a:cubicBezTo>
                    <a:pt x="811" y="726"/>
                    <a:pt x="811" y="86"/>
                    <a:pt x="342" y="0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0" name="Google Shape;8460;p103"/>
            <p:cNvSpPr/>
            <p:nvPr/>
          </p:nvSpPr>
          <p:spPr>
            <a:xfrm>
              <a:off x="1492475" y="1976478"/>
              <a:ext cx="13039" cy="12348"/>
            </a:xfrm>
            <a:custGeom>
              <a:avLst/>
              <a:gdLst/>
              <a:ahLst/>
              <a:cxnLst/>
              <a:rect l="l" t="t" r="r" b="b"/>
              <a:pathLst>
                <a:path w="812" h="769" extrusionOk="0">
                  <a:moveTo>
                    <a:pt x="342" y="1"/>
                  </a:moveTo>
                  <a:cubicBezTo>
                    <a:pt x="129" y="1"/>
                    <a:pt x="1" y="171"/>
                    <a:pt x="1" y="385"/>
                  </a:cubicBezTo>
                  <a:cubicBezTo>
                    <a:pt x="1" y="555"/>
                    <a:pt x="129" y="726"/>
                    <a:pt x="342" y="768"/>
                  </a:cubicBezTo>
                  <a:cubicBezTo>
                    <a:pt x="811" y="683"/>
                    <a:pt x="811" y="43"/>
                    <a:pt x="342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1" name="Google Shape;8461;p103"/>
            <p:cNvSpPr/>
            <p:nvPr/>
          </p:nvSpPr>
          <p:spPr>
            <a:xfrm>
              <a:off x="1834981" y="1735342"/>
              <a:ext cx="108260" cy="300757"/>
            </a:xfrm>
            <a:custGeom>
              <a:avLst/>
              <a:gdLst/>
              <a:ahLst/>
              <a:cxnLst/>
              <a:rect l="l" t="t" r="r" b="b"/>
              <a:pathLst>
                <a:path w="6742" h="18730" extrusionOk="0">
                  <a:moveTo>
                    <a:pt x="172" y="1"/>
                  </a:moveTo>
                  <a:lnTo>
                    <a:pt x="1" y="18729"/>
                  </a:lnTo>
                  <a:lnTo>
                    <a:pt x="6485" y="18729"/>
                  </a:lnTo>
                  <a:lnTo>
                    <a:pt x="6741" y="1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2" name="Google Shape;8462;p103"/>
            <p:cNvSpPr/>
            <p:nvPr/>
          </p:nvSpPr>
          <p:spPr>
            <a:xfrm>
              <a:off x="1922671" y="1765498"/>
              <a:ext cx="104133" cy="270601"/>
            </a:xfrm>
            <a:custGeom>
              <a:avLst/>
              <a:gdLst/>
              <a:ahLst/>
              <a:cxnLst/>
              <a:rect l="l" t="t" r="r" b="b"/>
              <a:pathLst>
                <a:path w="6485" h="16852" extrusionOk="0">
                  <a:moveTo>
                    <a:pt x="171" y="0"/>
                  </a:moveTo>
                  <a:lnTo>
                    <a:pt x="0" y="16851"/>
                  </a:lnTo>
                  <a:lnTo>
                    <a:pt x="6485" y="16851"/>
                  </a:lnTo>
                  <a:lnTo>
                    <a:pt x="5546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3" name="Google Shape;8463;p103"/>
            <p:cNvSpPr/>
            <p:nvPr/>
          </p:nvSpPr>
          <p:spPr>
            <a:xfrm>
              <a:off x="1989808" y="1735342"/>
              <a:ext cx="147970" cy="300757"/>
            </a:xfrm>
            <a:custGeom>
              <a:avLst/>
              <a:gdLst/>
              <a:ahLst/>
              <a:cxnLst/>
              <a:rect l="l" t="t" r="r" b="b"/>
              <a:pathLst>
                <a:path w="9215" h="18730" extrusionOk="0">
                  <a:moveTo>
                    <a:pt x="0" y="1"/>
                  </a:moveTo>
                  <a:lnTo>
                    <a:pt x="853" y="18729"/>
                  </a:lnTo>
                  <a:lnTo>
                    <a:pt x="9215" y="18729"/>
                  </a:lnTo>
                  <a:lnTo>
                    <a:pt x="8916" y="1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4" name="Google Shape;8464;p103"/>
            <p:cNvSpPr/>
            <p:nvPr/>
          </p:nvSpPr>
          <p:spPr>
            <a:xfrm>
              <a:off x="1793200" y="1735342"/>
              <a:ext cx="58931" cy="300757"/>
            </a:xfrm>
            <a:custGeom>
              <a:avLst/>
              <a:gdLst/>
              <a:ahLst/>
              <a:cxnLst/>
              <a:rect l="l" t="t" r="r" b="b"/>
              <a:pathLst>
                <a:path w="3670" h="18730" extrusionOk="0">
                  <a:moveTo>
                    <a:pt x="1" y="1"/>
                  </a:moveTo>
                  <a:lnTo>
                    <a:pt x="129" y="18729"/>
                  </a:lnTo>
                  <a:lnTo>
                    <a:pt x="3669" y="18729"/>
                  </a:lnTo>
                  <a:lnTo>
                    <a:pt x="2901" y="1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5" name="Google Shape;8465;p103"/>
            <p:cNvSpPr/>
            <p:nvPr/>
          </p:nvSpPr>
          <p:spPr>
            <a:xfrm>
              <a:off x="1858281" y="1765498"/>
              <a:ext cx="77413" cy="270601"/>
            </a:xfrm>
            <a:custGeom>
              <a:avLst/>
              <a:gdLst/>
              <a:ahLst/>
              <a:cxnLst/>
              <a:rect l="l" t="t" r="r" b="b"/>
              <a:pathLst>
                <a:path w="4821" h="16852" extrusionOk="0">
                  <a:moveTo>
                    <a:pt x="0" y="0"/>
                  </a:moveTo>
                  <a:lnTo>
                    <a:pt x="214" y="16851"/>
                  </a:lnTo>
                  <a:lnTo>
                    <a:pt x="4821" y="16851"/>
                  </a:lnTo>
                  <a:lnTo>
                    <a:pt x="4437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6" name="Google Shape;8466;p103"/>
            <p:cNvSpPr/>
            <p:nvPr/>
          </p:nvSpPr>
          <p:spPr>
            <a:xfrm>
              <a:off x="1952121" y="1735342"/>
              <a:ext cx="78120" cy="300757"/>
            </a:xfrm>
            <a:custGeom>
              <a:avLst/>
              <a:gdLst/>
              <a:ahLst/>
              <a:cxnLst/>
              <a:rect l="l" t="t" r="r" b="b"/>
              <a:pathLst>
                <a:path w="4865" h="18730" extrusionOk="0">
                  <a:moveTo>
                    <a:pt x="129" y="1"/>
                  </a:moveTo>
                  <a:lnTo>
                    <a:pt x="1" y="18729"/>
                  </a:lnTo>
                  <a:lnTo>
                    <a:pt x="4395" y="18729"/>
                  </a:lnTo>
                  <a:lnTo>
                    <a:pt x="4864" y="1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7" name="Google Shape;8467;p103"/>
            <p:cNvSpPr/>
            <p:nvPr/>
          </p:nvSpPr>
          <p:spPr>
            <a:xfrm>
              <a:off x="1805532" y="1979224"/>
              <a:ext cx="31521" cy="18514"/>
            </a:xfrm>
            <a:custGeom>
              <a:avLst/>
              <a:gdLst/>
              <a:ahLst/>
              <a:cxnLst/>
              <a:rect l="l" t="t" r="r" b="b"/>
              <a:pathLst>
                <a:path w="1963" h="1153" extrusionOk="0">
                  <a:moveTo>
                    <a:pt x="0" y="0"/>
                  </a:moveTo>
                  <a:lnTo>
                    <a:pt x="0" y="1152"/>
                  </a:lnTo>
                  <a:lnTo>
                    <a:pt x="1963" y="1152"/>
                  </a:lnTo>
                  <a:lnTo>
                    <a:pt x="1963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8" name="Google Shape;8468;p103"/>
            <p:cNvSpPr/>
            <p:nvPr/>
          </p:nvSpPr>
          <p:spPr>
            <a:xfrm>
              <a:off x="1805532" y="2008673"/>
              <a:ext cx="31521" cy="18514"/>
            </a:xfrm>
            <a:custGeom>
              <a:avLst/>
              <a:gdLst/>
              <a:ahLst/>
              <a:cxnLst/>
              <a:rect l="l" t="t" r="r" b="b"/>
              <a:pathLst>
                <a:path w="1963" h="1153" extrusionOk="0">
                  <a:moveTo>
                    <a:pt x="0" y="1"/>
                  </a:moveTo>
                  <a:lnTo>
                    <a:pt x="0" y="1152"/>
                  </a:lnTo>
                  <a:lnTo>
                    <a:pt x="1963" y="1152"/>
                  </a:lnTo>
                  <a:lnTo>
                    <a:pt x="1963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9" name="Google Shape;8469;p103"/>
            <p:cNvSpPr/>
            <p:nvPr/>
          </p:nvSpPr>
          <p:spPr>
            <a:xfrm>
              <a:off x="1816499" y="1947028"/>
              <a:ext cx="4801" cy="20554"/>
            </a:xfrm>
            <a:custGeom>
              <a:avLst/>
              <a:gdLst/>
              <a:ahLst/>
              <a:cxnLst/>
              <a:rect l="l" t="t" r="r" b="b"/>
              <a:pathLst>
                <a:path w="299" h="1280" extrusionOk="0">
                  <a:moveTo>
                    <a:pt x="0" y="0"/>
                  </a:moveTo>
                  <a:lnTo>
                    <a:pt x="0" y="1280"/>
                  </a:lnTo>
                  <a:lnTo>
                    <a:pt x="299" y="128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0" name="Google Shape;8470;p103"/>
            <p:cNvSpPr/>
            <p:nvPr/>
          </p:nvSpPr>
          <p:spPr>
            <a:xfrm>
              <a:off x="1898697" y="1947028"/>
              <a:ext cx="5492" cy="20554"/>
            </a:xfrm>
            <a:custGeom>
              <a:avLst/>
              <a:gdLst/>
              <a:ahLst/>
              <a:cxnLst/>
              <a:rect l="l" t="t" r="r" b="b"/>
              <a:pathLst>
                <a:path w="342" h="1280" extrusionOk="0">
                  <a:moveTo>
                    <a:pt x="0" y="0"/>
                  </a:moveTo>
                  <a:lnTo>
                    <a:pt x="0" y="1280"/>
                  </a:lnTo>
                  <a:lnTo>
                    <a:pt x="342" y="128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1" name="Google Shape;8471;p103"/>
            <p:cNvSpPr/>
            <p:nvPr/>
          </p:nvSpPr>
          <p:spPr>
            <a:xfrm>
              <a:off x="1888420" y="1947028"/>
              <a:ext cx="4817" cy="20554"/>
            </a:xfrm>
            <a:custGeom>
              <a:avLst/>
              <a:gdLst/>
              <a:ahLst/>
              <a:cxnLst/>
              <a:rect l="l" t="t" r="r" b="b"/>
              <a:pathLst>
                <a:path w="300" h="1280" extrusionOk="0">
                  <a:moveTo>
                    <a:pt x="0" y="0"/>
                  </a:moveTo>
                  <a:lnTo>
                    <a:pt x="0" y="1280"/>
                  </a:lnTo>
                  <a:lnTo>
                    <a:pt x="299" y="128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2" name="Google Shape;8472;p103"/>
            <p:cNvSpPr/>
            <p:nvPr/>
          </p:nvSpPr>
          <p:spPr>
            <a:xfrm>
              <a:off x="1867176" y="1979224"/>
              <a:ext cx="56876" cy="18514"/>
            </a:xfrm>
            <a:custGeom>
              <a:avLst/>
              <a:gdLst/>
              <a:ahLst/>
              <a:cxnLst/>
              <a:rect l="l" t="t" r="r" b="b"/>
              <a:pathLst>
                <a:path w="3542" h="1153" extrusionOk="0">
                  <a:moveTo>
                    <a:pt x="1" y="0"/>
                  </a:moveTo>
                  <a:lnTo>
                    <a:pt x="1" y="1152"/>
                  </a:lnTo>
                  <a:lnTo>
                    <a:pt x="3542" y="1152"/>
                  </a:lnTo>
                  <a:lnTo>
                    <a:pt x="3542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3" name="Google Shape;8473;p103"/>
            <p:cNvSpPr/>
            <p:nvPr/>
          </p:nvSpPr>
          <p:spPr>
            <a:xfrm>
              <a:off x="1867176" y="2008673"/>
              <a:ext cx="56876" cy="18514"/>
            </a:xfrm>
            <a:custGeom>
              <a:avLst/>
              <a:gdLst/>
              <a:ahLst/>
              <a:cxnLst/>
              <a:rect l="l" t="t" r="r" b="b"/>
              <a:pathLst>
                <a:path w="3542" h="1153" extrusionOk="0">
                  <a:moveTo>
                    <a:pt x="1" y="1"/>
                  </a:moveTo>
                  <a:lnTo>
                    <a:pt x="1" y="1152"/>
                  </a:lnTo>
                  <a:lnTo>
                    <a:pt x="3542" y="1152"/>
                  </a:lnTo>
                  <a:lnTo>
                    <a:pt x="3542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4" name="Google Shape;8474;p103"/>
            <p:cNvSpPr/>
            <p:nvPr/>
          </p:nvSpPr>
          <p:spPr>
            <a:xfrm>
              <a:off x="1961723" y="1742199"/>
              <a:ext cx="56860" cy="30846"/>
            </a:xfrm>
            <a:custGeom>
              <a:avLst/>
              <a:gdLst/>
              <a:ahLst/>
              <a:cxnLst/>
              <a:rect l="l" t="t" r="r" b="b"/>
              <a:pathLst>
                <a:path w="3541" h="1921" extrusionOk="0">
                  <a:moveTo>
                    <a:pt x="0" y="1"/>
                  </a:moveTo>
                  <a:lnTo>
                    <a:pt x="0" y="1835"/>
                  </a:lnTo>
                  <a:lnTo>
                    <a:pt x="3541" y="1920"/>
                  </a:lnTo>
                  <a:lnTo>
                    <a:pt x="3541" y="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5" name="Google Shape;8475;p103"/>
            <p:cNvSpPr/>
            <p:nvPr/>
          </p:nvSpPr>
          <p:spPr>
            <a:xfrm>
              <a:off x="1961033" y="1995666"/>
              <a:ext cx="50019" cy="30830"/>
            </a:xfrm>
            <a:custGeom>
              <a:avLst/>
              <a:gdLst/>
              <a:ahLst/>
              <a:cxnLst/>
              <a:rect l="l" t="t" r="r" b="b"/>
              <a:pathLst>
                <a:path w="3115" h="1920" extrusionOk="0">
                  <a:moveTo>
                    <a:pt x="0" y="0"/>
                  </a:moveTo>
                  <a:lnTo>
                    <a:pt x="0" y="1835"/>
                  </a:lnTo>
                  <a:lnTo>
                    <a:pt x="3115" y="1920"/>
                  </a:lnTo>
                  <a:lnTo>
                    <a:pt x="3115" y="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6" name="Google Shape;8476;p103"/>
            <p:cNvSpPr/>
            <p:nvPr/>
          </p:nvSpPr>
          <p:spPr>
            <a:xfrm>
              <a:off x="1883619" y="1783306"/>
              <a:ext cx="26045" cy="22400"/>
            </a:xfrm>
            <a:custGeom>
              <a:avLst/>
              <a:gdLst/>
              <a:ahLst/>
              <a:cxnLst/>
              <a:rect l="l" t="t" r="r" b="b"/>
              <a:pathLst>
                <a:path w="1622" h="1395" extrusionOk="0">
                  <a:moveTo>
                    <a:pt x="726" y="0"/>
                  </a:moveTo>
                  <a:cubicBezTo>
                    <a:pt x="299" y="0"/>
                    <a:pt x="1" y="384"/>
                    <a:pt x="1" y="768"/>
                  </a:cubicBezTo>
                  <a:cubicBezTo>
                    <a:pt x="56" y="1152"/>
                    <a:pt x="392" y="1395"/>
                    <a:pt x="728" y="1395"/>
                  </a:cubicBezTo>
                  <a:cubicBezTo>
                    <a:pt x="915" y="1395"/>
                    <a:pt x="1101" y="1320"/>
                    <a:pt x="1238" y="1152"/>
                  </a:cubicBezTo>
                  <a:cubicBezTo>
                    <a:pt x="1622" y="683"/>
                    <a:pt x="1323" y="0"/>
                    <a:pt x="726" y="0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7" name="Google Shape;8477;p103"/>
            <p:cNvSpPr/>
            <p:nvPr/>
          </p:nvSpPr>
          <p:spPr>
            <a:xfrm>
              <a:off x="1803476" y="1746309"/>
              <a:ext cx="26736" cy="22786"/>
            </a:xfrm>
            <a:custGeom>
              <a:avLst/>
              <a:gdLst/>
              <a:ahLst/>
              <a:cxnLst/>
              <a:rect l="l" t="t" r="r" b="b"/>
              <a:pathLst>
                <a:path w="1665" h="1419" extrusionOk="0">
                  <a:moveTo>
                    <a:pt x="726" y="1"/>
                  </a:moveTo>
                  <a:cubicBezTo>
                    <a:pt x="342" y="43"/>
                    <a:pt x="0" y="384"/>
                    <a:pt x="43" y="811"/>
                  </a:cubicBezTo>
                  <a:cubicBezTo>
                    <a:pt x="98" y="1194"/>
                    <a:pt x="415" y="1419"/>
                    <a:pt x="749" y="1419"/>
                  </a:cubicBezTo>
                  <a:cubicBezTo>
                    <a:pt x="935" y="1419"/>
                    <a:pt x="1127" y="1348"/>
                    <a:pt x="1280" y="1195"/>
                  </a:cubicBezTo>
                  <a:cubicBezTo>
                    <a:pt x="1664" y="726"/>
                    <a:pt x="1366" y="1"/>
                    <a:pt x="726" y="1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8" name="Google Shape;8478;p103"/>
            <p:cNvSpPr/>
            <p:nvPr/>
          </p:nvSpPr>
          <p:spPr>
            <a:xfrm>
              <a:off x="2089123" y="1751111"/>
              <a:ext cx="56201" cy="284989"/>
            </a:xfrm>
            <a:custGeom>
              <a:avLst/>
              <a:gdLst/>
              <a:ahLst/>
              <a:cxnLst/>
              <a:rect l="l" t="t" r="r" b="b"/>
              <a:pathLst>
                <a:path w="3500" h="17748" extrusionOk="0">
                  <a:moveTo>
                    <a:pt x="385" y="0"/>
                  </a:moveTo>
                  <a:lnTo>
                    <a:pt x="1" y="17747"/>
                  </a:lnTo>
                  <a:lnTo>
                    <a:pt x="3371" y="17747"/>
                  </a:lnTo>
                  <a:lnTo>
                    <a:pt x="3499" y="29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9" name="Google Shape;8479;p103"/>
            <p:cNvSpPr/>
            <p:nvPr/>
          </p:nvSpPr>
          <p:spPr>
            <a:xfrm>
              <a:off x="2056928" y="1751111"/>
              <a:ext cx="46599" cy="284989"/>
            </a:xfrm>
            <a:custGeom>
              <a:avLst/>
              <a:gdLst/>
              <a:ahLst/>
              <a:cxnLst/>
              <a:rect l="l" t="t" r="r" b="b"/>
              <a:pathLst>
                <a:path w="2902" h="17748" extrusionOk="0">
                  <a:moveTo>
                    <a:pt x="2603" y="0"/>
                  </a:moveTo>
                  <a:lnTo>
                    <a:pt x="1" y="128"/>
                  </a:lnTo>
                  <a:lnTo>
                    <a:pt x="86" y="17747"/>
                  </a:lnTo>
                  <a:lnTo>
                    <a:pt x="2902" y="17747"/>
                  </a:lnTo>
                  <a:lnTo>
                    <a:pt x="2603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0" name="Google Shape;8480;p103"/>
            <p:cNvSpPr/>
            <p:nvPr/>
          </p:nvSpPr>
          <p:spPr>
            <a:xfrm>
              <a:off x="2134341" y="1727811"/>
              <a:ext cx="124686" cy="308288"/>
            </a:xfrm>
            <a:custGeom>
              <a:avLst/>
              <a:gdLst/>
              <a:ahLst/>
              <a:cxnLst/>
              <a:rect l="l" t="t" r="r" b="b"/>
              <a:pathLst>
                <a:path w="7765" h="19199" extrusionOk="0">
                  <a:moveTo>
                    <a:pt x="1" y="1"/>
                  </a:moveTo>
                  <a:lnTo>
                    <a:pt x="385" y="19198"/>
                  </a:lnTo>
                  <a:lnTo>
                    <a:pt x="7466" y="19198"/>
                  </a:lnTo>
                  <a:lnTo>
                    <a:pt x="7765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1" name="Google Shape;8481;p103"/>
            <p:cNvSpPr/>
            <p:nvPr/>
          </p:nvSpPr>
          <p:spPr>
            <a:xfrm>
              <a:off x="2110367" y="1727811"/>
              <a:ext cx="34957" cy="308288"/>
            </a:xfrm>
            <a:custGeom>
              <a:avLst/>
              <a:gdLst/>
              <a:ahLst/>
              <a:cxnLst/>
              <a:rect l="l" t="t" r="r" b="b"/>
              <a:pathLst>
                <a:path w="2177" h="19199" extrusionOk="0">
                  <a:moveTo>
                    <a:pt x="0" y="1"/>
                  </a:moveTo>
                  <a:lnTo>
                    <a:pt x="86" y="19198"/>
                  </a:lnTo>
                  <a:lnTo>
                    <a:pt x="2176" y="19198"/>
                  </a:lnTo>
                  <a:lnTo>
                    <a:pt x="1750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2" name="Google Shape;8482;p103"/>
            <p:cNvSpPr/>
            <p:nvPr/>
          </p:nvSpPr>
          <p:spPr>
            <a:xfrm>
              <a:off x="2117898" y="2018950"/>
              <a:ext cx="20570" cy="11658"/>
            </a:xfrm>
            <a:custGeom>
              <a:avLst/>
              <a:gdLst/>
              <a:ahLst/>
              <a:cxnLst/>
              <a:rect l="l" t="t" r="r" b="b"/>
              <a:pathLst>
                <a:path w="1281" h="726" extrusionOk="0">
                  <a:moveTo>
                    <a:pt x="1" y="1"/>
                  </a:moveTo>
                  <a:lnTo>
                    <a:pt x="1" y="726"/>
                  </a:lnTo>
                  <a:lnTo>
                    <a:pt x="1281" y="726"/>
                  </a:lnTo>
                  <a:lnTo>
                    <a:pt x="1281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3" name="Google Shape;8483;p103"/>
            <p:cNvSpPr/>
            <p:nvPr/>
          </p:nvSpPr>
          <p:spPr>
            <a:xfrm>
              <a:off x="2117898" y="1738778"/>
              <a:ext cx="11658" cy="10967"/>
            </a:xfrm>
            <a:custGeom>
              <a:avLst/>
              <a:gdLst/>
              <a:ahLst/>
              <a:cxnLst/>
              <a:rect l="l" t="t" r="r" b="b"/>
              <a:pathLst>
                <a:path w="726" h="683" extrusionOk="0">
                  <a:moveTo>
                    <a:pt x="1" y="0"/>
                  </a:moveTo>
                  <a:lnTo>
                    <a:pt x="1" y="683"/>
                  </a:lnTo>
                  <a:lnTo>
                    <a:pt x="726" y="683"/>
                  </a:lnTo>
                  <a:lnTo>
                    <a:pt x="726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4" name="Google Shape;8484;p103"/>
            <p:cNvSpPr/>
            <p:nvPr/>
          </p:nvSpPr>
          <p:spPr>
            <a:xfrm>
              <a:off x="2062420" y="2011419"/>
              <a:ext cx="32211" cy="16459"/>
            </a:xfrm>
            <a:custGeom>
              <a:avLst/>
              <a:gdLst/>
              <a:ahLst/>
              <a:cxnLst/>
              <a:rect l="l" t="t" r="r" b="b"/>
              <a:pathLst>
                <a:path w="2006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2005" y="1024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5" name="Google Shape;8485;p103"/>
            <p:cNvSpPr/>
            <p:nvPr/>
          </p:nvSpPr>
          <p:spPr>
            <a:xfrm>
              <a:off x="2061729" y="1760697"/>
              <a:ext cx="30156" cy="17133"/>
            </a:xfrm>
            <a:custGeom>
              <a:avLst/>
              <a:gdLst/>
              <a:ahLst/>
              <a:cxnLst/>
              <a:rect l="l" t="t" r="r" b="b"/>
              <a:pathLst>
                <a:path w="1878" h="1067" extrusionOk="0">
                  <a:moveTo>
                    <a:pt x="1878" y="0"/>
                  </a:moveTo>
                  <a:lnTo>
                    <a:pt x="1" y="86"/>
                  </a:lnTo>
                  <a:lnTo>
                    <a:pt x="1" y="1067"/>
                  </a:lnTo>
                  <a:lnTo>
                    <a:pt x="1878" y="982"/>
                  </a:lnTo>
                  <a:lnTo>
                    <a:pt x="1878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6" name="Google Shape;8486;p103"/>
            <p:cNvSpPr/>
            <p:nvPr/>
          </p:nvSpPr>
          <p:spPr>
            <a:xfrm>
              <a:off x="2121335" y="1999087"/>
              <a:ext cx="8912" cy="11658"/>
            </a:xfrm>
            <a:custGeom>
              <a:avLst/>
              <a:gdLst/>
              <a:ahLst/>
              <a:cxnLst/>
              <a:rect l="l" t="t" r="r" b="b"/>
              <a:pathLst>
                <a:path w="555" h="726" extrusionOk="0">
                  <a:moveTo>
                    <a:pt x="0" y="0"/>
                  </a:moveTo>
                  <a:lnTo>
                    <a:pt x="0" y="726"/>
                  </a:lnTo>
                  <a:lnTo>
                    <a:pt x="555" y="726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7" name="Google Shape;8487;p103"/>
            <p:cNvSpPr/>
            <p:nvPr/>
          </p:nvSpPr>
          <p:spPr>
            <a:xfrm>
              <a:off x="819103" y="1295559"/>
              <a:ext cx="137693" cy="303487"/>
            </a:xfrm>
            <a:custGeom>
              <a:avLst/>
              <a:gdLst/>
              <a:ahLst/>
              <a:cxnLst/>
              <a:rect l="l" t="t" r="r" b="b"/>
              <a:pathLst>
                <a:path w="8575" h="18900" extrusionOk="0">
                  <a:moveTo>
                    <a:pt x="256" y="1"/>
                  </a:moveTo>
                  <a:lnTo>
                    <a:pt x="0" y="18899"/>
                  </a:lnTo>
                  <a:lnTo>
                    <a:pt x="8234" y="18899"/>
                  </a:lnTo>
                  <a:lnTo>
                    <a:pt x="8575" y="1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8" name="Google Shape;8488;p103"/>
            <p:cNvSpPr/>
            <p:nvPr/>
          </p:nvSpPr>
          <p:spPr>
            <a:xfrm>
              <a:off x="930077" y="1325699"/>
              <a:ext cx="132217" cy="273347"/>
            </a:xfrm>
            <a:custGeom>
              <a:avLst/>
              <a:gdLst/>
              <a:ahLst/>
              <a:cxnLst/>
              <a:rect l="l" t="t" r="r" b="b"/>
              <a:pathLst>
                <a:path w="8234" h="17023" extrusionOk="0">
                  <a:moveTo>
                    <a:pt x="256" y="1"/>
                  </a:moveTo>
                  <a:lnTo>
                    <a:pt x="0" y="17022"/>
                  </a:lnTo>
                  <a:lnTo>
                    <a:pt x="8234" y="17022"/>
                  </a:lnTo>
                  <a:lnTo>
                    <a:pt x="7039" y="1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9" name="Google Shape;8489;p103"/>
            <p:cNvSpPr/>
            <p:nvPr/>
          </p:nvSpPr>
          <p:spPr>
            <a:xfrm>
              <a:off x="1015021" y="1295559"/>
              <a:ext cx="187022" cy="303487"/>
            </a:xfrm>
            <a:custGeom>
              <a:avLst/>
              <a:gdLst/>
              <a:ahLst/>
              <a:cxnLst/>
              <a:rect l="l" t="t" r="r" b="b"/>
              <a:pathLst>
                <a:path w="11647" h="18900" extrusionOk="0">
                  <a:moveTo>
                    <a:pt x="0" y="1"/>
                  </a:moveTo>
                  <a:lnTo>
                    <a:pt x="1067" y="18899"/>
                  </a:lnTo>
                  <a:lnTo>
                    <a:pt x="11646" y="18899"/>
                  </a:lnTo>
                  <a:lnTo>
                    <a:pt x="11263" y="1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0" name="Google Shape;8490;p103"/>
            <p:cNvSpPr/>
            <p:nvPr/>
          </p:nvSpPr>
          <p:spPr>
            <a:xfrm>
              <a:off x="1145167" y="1318859"/>
              <a:ext cx="151406" cy="280187"/>
            </a:xfrm>
            <a:custGeom>
              <a:avLst/>
              <a:gdLst/>
              <a:ahLst/>
              <a:cxnLst/>
              <a:rect l="l" t="t" r="r" b="b"/>
              <a:pathLst>
                <a:path w="9429" h="17449" extrusionOk="0">
                  <a:moveTo>
                    <a:pt x="555" y="0"/>
                  </a:moveTo>
                  <a:lnTo>
                    <a:pt x="1" y="17448"/>
                  </a:lnTo>
                  <a:lnTo>
                    <a:pt x="9429" y="17448"/>
                  </a:lnTo>
                  <a:lnTo>
                    <a:pt x="8917" y="0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1" name="Google Shape;8491;p103"/>
            <p:cNvSpPr/>
            <p:nvPr/>
          </p:nvSpPr>
          <p:spPr>
            <a:xfrm>
              <a:off x="766355" y="1295559"/>
              <a:ext cx="74683" cy="303487"/>
            </a:xfrm>
            <a:custGeom>
              <a:avLst/>
              <a:gdLst/>
              <a:ahLst/>
              <a:cxnLst/>
              <a:rect l="l" t="t" r="r" b="b"/>
              <a:pathLst>
                <a:path w="4651" h="18900" extrusionOk="0">
                  <a:moveTo>
                    <a:pt x="0" y="1"/>
                  </a:moveTo>
                  <a:lnTo>
                    <a:pt x="214" y="18899"/>
                  </a:lnTo>
                  <a:lnTo>
                    <a:pt x="4650" y="18899"/>
                  </a:lnTo>
                  <a:lnTo>
                    <a:pt x="3669" y="1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2" name="Google Shape;8492;p103"/>
            <p:cNvSpPr/>
            <p:nvPr/>
          </p:nvSpPr>
          <p:spPr>
            <a:xfrm>
              <a:off x="849243" y="1325699"/>
              <a:ext cx="97967" cy="273347"/>
            </a:xfrm>
            <a:custGeom>
              <a:avLst/>
              <a:gdLst/>
              <a:ahLst/>
              <a:cxnLst/>
              <a:rect l="l" t="t" r="r" b="b"/>
              <a:pathLst>
                <a:path w="6101" h="17023" extrusionOk="0">
                  <a:moveTo>
                    <a:pt x="0" y="1"/>
                  </a:moveTo>
                  <a:lnTo>
                    <a:pt x="256" y="17022"/>
                  </a:lnTo>
                  <a:lnTo>
                    <a:pt x="6101" y="17022"/>
                  </a:lnTo>
                  <a:lnTo>
                    <a:pt x="5546" y="1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3" name="Google Shape;8493;p103"/>
            <p:cNvSpPr/>
            <p:nvPr/>
          </p:nvSpPr>
          <p:spPr>
            <a:xfrm>
              <a:off x="967057" y="1295559"/>
              <a:ext cx="98657" cy="303487"/>
            </a:xfrm>
            <a:custGeom>
              <a:avLst/>
              <a:gdLst/>
              <a:ahLst/>
              <a:cxnLst/>
              <a:rect l="l" t="t" r="r" b="b"/>
              <a:pathLst>
                <a:path w="6144" h="18900" extrusionOk="0">
                  <a:moveTo>
                    <a:pt x="214" y="1"/>
                  </a:moveTo>
                  <a:lnTo>
                    <a:pt x="1" y="18899"/>
                  </a:lnTo>
                  <a:lnTo>
                    <a:pt x="5589" y="18899"/>
                  </a:lnTo>
                  <a:lnTo>
                    <a:pt x="6144" y="1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4" name="Google Shape;8494;p103"/>
            <p:cNvSpPr/>
            <p:nvPr/>
          </p:nvSpPr>
          <p:spPr>
            <a:xfrm>
              <a:off x="1084197" y="1318859"/>
              <a:ext cx="78120" cy="280187"/>
            </a:xfrm>
            <a:custGeom>
              <a:avLst/>
              <a:gdLst/>
              <a:ahLst/>
              <a:cxnLst/>
              <a:rect l="l" t="t" r="r" b="b"/>
              <a:pathLst>
                <a:path w="4865" h="17449" extrusionOk="0">
                  <a:moveTo>
                    <a:pt x="4395" y="0"/>
                  </a:moveTo>
                  <a:lnTo>
                    <a:pt x="1" y="512"/>
                  </a:lnTo>
                  <a:lnTo>
                    <a:pt x="1" y="17448"/>
                  </a:lnTo>
                  <a:lnTo>
                    <a:pt x="4864" y="17448"/>
                  </a:lnTo>
                  <a:lnTo>
                    <a:pt x="4395" y="0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5" name="Google Shape;8495;p103"/>
            <p:cNvSpPr/>
            <p:nvPr/>
          </p:nvSpPr>
          <p:spPr>
            <a:xfrm>
              <a:off x="1230111" y="1388725"/>
              <a:ext cx="62351" cy="210321"/>
            </a:xfrm>
            <a:custGeom>
              <a:avLst/>
              <a:gdLst/>
              <a:ahLst/>
              <a:cxnLst/>
              <a:rect l="l" t="t" r="r" b="b"/>
              <a:pathLst>
                <a:path w="3883" h="13098" extrusionOk="0">
                  <a:moveTo>
                    <a:pt x="214" y="1"/>
                  </a:moveTo>
                  <a:lnTo>
                    <a:pt x="1" y="13097"/>
                  </a:lnTo>
                  <a:lnTo>
                    <a:pt x="3456" y="13097"/>
                  </a:lnTo>
                  <a:lnTo>
                    <a:pt x="3883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6" name="Google Shape;8496;p103"/>
            <p:cNvSpPr/>
            <p:nvPr/>
          </p:nvSpPr>
          <p:spPr>
            <a:xfrm>
              <a:off x="1173252" y="1388725"/>
              <a:ext cx="74009" cy="210321"/>
            </a:xfrm>
            <a:custGeom>
              <a:avLst/>
              <a:gdLst/>
              <a:ahLst/>
              <a:cxnLst/>
              <a:rect l="l" t="t" r="r" b="b"/>
              <a:pathLst>
                <a:path w="4609" h="13098" extrusionOk="0">
                  <a:moveTo>
                    <a:pt x="1" y="1"/>
                  </a:moveTo>
                  <a:lnTo>
                    <a:pt x="470" y="13097"/>
                  </a:lnTo>
                  <a:lnTo>
                    <a:pt x="4608" y="13097"/>
                  </a:lnTo>
                  <a:lnTo>
                    <a:pt x="4395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7" name="Google Shape;8497;p103"/>
            <p:cNvSpPr/>
            <p:nvPr/>
          </p:nvSpPr>
          <p:spPr>
            <a:xfrm>
              <a:off x="1295192" y="1312002"/>
              <a:ext cx="69882" cy="287044"/>
            </a:xfrm>
            <a:custGeom>
              <a:avLst/>
              <a:gdLst/>
              <a:ahLst/>
              <a:cxnLst/>
              <a:rect l="l" t="t" r="r" b="b"/>
              <a:pathLst>
                <a:path w="4352" h="17876" extrusionOk="0">
                  <a:moveTo>
                    <a:pt x="470" y="1"/>
                  </a:moveTo>
                  <a:lnTo>
                    <a:pt x="0" y="17875"/>
                  </a:lnTo>
                  <a:lnTo>
                    <a:pt x="4224" y="17875"/>
                  </a:lnTo>
                  <a:lnTo>
                    <a:pt x="4352" y="299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8" name="Google Shape;8498;p103"/>
            <p:cNvSpPr/>
            <p:nvPr/>
          </p:nvSpPr>
          <p:spPr>
            <a:xfrm>
              <a:off x="1254085" y="1312002"/>
              <a:ext cx="58931" cy="287044"/>
            </a:xfrm>
            <a:custGeom>
              <a:avLst/>
              <a:gdLst/>
              <a:ahLst/>
              <a:cxnLst/>
              <a:rect l="l" t="t" r="r" b="b"/>
              <a:pathLst>
                <a:path w="3670" h="17876" extrusionOk="0">
                  <a:moveTo>
                    <a:pt x="3286" y="1"/>
                  </a:moveTo>
                  <a:lnTo>
                    <a:pt x="1" y="129"/>
                  </a:lnTo>
                  <a:lnTo>
                    <a:pt x="129" y="17875"/>
                  </a:lnTo>
                  <a:lnTo>
                    <a:pt x="3669" y="17875"/>
                  </a:lnTo>
                  <a:lnTo>
                    <a:pt x="3286" y="1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9" name="Google Shape;8499;p103"/>
            <p:cNvSpPr/>
            <p:nvPr/>
          </p:nvSpPr>
          <p:spPr>
            <a:xfrm>
              <a:off x="1352052" y="1288719"/>
              <a:ext cx="157572" cy="310327"/>
            </a:xfrm>
            <a:custGeom>
              <a:avLst/>
              <a:gdLst/>
              <a:ahLst/>
              <a:cxnLst/>
              <a:rect l="l" t="t" r="r" b="b"/>
              <a:pathLst>
                <a:path w="9813" h="19326" extrusionOk="0">
                  <a:moveTo>
                    <a:pt x="0" y="0"/>
                  </a:moveTo>
                  <a:lnTo>
                    <a:pt x="427" y="19325"/>
                  </a:lnTo>
                  <a:lnTo>
                    <a:pt x="9428" y="19325"/>
                  </a:lnTo>
                  <a:lnTo>
                    <a:pt x="9812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0" name="Google Shape;8500;p103"/>
            <p:cNvSpPr/>
            <p:nvPr/>
          </p:nvSpPr>
          <p:spPr>
            <a:xfrm>
              <a:off x="1321221" y="1288719"/>
              <a:ext cx="44544" cy="310327"/>
            </a:xfrm>
            <a:custGeom>
              <a:avLst/>
              <a:gdLst/>
              <a:ahLst/>
              <a:cxnLst/>
              <a:rect l="l" t="t" r="r" b="b"/>
              <a:pathLst>
                <a:path w="2774" h="19326" extrusionOk="0">
                  <a:moveTo>
                    <a:pt x="0" y="0"/>
                  </a:moveTo>
                  <a:lnTo>
                    <a:pt x="128" y="19325"/>
                  </a:lnTo>
                  <a:lnTo>
                    <a:pt x="2773" y="19325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1" name="Google Shape;8501;p103"/>
            <p:cNvSpPr/>
            <p:nvPr/>
          </p:nvSpPr>
          <p:spPr>
            <a:xfrm>
              <a:off x="1438361" y="1296940"/>
              <a:ext cx="170579" cy="302106"/>
            </a:xfrm>
            <a:custGeom>
              <a:avLst/>
              <a:gdLst/>
              <a:ahLst/>
              <a:cxnLst/>
              <a:rect l="l" t="t" r="r" b="b"/>
              <a:pathLst>
                <a:path w="10623" h="18814" extrusionOk="0">
                  <a:moveTo>
                    <a:pt x="1110" y="0"/>
                  </a:moveTo>
                  <a:lnTo>
                    <a:pt x="0" y="18813"/>
                  </a:lnTo>
                  <a:lnTo>
                    <a:pt x="10324" y="18813"/>
                  </a:lnTo>
                  <a:lnTo>
                    <a:pt x="10623" y="0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2" name="Google Shape;8502;p103"/>
            <p:cNvSpPr/>
            <p:nvPr/>
          </p:nvSpPr>
          <p:spPr>
            <a:xfrm>
              <a:off x="1377391" y="1296940"/>
              <a:ext cx="89071" cy="302106"/>
            </a:xfrm>
            <a:custGeom>
              <a:avLst/>
              <a:gdLst/>
              <a:ahLst/>
              <a:cxnLst/>
              <a:rect l="l" t="t" r="r" b="b"/>
              <a:pathLst>
                <a:path w="5547" h="18814" extrusionOk="0">
                  <a:moveTo>
                    <a:pt x="4949" y="0"/>
                  </a:moveTo>
                  <a:lnTo>
                    <a:pt x="1" y="427"/>
                  </a:lnTo>
                  <a:lnTo>
                    <a:pt x="129" y="18813"/>
                  </a:lnTo>
                  <a:lnTo>
                    <a:pt x="5546" y="18813"/>
                  </a:lnTo>
                  <a:lnTo>
                    <a:pt x="49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3" name="Google Shape;8503;p103"/>
            <p:cNvSpPr/>
            <p:nvPr/>
          </p:nvSpPr>
          <p:spPr>
            <a:xfrm>
              <a:off x="782107" y="1540806"/>
              <a:ext cx="40433" cy="18514"/>
            </a:xfrm>
            <a:custGeom>
              <a:avLst/>
              <a:gdLst/>
              <a:ahLst/>
              <a:cxnLst/>
              <a:rect l="l" t="t" r="r" b="b"/>
              <a:pathLst>
                <a:path w="2518" h="1153" extrusionOk="0">
                  <a:moveTo>
                    <a:pt x="0" y="0"/>
                  </a:moveTo>
                  <a:lnTo>
                    <a:pt x="0" y="1152"/>
                  </a:lnTo>
                  <a:lnTo>
                    <a:pt x="2517" y="1152"/>
                  </a:lnTo>
                  <a:lnTo>
                    <a:pt x="2517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4" name="Google Shape;8504;p103"/>
            <p:cNvSpPr/>
            <p:nvPr/>
          </p:nvSpPr>
          <p:spPr>
            <a:xfrm>
              <a:off x="782107" y="1570946"/>
              <a:ext cx="40433" cy="18514"/>
            </a:xfrm>
            <a:custGeom>
              <a:avLst/>
              <a:gdLst/>
              <a:ahLst/>
              <a:cxnLst/>
              <a:rect l="l" t="t" r="r" b="b"/>
              <a:pathLst>
                <a:path w="2518" h="1153" extrusionOk="0">
                  <a:moveTo>
                    <a:pt x="0" y="0"/>
                  </a:moveTo>
                  <a:lnTo>
                    <a:pt x="0" y="1152"/>
                  </a:lnTo>
                  <a:lnTo>
                    <a:pt x="2517" y="1152"/>
                  </a:lnTo>
                  <a:lnTo>
                    <a:pt x="2517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5" name="Google Shape;8505;p103"/>
            <p:cNvSpPr/>
            <p:nvPr/>
          </p:nvSpPr>
          <p:spPr>
            <a:xfrm>
              <a:off x="796494" y="1508610"/>
              <a:ext cx="6182" cy="20570"/>
            </a:xfrm>
            <a:custGeom>
              <a:avLst/>
              <a:gdLst/>
              <a:ahLst/>
              <a:cxnLst/>
              <a:rect l="l" t="t" r="r" b="b"/>
              <a:pathLst>
                <a:path w="385" h="1281" extrusionOk="0">
                  <a:moveTo>
                    <a:pt x="0" y="0"/>
                  </a:moveTo>
                  <a:lnTo>
                    <a:pt x="0" y="1280"/>
                  </a:lnTo>
                  <a:lnTo>
                    <a:pt x="384" y="1280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6" name="Google Shape;8506;p103"/>
            <p:cNvSpPr/>
            <p:nvPr/>
          </p:nvSpPr>
          <p:spPr>
            <a:xfrm>
              <a:off x="899937" y="1509285"/>
              <a:ext cx="6857" cy="20570"/>
            </a:xfrm>
            <a:custGeom>
              <a:avLst/>
              <a:gdLst/>
              <a:ahLst/>
              <a:cxnLst/>
              <a:rect l="l" t="t" r="r" b="b"/>
              <a:pathLst>
                <a:path w="427" h="1281" extrusionOk="0">
                  <a:moveTo>
                    <a:pt x="0" y="1"/>
                  </a:moveTo>
                  <a:lnTo>
                    <a:pt x="0" y="1281"/>
                  </a:lnTo>
                  <a:lnTo>
                    <a:pt x="427" y="1281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7" name="Google Shape;8507;p103"/>
            <p:cNvSpPr/>
            <p:nvPr/>
          </p:nvSpPr>
          <p:spPr>
            <a:xfrm>
              <a:off x="886914" y="1508610"/>
              <a:ext cx="6182" cy="20570"/>
            </a:xfrm>
            <a:custGeom>
              <a:avLst/>
              <a:gdLst/>
              <a:ahLst/>
              <a:cxnLst/>
              <a:rect l="l" t="t" r="r" b="b"/>
              <a:pathLst>
                <a:path w="385" h="1281" extrusionOk="0">
                  <a:moveTo>
                    <a:pt x="1" y="0"/>
                  </a:moveTo>
                  <a:lnTo>
                    <a:pt x="1" y="1280"/>
                  </a:lnTo>
                  <a:lnTo>
                    <a:pt x="385" y="1280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8" name="Google Shape;8508;p103"/>
            <p:cNvSpPr/>
            <p:nvPr/>
          </p:nvSpPr>
          <p:spPr>
            <a:xfrm>
              <a:off x="860195" y="1540806"/>
              <a:ext cx="71954" cy="18514"/>
            </a:xfrm>
            <a:custGeom>
              <a:avLst/>
              <a:gdLst/>
              <a:ahLst/>
              <a:cxnLst/>
              <a:rect l="l" t="t" r="r" b="b"/>
              <a:pathLst>
                <a:path w="4481" h="1153" extrusionOk="0">
                  <a:moveTo>
                    <a:pt x="1" y="0"/>
                  </a:moveTo>
                  <a:lnTo>
                    <a:pt x="1" y="1152"/>
                  </a:lnTo>
                  <a:lnTo>
                    <a:pt x="4480" y="1152"/>
                  </a:lnTo>
                  <a:lnTo>
                    <a:pt x="4480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9" name="Google Shape;8509;p103"/>
            <p:cNvSpPr/>
            <p:nvPr/>
          </p:nvSpPr>
          <p:spPr>
            <a:xfrm>
              <a:off x="860195" y="1570946"/>
              <a:ext cx="71954" cy="18514"/>
            </a:xfrm>
            <a:custGeom>
              <a:avLst/>
              <a:gdLst/>
              <a:ahLst/>
              <a:cxnLst/>
              <a:rect l="l" t="t" r="r" b="b"/>
              <a:pathLst>
                <a:path w="4481" h="1153" extrusionOk="0">
                  <a:moveTo>
                    <a:pt x="1" y="0"/>
                  </a:moveTo>
                  <a:lnTo>
                    <a:pt x="1" y="1152"/>
                  </a:lnTo>
                  <a:lnTo>
                    <a:pt x="4480" y="1152"/>
                  </a:lnTo>
                  <a:lnTo>
                    <a:pt x="4480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0" name="Google Shape;8510;p103"/>
            <p:cNvSpPr/>
            <p:nvPr/>
          </p:nvSpPr>
          <p:spPr>
            <a:xfrm>
              <a:off x="1330808" y="1581222"/>
              <a:ext cx="26045" cy="11658"/>
            </a:xfrm>
            <a:custGeom>
              <a:avLst/>
              <a:gdLst/>
              <a:ahLst/>
              <a:cxnLst/>
              <a:rect l="l" t="t" r="r" b="b"/>
              <a:pathLst>
                <a:path w="1622" h="726" extrusionOk="0">
                  <a:moveTo>
                    <a:pt x="1" y="0"/>
                  </a:moveTo>
                  <a:lnTo>
                    <a:pt x="1" y="726"/>
                  </a:lnTo>
                  <a:lnTo>
                    <a:pt x="1622" y="726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1" name="Google Shape;8511;p103"/>
            <p:cNvSpPr/>
            <p:nvPr/>
          </p:nvSpPr>
          <p:spPr>
            <a:xfrm>
              <a:off x="1330808" y="1298996"/>
              <a:ext cx="14404" cy="11658"/>
            </a:xfrm>
            <a:custGeom>
              <a:avLst/>
              <a:gdLst/>
              <a:ahLst/>
              <a:cxnLst/>
              <a:rect l="l" t="t" r="r" b="b"/>
              <a:pathLst>
                <a:path w="897" h="726" extrusionOk="0">
                  <a:moveTo>
                    <a:pt x="1" y="0"/>
                  </a:moveTo>
                  <a:lnTo>
                    <a:pt x="1" y="725"/>
                  </a:lnTo>
                  <a:lnTo>
                    <a:pt x="897" y="725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2" name="Google Shape;8512;p103"/>
            <p:cNvSpPr/>
            <p:nvPr/>
          </p:nvSpPr>
          <p:spPr>
            <a:xfrm>
              <a:off x="1385612" y="1574366"/>
              <a:ext cx="58241" cy="16459"/>
            </a:xfrm>
            <a:custGeom>
              <a:avLst/>
              <a:gdLst/>
              <a:ahLst/>
              <a:cxnLst/>
              <a:rect l="l" t="t" r="r" b="b"/>
              <a:pathLst>
                <a:path w="3627" h="1025" extrusionOk="0">
                  <a:moveTo>
                    <a:pt x="1" y="1"/>
                  </a:moveTo>
                  <a:lnTo>
                    <a:pt x="1" y="1025"/>
                  </a:lnTo>
                  <a:lnTo>
                    <a:pt x="3627" y="1025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3" name="Google Shape;8513;p103"/>
            <p:cNvSpPr/>
            <p:nvPr/>
          </p:nvSpPr>
          <p:spPr>
            <a:xfrm>
              <a:off x="1201336" y="1433252"/>
              <a:ext cx="17824" cy="125377"/>
            </a:xfrm>
            <a:custGeom>
              <a:avLst/>
              <a:gdLst/>
              <a:ahLst/>
              <a:cxnLst/>
              <a:rect l="l" t="t" r="r" b="b"/>
              <a:pathLst>
                <a:path w="1110" h="7808" extrusionOk="0">
                  <a:moveTo>
                    <a:pt x="1" y="1"/>
                  </a:moveTo>
                  <a:lnTo>
                    <a:pt x="171" y="7807"/>
                  </a:lnTo>
                  <a:lnTo>
                    <a:pt x="1110" y="7807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4" name="Google Shape;8514;p103"/>
            <p:cNvSpPr/>
            <p:nvPr/>
          </p:nvSpPr>
          <p:spPr>
            <a:xfrm>
              <a:off x="1189004" y="1398311"/>
              <a:ext cx="37013" cy="16459"/>
            </a:xfrm>
            <a:custGeom>
              <a:avLst/>
              <a:gdLst/>
              <a:ahLst/>
              <a:cxnLst/>
              <a:rect l="l" t="t" r="r" b="b"/>
              <a:pathLst>
                <a:path w="2305" h="1025" extrusionOk="0">
                  <a:moveTo>
                    <a:pt x="1" y="1"/>
                  </a:moveTo>
                  <a:lnTo>
                    <a:pt x="1" y="1025"/>
                  </a:lnTo>
                  <a:lnTo>
                    <a:pt x="2305" y="1025"/>
                  </a:lnTo>
                  <a:lnTo>
                    <a:pt x="2305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5" name="Google Shape;8515;p103"/>
            <p:cNvSpPr/>
            <p:nvPr/>
          </p:nvSpPr>
          <p:spPr>
            <a:xfrm>
              <a:off x="1260942" y="1573691"/>
              <a:ext cx="41107" cy="16443"/>
            </a:xfrm>
            <a:custGeom>
              <a:avLst/>
              <a:gdLst/>
              <a:ahLst/>
              <a:cxnLst/>
              <a:rect l="l" t="t" r="r" b="b"/>
              <a:pathLst>
                <a:path w="2560" h="1024" extrusionOk="0">
                  <a:moveTo>
                    <a:pt x="0" y="0"/>
                  </a:moveTo>
                  <a:lnTo>
                    <a:pt x="0" y="1024"/>
                  </a:lnTo>
                  <a:lnTo>
                    <a:pt x="2560" y="102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6" name="Google Shape;8516;p103"/>
            <p:cNvSpPr/>
            <p:nvPr/>
          </p:nvSpPr>
          <p:spPr>
            <a:xfrm>
              <a:off x="1259561" y="1321589"/>
              <a:ext cx="38377" cy="17840"/>
            </a:xfrm>
            <a:custGeom>
              <a:avLst/>
              <a:gdLst/>
              <a:ahLst/>
              <a:cxnLst/>
              <a:rect l="l" t="t" r="r" b="b"/>
              <a:pathLst>
                <a:path w="2390" h="1111" extrusionOk="0">
                  <a:moveTo>
                    <a:pt x="2390" y="1"/>
                  </a:moveTo>
                  <a:lnTo>
                    <a:pt x="1" y="86"/>
                  </a:lnTo>
                  <a:lnTo>
                    <a:pt x="1" y="1110"/>
                  </a:lnTo>
                  <a:lnTo>
                    <a:pt x="2390" y="982"/>
                  </a:lnTo>
                  <a:lnTo>
                    <a:pt x="2390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7" name="Google Shape;8517;p103"/>
            <p:cNvSpPr/>
            <p:nvPr/>
          </p:nvSpPr>
          <p:spPr>
            <a:xfrm>
              <a:off x="1189004" y="1573691"/>
              <a:ext cx="45234" cy="16443"/>
            </a:xfrm>
            <a:custGeom>
              <a:avLst/>
              <a:gdLst/>
              <a:ahLst/>
              <a:cxnLst/>
              <a:rect l="l" t="t" r="r" b="b"/>
              <a:pathLst>
                <a:path w="2817" h="1024" extrusionOk="0">
                  <a:moveTo>
                    <a:pt x="1" y="0"/>
                  </a:moveTo>
                  <a:lnTo>
                    <a:pt x="1" y="1024"/>
                  </a:lnTo>
                  <a:lnTo>
                    <a:pt x="2817" y="1024"/>
                  </a:lnTo>
                  <a:lnTo>
                    <a:pt x="2817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8" name="Google Shape;8518;p103"/>
            <p:cNvSpPr/>
            <p:nvPr/>
          </p:nvSpPr>
          <p:spPr>
            <a:xfrm>
              <a:off x="1092418" y="1574366"/>
              <a:ext cx="58241" cy="16459"/>
            </a:xfrm>
            <a:custGeom>
              <a:avLst/>
              <a:gdLst/>
              <a:ahLst/>
              <a:cxnLst/>
              <a:rect l="l" t="t" r="r" b="b"/>
              <a:pathLst>
                <a:path w="3627" h="1025" extrusionOk="0">
                  <a:moveTo>
                    <a:pt x="1" y="1"/>
                  </a:moveTo>
                  <a:lnTo>
                    <a:pt x="1" y="1025"/>
                  </a:lnTo>
                  <a:lnTo>
                    <a:pt x="3627" y="1025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9" name="Google Shape;8519;p103"/>
            <p:cNvSpPr/>
            <p:nvPr/>
          </p:nvSpPr>
          <p:spPr>
            <a:xfrm>
              <a:off x="980080" y="1302416"/>
              <a:ext cx="71263" cy="31521"/>
            </a:xfrm>
            <a:custGeom>
              <a:avLst/>
              <a:gdLst/>
              <a:ahLst/>
              <a:cxnLst/>
              <a:rect l="l" t="t" r="r" b="b"/>
              <a:pathLst>
                <a:path w="4438" h="1963" extrusionOk="0">
                  <a:moveTo>
                    <a:pt x="0" y="0"/>
                  </a:moveTo>
                  <a:lnTo>
                    <a:pt x="0" y="1877"/>
                  </a:lnTo>
                  <a:lnTo>
                    <a:pt x="4437" y="1963"/>
                  </a:lnTo>
                  <a:lnTo>
                    <a:pt x="4437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0" name="Google Shape;8520;p103"/>
            <p:cNvSpPr/>
            <p:nvPr/>
          </p:nvSpPr>
          <p:spPr>
            <a:xfrm>
              <a:off x="978715" y="1557248"/>
              <a:ext cx="63026" cy="31521"/>
            </a:xfrm>
            <a:custGeom>
              <a:avLst/>
              <a:gdLst/>
              <a:ahLst/>
              <a:cxnLst/>
              <a:rect l="l" t="t" r="r" b="b"/>
              <a:pathLst>
                <a:path w="3925" h="1963" extrusionOk="0">
                  <a:moveTo>
                    <a:pt x="0" y="0"/>
                  </a:moveTo>
                  <a:lnTo>
                    <a:pt x="0" y="1877"/>
                  </a:lnTo>
                  <a:lnTo>
                    <a:pt x="3925" y="1963"/>
                  </a:lnTo>
                  <a:lnTo>
                    <a:pt x="3925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1" name="Google Shape;8521;p103"/>
            <p:cNvSpPr/>
            <p:nvPr/>
          </p:nvSpPr>
          <p:spPr>
            <a:xfrm>
              <a:off x="1385612" y="1542861"/>
              <a:ext cx="58241" cy="11658"/>
            </a:xfrm>
            <a:custGeom>
              <a:avLst/>
              <a:gdLst/>
              <a:ahLst/>
              <a:cxnLst/>
              <a:rect l="l" t="t" r="r" b="b"/>
              <a:pathLst>
                <a:path w="3627" h="726" extrusionOk="0">
                  <a:moveTo>
                    <a:pt x="1" y="0"/>
                  </a:moveTo>
                  <a:lnTo>
                    <a:pt x="1" y="726"/>
                  </a:lnTo>
                  <a:lnTo>
                    <a:pt x="3627" y="726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2" name="Google Shape;8522;p103"/>
            <p:cNvSpPr/>
            <p:nvPr/>
          </p:nvSpPr>
          <p:spPr>
            <a:xfrm>
              <a:off x="1385612" y="1311312"/>
              <a:ext cx="41123" cy="11674"/>
            </a:xfrm>
            <a:custGeom>
              <a:avLst/>
              <a:gdLst/>
              <a:ahLst/>
              <a:cxnLst/>
              <a:rect l="l" t="t" r="r" b="b"/>
              <a:pathLst>
                <a:path w="2561" h="727" extrusionOk="0">
                  <a:moveTo>
                    <a:pt x="1" y="1"/>
                  </a:moveTo>
                  <a:lnTo>
                    <a:pt x="1" y="726"/>
                  </a:lnTo>
                  <a:lnTo>
                    <a:pt x="2560" y="726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3" name="Google Shape;8523;p103"/>
            <p:cNvSpPr/>
            <p:nvPr/>
          </p:nvSpPr>
          <p:spPr>
            <a:xfrm>
              <a:off x="1385612" y="1338722"/>
              <a:ext cx="48654" cy="11658"/>
            </a:xfrm>
            <a:custGeom>
              <a:avLst/>
              <a:gdLst/>
              <a:ahLst/>
              <a:cxnLst/>
              <a:rect l="l" t="t" r="r" b="b"/>
              <a:pathLst>
                <a:path w="3030" h="726" extrusionOk="0">
                  <a:moveTo>
                    <a:pt x="1" y="0"/>
                  </a:moveTo>
                  <a:lnTo>
                    <a:pt x="1" y="726"/>
                  </a:lnTo>
                  <a:lnTo>
                    <a:pt x="3029" y="726"/>
                  </a:lnTo>
                  <a:lnTo>
                    <a:pt x="3029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4" name="Google Shape;8524;p103"/>
            <p:cNvSpPr/>
            <p:nvPr/>
          </p:nvSpPr>
          <p:spPr>
            <a:xfrm>
              <a:off x="1410951" y="1513395"/>
              <a:ext cx="6873" cy="23315"/>
            </a:xfrm>
            <a:custGeom>
              <a:avLst/>
              <a:gdLst/>
              <a:ahLst/>
              <a:cxnLst/>
              <a:rect l="l" t="t" r="r" b="b"/>
              <a:pathLst>
                <a:path w="428" h="1452" extrusionOk="0">
                  <a:moveTo>
                    <a:pt x="1" y="1"/>
                  </a:moveTo>
                  <a:lnTo>
                    <a:pt x="1" y="1451"/>
                  </a:lnTo>
                  <a:lnTo>
                    <a:pt x="428" y="1451"/>
                  </a:lnTo>
                  <a:lnTo>
                    <a:pt x="428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5" name="Google Shape;8525;p103"/>
            <p:cNvSpPr/>
            <p:nvPr/>
          </p:nvSpPr>
          <p:spPr>
            <a:xfrm>
              <a:off x="1334918" y="1561359"/>
              <a:ext cx="11658" cy="11658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1" y="0"/>
                  </a:moveTo>
                  <a:lnTo>
                    <a:pt x="1" y="725"/>
                  </a:lnTo>
                  <a:lnTo>
                    <a:pt x="726" y="725"/>
                  </a:lnTo>
                  <a:lnTo>
                    <a:pt x="726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6" name="Google Shape;8526;p103"/>
            <p:cNvSpPr/>
            <p:nvPr/>
          </p:nvSpPr>
          <p:spPr>
            <a:xfrm>
              <a:off x="880459" y="1344149"/>
              <a:ext cx="33865" cy="28165"/>
            </a:xfrm>
            <a:custGeom>
              <a:avLst/>
              <a:gdLst/>
              <a:ahLst/>
              <a:cxnLst/>
              <a:rect l="l" t="t" r="r" b="b"/>
              <a:pathLst>
                <a:path w="2109" h="1754" extrusionOk="0">
                  <a:moveTo>
                    <a:pt x="843" y="0"/>
                  </a:moveTo>
                  <a:cubicBezTo>
                    <a:pt x="407" y="0"/>
                    <a:pt x="61" y="369"/>
                    <a:pt x="61" y="814"/>
                  </a:cubicBezTo>
                  <a:cubicBezTo>
                    <a:pt x="1" y="1359"/>
                    <a:pt x="456" y="1754"/>
                    <a:pt x="939" y="1754"/>
                  </a:cubicBezTo>
                  <a:cubicBezTo>
                    <a:pt x="1136" y="1754"/>
                    <a:pt x="1338" y="1688"/>
                    <a:pt x="1512" y="1539"/>
                  </a:cubicBezTo>
                  <a:cubicBezTo>
                    <a:pt x="2109" y="985"/>
                    <a:pt x="1725" y="4"/>
                    <a:pt x="914" y="4"/>
                  </a:cubicBezTo>
                  <a:cubicBezTo>
                    <a:pt x="891" y="1"/>
                    <a:pt x="867" y="0"/>
                    <a:pt x="843" y="0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7" name="Google Shape;8527;p103"/>
            <p:cNvSpPr/>
            <p:nvPr/>
          </p:nvSpPr>
          <p:spPr>
            <a:xfrm>
              <a:off x="779779" y="1307201"/>
              <a:ext cx="33849" cy="28550"/>
            </a:xfrm>
            <a:custGeom>
              <a:avLst/>
              <a:gdLst/>
              <a:ahLst/>
              <a:cxnLst/>
              <a:rect l="l" t="t" r="r" b="b"/>
              <a:pathLst>
                <a:path w="2108" h="1778" extrusionOk="0">
                  <a:moveTo>
                    <a:pt x="913" y="1"/>
                  </a:moveTo>
                  <a:cubicBezTo>
                    <a:pt x="487" y="1"/>
                    <a:pt x="60" y="342"/>
                    <a:pt x="60" y="812"/>
                  </a:cubicBezTo>
                  <a:cubicBezTo>
                    <a:pt x="1" y="1378"/>
                    <a:pt x="441" y="1778"/>
                    <a:pt x="916" y="1778"/>
                  </a:cubicBezTo>
                  <a:cubicBezTo>
                    <a:pt x="1120" y="1778"/>
                    <a:pt x="1331" y="1704"/>
                    <a:pt x="1511" y="1537"/>
                  </a:cubicBezTo>
                  <a:cubicBezTo>
                    <a:pt x="2108" y="1025"/>
                    <a:pt x="1724" y="1"/>
                    <a:pt x="913" y="1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8" name="Google Shape;8528;p103"/>
            <p:cNvSpPr/>
            <p:nvPr/>
          </p:nvSpPr>
          <p:spPr>
            <a:xfrm>
              <a:off x="1110916" y="1344198"/>
              <a:ext cx="13713" cy="12348"/>
            </a:xfrm>
            <a:custGeom>
              <a:avLst/>
              <a:gdLst/>
              <a:ahLst/>
              <a:cxnLst/>
              <a:rect l="l" t="t" r="r" b="b"/>
              <a:pathLst>
                <a:path w="854" h="769" extrusionOk="0">
                  <a:moveTo>
                    <a:pt x="411" y="1"/>
                  </a:moveTo>
                  <a:cubicBezTo>
                    <a:pt x="214" y="1"/>
                    <a:pt x="22" y="129"/>
                    <a:pt x="1" y="385"/>
                  </a:cubicBezTo>
                  <a:cubicBezTo>
                    <a:pt x="22" y="641"/>
                    <a:pt x="214" y="769"/>
                    <a:pt x="411" y="769"/>
                  </a:cubicBezTo>
                  <a:cubicBezTo>
                    <a:pt x="609" y="769"/>
                    <a:pt x="811" y="641"/>
                    <a:pt x="854" y="385"/>
                  </a:cubicBezTo>
                  <a:cubicBezTo>
                    <a:pt x="811" y="129"/>
                    <a:pt x="609" y="1"/>
                    <a:pt x="411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9" name="Google Shape;8529;p103"/>
            <p:cNvSpPr/>
            <p:nvPr/>
          </p:nvSpPr>
          <p:spPr>
            <a:xfrm>
              <a:off x="1111816" y="1435308"/>
              <a:ext cx="16925" cy="13456"/>
            </a:xfrm>
            <a:custGeom>
              <a:avLst/>
              <a:gdLst/>
              <a:ahLst/>
              <a:cxnLst/>
              <a:rect l="l" t="t" r="r" b="b"/>
              <a:pathLst>
                <a:path w="1054" h="838" extrusionOk="0">
                  <a:moveTo>
                    <a:pt x="457" y="1"/>
                  </a:moveTo>
                  <a:cubicBezTo>
                    <a:pt x="243" y="1"/>
                    <a:pt x="73" y="171"/>
                    <a:pt x="30" y="384"/>
                  </a:cubicBezTo>
                  <a:cubicBezTo>
                    <a:pt x="0" y="653"/>
                    <a:pt x="220" y="837"/>
                    <a:pt x="457" y="837"/>
                  </a:cubicBezTo>
                  <a:cubicBezTo>
                    <a:pt x="559" y="837"/>
                    <a:pt x="665" y="803"/>
                    <a:pt x="755" y="726"/>
                  </a:cubicBezTo>
                  <a:cubicBezTo>
                    <a:pt x="1054" y="470"/>
                    <a:pt x="840" y="1"/>
                    <a:pt x="457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0" name="Google Shape;8530;p103"/>
            <p:cNvSpPr/>
            <p:nvPr/>
          </p:nvSpPr>
          <p:spPr>
            <a:xfrm>
              <a:off x="1115910" y="1538060"/>
              <a:ext cx="16941" cy="14002"/>
            </a:xfrm>
            <a:custGeom>
              <a:avLst/>
              <a:gdLst/>
              <a:ahLst/>
              <a:cxnLst/>
              <a:rect l="l" t="t" r="r" b="b"/>
              <a:pathLst>
                <a:path w="1055" h="872" extrusionOk="0">
                  <a:moveTo>
                    <a:pt x="457" y="1"/>
                  </a:moveTo>
                  <a:cubicBezTo>
                    <a:pt x="244" y="1"/>
                    <a:pt x="31" y="171"/>
                    <a:pt x="31" y="385"/>
                  </a:cubicBezTo>
                  <a:cubicBezTo>
                    <a:pt x="0" y="661"/>
                    <a:pt x="235" y="872"/>
                    <a:pt x="481" y="872"/>
                  </a:cubicBezTo>
                  <a:cubicBezTo>
                    <a:pt x="576" y="872"/>
                    <a:pt x="673" y="840"/>
                    <a:pt x="756" y="769"/>
                  </a:cubicBezTo>
                  <a:cubicBezTo>
                    <a:pt x="1055" y="513"/>
                    <a:pt x="841" y="1"/>
                    <a:pt x="457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1" name="Google Shape;8531;p103"/>
            <p:cNvSpPr/>
            <p:nvPr/>
          </p:nvSpPr>
          <p:spPr>
            <a:xfrm>
              <a:off x="1534947" y="1296940"/>
              <a:ext cx="94547" cy="302106"/>
            </a:xfrm>
            <a:custGeom>
              <a:avLst/>
              <a:gdLst/>
              <a:ahLst/>
              <a:cxnLst/>
              <a:rect l="l" t="t" r="r" b="b"/>
              <a:pathLst>
                <a:path w="5888" h="18814" extrusionOk="0">
                  <a:moveTo>
                    <a:pt x="598" y="0"/>
                  </a:moveTo>
                  <a:lnTo>
                    <a:pt x="1" y="18813"/>
                  </a:lnTo>
                  <a:lnTo>
                    <a:pt x="5717" y="18813"/>
                  </a:lnTo>
                  <a:lnTo>
                    <a:pt x="5888" y="0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2" name="Google Shape;8532;p103"/>
            <p:cNvSpPr/>
            <p:nvPr/>
          </p:nvSpPr>
          <p:spPr>
            <a:xfrm>
              <a:off x="1500696" y="1296940"/>
              <a:ext cx="50019" cy="302106"/>
            </a:xfrm>
            <a:custGeom>
              <a:avLst/>
              <a:gdLst/>
              <a:ahLst/>
              <a:cxnLst/>
              <a:rect l="l" t="t" r="r" b="b"/>
              <a:pathLst>
                <a:path w="3115" h="18814" extrusionOk="0">
                  <a:moveTo>
                    <a:pt x="2773" y="0"/>
                  </a:moveTo>
                  <a:lnTo>
                    <a:pt x="0" y="427"/>
                  </a:lnTo>
                  <a:lnTo>
                    <a:pt x="86" y="18813"/>
                  </a:lnTo>
                  <a:lnTo>
                    <a:pt x="3115" y="1881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3" name="Google Shape;8533;p103"/>
            <p:cNvSpPr/>
            <p:nvPr/>
          </p:nvSpPr>
          <p:spPr>
            <a:xfrm>
              <a:off x="1505497" y="1574366"/>
              <a:ext cx="32211" cy="16459"/>
            </a:xfrm>
            <a:custGeom>
              <a:avLst/>
              <a:gdLst/>
              <a:ahLst/>
              <a:cxnLst/>
              <a:rect l="l" t="t" r="r" b="b"/>
              <a:pathLst>
                <a:path w="2006" h="1025" extrusionOk="0">
                  <a:moveTo>
                    <a:pt x="0" y="1"/>
                  </a:moveTo>
                  <a:lnTo>
                    <a:pt x="0" y="1025"/>
                  </a:lnTo>
                  <a:lnTo>
                    <a:pt x="2005" y="1025"/>
                  </a:lnTo>
                  <a:lnTo>
                    <a:pt x="2005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4" name="Google Shape;8534;p103"/>
            <p:cNvSpPr/>
            <p:nvPr/>
          </p:nvSpPr>
          <p:spPr>
            <a:xfrm>
              <a:off x="1505497" y="1542861"/>
              <a:ext cx="32211" cy="11658"/>
            </a:xfrm>
            <a:custGeom>
              <a:avLst/>
              <a:gdLst/>
              <a:ahLst/>
              <a:cxnLst/>
              <a:rect l="l" t="t" r="r" b="b"/>
              <a:pathLst>
                <a:path w="2006" h="726" extrusionOk="0">
                  <a:moveTo>
                    <a:pt x="0" y="0"/>
                  </a:moveTo>
                  <a:lnTo>
                    <a:pt x="0" y="726"/>
                  </a:lnTo>
                  <a:lnTo>
                    <a:pt x="2005" y="726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5" name="Google Shape;8535;p103"/>
            <p:cNvSpPr/>
            <p:nvPr/>
          </p:nvSpPr>
          <p:spPr>
            <a:xfrm>
              <a:off x="1505497" y="1311312"/>
              <a:ext cx="22609" cy="11674"/>
            </a:xfrm>
            <a:custGeom>
              <a:avLst/>
              <a:gdLst/>
              <a:ahLst/>
              <a:cxnLst/>
              <a:rect l="l" t="t" r="r" b="b"/>
              <a:pathLst>
                <a:path w="1408" h="727" extrusionOk="0">
                  <a:moveTo>
                    <a:pt x="0" y="1"/>
                  </a:moveTo>
                  <a:lnTo>
                    <a:pt x="0" y="726"/>
                  </a:lnTo>
                  <a:lnTo>
                    <a:pt x="1408" y="726"/>
                  </a:lnTo>
                  <a:lnTo>
                    <a:pt x="1408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6" name="Google Shape;8536;p103"/>
            <p:cNvSpPr/>
            <p:nvPr/>
          </p:nvSpPr>
          <p:spPr>
            <a:xfrm>
              <a:off x="1505497" y="1338722"/>
              <a:ext cx="27410" cy="11658"/>
            </a:xfrm>
            <a:custGeom>
              <a:avLst/>
              <a:gdLst/>
              <a:ahLst/>
              <a:cxnLst/>
              <a:rect l="l" t="t" r="r" b="b"/>
              <a:pathLst>
                <a:path w="1707" h="726" extrusionOk="0">
                  <a:moveTo>
                    <a:pt x="0" y="0"/>
                  </a:moveTo>
                  <a:lnTo>
                    <a:pt x="0" y="726"/>
                  </a:lnTo>
                  <a:lnTo>
                    <a:pt x="1707" y="726"/>
                  </a:lnTo>
                  <a:lnTo>
                    <a:pt x="1707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7" name="Google Shape;8537;p103"/>
            <p:cNvSpPr/>
            <p:nvPr/>
          </p:nvSpPr>
          <p:spPr>
            <a:xfrm>
              <a:off x="1519869" y="1513395"/>
              <a:ext cx="4127" cy="23315"/>
            </a:xfrm>
            <a:custGeom>
              <a:avLst/>
              <a:gdLst/>
              <a:ahLst/>
              <a:cxnLst/>
              <a:rect l="l" t="t" r="r" b="b"/>
              <a:pathLst>
                <a:path w="257" h="1452" extrusionOk="0">
                  <a:moveTo>
                    <a:pt x="1" y="1"/>
                  </a:moveTo>
                  <a:lnTo>
                    <a:pt x="1" y="1451"/>
                  </a:lnTo>
                  <a:lnTo>
                    <a:pt x="257" y="1451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8" name="Google Shape;8538;p103"/>
            <p:cNvSpPr/>
            <p:nvPr/>
          </p:nvSpPr>
          <p:spPr>
            <a:xfrm>
              <a:off x="1606194" y="1295559"/>
              <a:ext cx="112354" cy="303487"/>
            </a:xfrm>
            <a:custGeom>
              <a:avLst/>
              <a:gdLst/>
              <a:ahLst/>
              <a:cxnLst/>
              <a:rect l="l" t="t" r="r" b="b"/>
              <a:pathLst>
                <a:path w="6997" h="18900" extrusionOk="0">
                  <a:moveTo>
                    <a:pt x="214" y="1"/>
                  </a:moveTo>
                  <a:lnTo>
                    <a:pt x="0" y="18899"/>
                  </a:lnTo>
                  <a:lnTo>
                    <a:pt x="6698" y="18899"/>
                  </a:lnTo>
                  <a:lnTo>
                    <a:pt x="6997" y="1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9" name="Google Shape;8539;p103"/>
            <p:cNvSpPr/>
            <p:nvPr/>
          </p:nvSpPr>
          <p:spPr>
            <a:xfrm>
              <a:off x="1696614" y="1325699"/>
              <a:ext cx="107569" cy="273347"/>
            </a:xfrm>
            <a:custGeom>
              <a:avLst/>
              <a:gdLst/>
              <a:ahLst/>
              <a:cxnLst/>
              <a:rect l="l" t="t" r="r" b="b"/>
              <a:pathLst>
                <a:path w="6699" h="17023" extrusionOk="0">
                  <a:moveTo>
                    <a:pt x="214" y="1"/>
                  </a:moveTo>
                  <a:lnTo>
                    <a:pt x="0" y="17022"/>
                  </a:lnTo>
                  <a:lnTo>
                    <a:pt x="6698" y="17022"/>
                  </a:lnTo>
                  <a:lnTo>
                    <a:pt x="5717" y="1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0" name="Google Shape;8540;p103"/>
            <p:cNvSpPr/>
            <p:nvPr/>
          </p:nvSpPr>
          <p:spPr>
            <a:xfrm>
              <a:off x="1765805" y="1373663"/>
              <a:ext cx="145240" cy="225383"/>
            </a:xfrm>
            <a:custGeom>
              <a:avLst/>
              <a:gdLst/>
              <a:ahLst/>
              <a:cxnLst/>
              <a:rect l="l" t="t" r="r" b="b"/>
              <a:pathLst>
                <a:path w="9045" h="14036" extrusionOk="0">
                  <a:moveTo>
                    <a:pt x="0" y="0"/>
                  </a:moveTo>
                  <a:lnTo>
                    <a:pt x="853" y="14035"/>
                  </a:lnTo>
                  <a:lnTo>
                    <a:pt x="9044" y="14035"/>
                  </a:lnTo>
                  <a:lnTo>
                    <a:pt x="8746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1" name="Google Shape;8541;p103"/>
            <p:cNvSpPr/>
            <p:nvPr/>
          </p:nvSpPr>
          <p:spPr>
            <a:xfrm>
              <a:off x="1925417" y="1274331"/>
              <a:ext cx="122631" cy="324715"/>
            </a:xfrm>
            <a:custGeom>
              <a:avLst/>
              <a:gdLst/>
              <a:ahLst/>
              <a:cxnLst/>
              <a:rect l="l" t="t" r="r" b="b"/>
              <a:pathLst>
                <a:path w="7637" h="20222" extrusionOk="0">
                  <a:moveTo>
                    <a:pt x="469" y="0"/>
                  </a:moveTo>
                  <a:lnTo>
                    <a:pt x="0" y="20221"/>
                  </a:lnTo>
                  <a:lnTo>
                    <a:pt x="7636" y="20221"/>
                  </a:lnTo>
                  <a:lnTo>
                    <a:pt x="7210" y="0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2" name="Google Shape;8542;p103"/>
            <p:cNvSpPr/>
            <p:nvPr/>
          </p:nvSpPr>
          <p:spPr>
            <a:xfrm>
              <a:off x="1563722" y="1295559"/>
              <a:ext cx="60296" cy="303487"/>
            </a:xfrm>
            <a:custGeom>
              <a:avLst/>
              <a:gdLst/>
              <a:ahLst/>
              <a:cxnLst/>
              <a:rect l="l" t="t" r="r" b="b"/>
              <a:pathLst>
                <a:path w="3755" h="18900" extrusionOk="0">
                  <a:moveTo>
                    <a:pt x="0" y="1"/>
                  </a:moveTo>
                  <a:lnTo>
                    <a:pt x="128" y="18899"/>
                  </a:lnTo>
                  <a:lnTo>
                    <a:pt x="3754" y="18899"/>
                  </a:lnTo>
                  <a:lnTo>
                    <a:pt x="2987" y="1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3" name="Google Shape;8543;p103"/>
            <p:cNvSpPr/>
            <p:nvPr/>
          </p:nvSpPr>
          <p:spPr>
            <a:xfrm>
              <a:off x="1630858" y="1325699"/>
              <a:ext cx="80159" cy="273347"/>
            </a:xfrm>
            <a:custGeom>
              <a:avLst/>
              <a:gdLst/>
              <a:ahLst/>
              <a:cxnLst/>
              <a:rect l="l" t="t" r="r" b="b"/>
              <a:pathLst>
                <a:path w="4992" h="17023" extrusionOk="0">
                  <a:moveTo>
                    <a:pt x="0" y="1"/>
                  </a:moveTo>
                  <a:lnTo>
                    <a:pt x="213" y="17022"/>
                  </a:lnTo>
                  <a:lnTo>
                    <a:pt x="4991" y="17022"/>
                  </a:lnTo>
                  <a:lnTo>
                    <a:pt x="4522" y="1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4" name="Google Shape;8544;p103"/>
            <p:cNvSpPr/>
            <p:nvPr/>
          </p:nvSpPr>
          <p:spPr>
            <a:xfrm>
              <a:off x="1728809" y="1373663"/>
              <a:ext cx="63716" cy="225383"/>
            </a:xfrm>
            <a:custGeom>
              <a:avLst/>
              <a:gdLst/>
              <a:ahLst/>
              <a:cxnLst/>
              <a:rect l="l" t="t" r="r" b="b"/>
              <a:pathLst>
                <a:path w="3968" h="14036" extrusionOk="0">
                  <a:moveTo>
                    <a:pt x="128" y="0"/>
                  </a:moveTo>
                  <a:lnTo>
                    <a:pt x="0" y="14035"/>
                  </a:lnTo>
                  <a:lnTo>
                    <a:pt x="3584" y="14035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5" name="Google Shape;8545;p103"/>
            <p:cNvSpPr/>
            <p:nvPr/>
          </p:nvSpPr>
          <p:spPr>
            <a:xfrm>
              <a:off x="1876088" y="1274331"/>
              <a:ext cx="63716" cy="324715"/>
            </a:xfrm>
            <a:custGeom>
              <a:avLst/>
              <a:gdLst/>
              <a:ahLst/>
              <a:cxnLst/>
              <a:rect l="l" t="t" r="r" b="b"/>
              <a:pathLst>
                <a:path w="3968" h="20222" extrusionOk="0">
                  <a:moveTo>
                    <a:pt x="3584" y="0"/>
                  </a:moveTo>
                  <a:lnTo>
                    <a:pt x="1" y="597"/>
                  </a:lnTo>
                  <a:lnTo>
                    <a:pt x="1" y="20221"/>
                  </a:lnTo>
                  <a:lnTo>
                    <a:pt x="3968" y="20221"/>
                  </a:lnTo>
                  <a:lnTo>
                    <a:pt x="3584" y="0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6" name="Google Shape;8546;p103"/>
            <p:cNvSpPr/>
            <p:nvPr/>
          </p:nvSpPr>
          <p:spPr>
            <a:xfrm>
              <a:off x="1994593" y="1388725"/>
              <a:ext cx="50035" cy="210321"/>
            </a:xfrm>
            <a:custGeom>
              <a:avLst/>
              <a:gdLst/>
              <a:ahLst/>
              <a:cxnLst/>
              <a:rect l="l" t="t" r="r" b="b"/>
              <a:pathLst>
                <a:path w="3116" h="13098" extrusionOk="0">
                  <a:moveTo>
                    <a:pt x="171" y="1"/>
                  </a:moveTo>
                  <a:lnTo>
                    <a:pt x="1" y="13097"/>
                  </a:lnTo>
                  <a:lnTo>
                    <a:pt x="2816" y="13097"/>
                  </a:lnTo>
                  <a:lnTo>
                    <a:pt x="3115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7" name="Google Shape;8547;p103"/>
            <p:cNvSpPr/>
            <p:nvPr/>
          </p:nvSpPr>
          <p:spPr>
            <a:xfrm>
              <a:off x="1948010" y="1388725"/>
              <a:ext cx="60296" cy="210321"/>
            </a:xfrm>
            <a:custGeom>
              <a:avLst/>
              <a:gdLst/>
              <a:ahLst/>
              <a:cxnLst/>
              <a:rect l="l" t="t" r="r" b="b"/>
              <a:pathLst>
                <a:path w="3755" h="13098" extrusionOk="0">
                  <a:moveTo>
                    <a:pt x="1" y="1"/>
                  </a:moveTo>
                  <a:lnTo>
                    <a:pt x="385" y="13097"/>
                  </a:lnTo>
                  <a:lnTo>
                    <a:pt x="3755" y="13097"/>
                  </a:lnTo>
                  <a:lnTo>
                    <a:pt x="3584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8" name="Google Shape;8548;p103"/>
            <p:cNvSpPr/>
            <p:nvPr/>
          </p:nvSpPr>
          <p:spPr>
            <a:xfrm>
              <a:off x="2046651" y="1312002"/>
              <a:ext cx="56876" cy="287044"/>
            </a:xfrm>
            <a:custGeom>
              <a:avLst/>
              <a:gdLst/>
              <a:ahLst/>
              <a:cxnLst/>
              <a:rect l="l" t="t" r="r" b="b"/>
              <a:pathLst>
                <a:path w="3542" h="17876" extrusionOk="0">
                  <a:moveTo>
                    <a:pt x="385" y="1"/>
                  </a:moveTo>
                  <a:lnTo>
                    <a:pt x="1" y="17875"/>
                  </a:lnTo>
                  <a:lnTo>
                    <a:pt x="3457" y="17875"/>
                  </a:lnTo>
                  <a:lnTo>
                    <a:pt x="3542" y="299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9" name="Google Shape;8549;p103"/>
            <p:cNvSpPr/>
            <p:nvPr/>
          </p:nvSpPr>
          <p:spPr>
            <a:xfrm>
              <a:off x="2013781" y="1312002"/>
              <a:ext cx="47964" cy="287044"/>
            </a:xfrm>
            <a:custGeom>
              <a:avLst/>
              <a:gdLst/>
              <a:ahLst/>
              <a:cxnLst/>
              <a:rect l="l" t="t" r="r" b="b"/>
              <a:pathLst>
                <a:path w="2987" h="17876" extrusionOk="0">
                  <a:moveTo>
                    <a:pt x="2645" y="1"/>
                  </a:moveTo>
                  <a:lnTo>
                    <a:pt x="0" y="129"/>
                  </a:lnTo>
                  <a:lnTo>
                    <a:pt x="86" y="17875"/>
                  </a:lnTo>
                  <a:lnTo>
                    <a:pt x="2987" y="17875"/>
                  </a:lnTo>
                  <a:lnTo>
                    <a:pt x="2645" y="1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0" name="Google Shape;8550;p103"/>
            <p:cNvSpPr/>
            <p:nvPr/>
          </p:nvSpPr>
          <p:spPr>
            <a:xfrm>
              <a:off x="2106947" y="1288719"/>
              <a:ext cx="201409" cy="310327"/>
            </a:xfrm>
            <a:custGeom>
              <a:avLst/>
              <a:gdLst/>
              <a:ahLst/>
              <a:cxnLst/>
              <a:rect l="l" t="t" r="r" b="b"/>
              <a:pathLst>
                <a:path w="12543" h="19326" extrusionOk="0">
                  <a:moveTo>
                    <a:pt x="0" y="0"/>
                  </a:moveTo>
                  <a:lnTo>
                    <a:pt x="597" y="19325"/>
                  </a:lnTo>
                  <a:lnTo>
                    <a:pt x="12073" y="19325"/>
                  </a:lnTo>
                  <a:lnTo>
                    <a:pt x="12542" y="0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1" name="Google Shape;8551;p103"/>
            <p:cNvSpPr/>
            <p:nvPr/>
          </p:nvSpPr>
          <p:spPr>
            <a:xfrm>
              <a:off x="2068586" y="1288719"/>
              <a:ext cx="75358" cy="310327"/>
            </a:xfrm>
            <a:custGeom>
              <a:avLst/>
              <a:gdLst/>
              <a:ahLst/>
              <a:cxnLst/>
              <a:rect l="l" t="t" r="r" b="b"/>
              <a:pathLst>
                <a:path w="4693" h="19326" extrusionOk="0">
                  <a:moveTo>
                    <a:pt x="0" y="0"/>
                  </a:moveTo>
                  <a:lnTo>
                    <a:pt x="171" y="19325"/>
                  </a:lnTo>
                  <a:lnTo>
                    <a:pt x="4693" y="19325"/>
                  </a:lnTo>
                  <a:lnTo>
                    <a:pt x="3712" y="0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2" name="Google Shape;8552;p103"/>
            <p:cNvSpPr/>
            <p:nvPr/>
          </p:nvSpPr>
          <p:spPr>
            <a:xfrm>
              <a:off x="1576054" y="1540806"/>
              <a:ext cx="32886" cy="18514"/>
            </a:xfrm>
            <a:custGeom>
              <a:avLst/>
              <a:gdLst/>
              <a:ahLst/>
              <a:cxnLst/>
              <a:rect l="l" t="t" r="r" b="b"/>
              <a:pathLst>
                <a:path w="2048" h="1153" extrusionOk="0">
                  <a:moveTo>
                    <a:pt x="0" y="0"/>
                  </a:moveTo>
                  <a:lnTo>
                    <a:pt x="0" y="1152"/>
                  </a:lnTo>
                  <a:lnTo>
                    <a:pt x="2048" y="1152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3" name="Google Shape;8553;p103"/>
            <p:cNvSpPr/>
            <p:nvPr/>
          </p:nvSpPr>
          <p:spPr>
            <a:xfrm>
              <a:off x="1576054" y="1570946"/>
              <a:ext cx="32886" cy="18514"/>
            </a:xfrm>
            <a:custGeom>
              <a:avLst/>
              <a:gdLst/>
              <a:ahLst/>
              <a:cxnLst/>
              <a:rect l="l" t="t" r="r" b="b"/>
              <a:pathLst>
                <a:path w="2048" h="1153" extrusionOk="0">
                  <a:moveTo>
                    <a:pt x="0" y="0"/>
                  </a:moveTo>
                  <a:lnTo>
                    <a:pt x="0" y="1152"/>
                  </a:lnTo>
                  <a:lnTo>
                    <a:pt x="2048" y="1152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4" name="Google Shape;8554;p103"/>
            <p:cNvSpPr/>
            <p:nvPr/>
          </p:nvSpPr>
          <p:spPr>
            <a:xfrm>
              <a:off x="1587696" y="1509285"/>
              <a:ext cx="4801" cy="20570"/>
            </a:xfrm>
            <a:custGeom>
              <a:avLst/>
              <a:gdLst/>
              <a:ahLst/>
              <a:cxnLst/>
              <a:rect l="l" t="t" r="r" b="b"/>
              <a:pathLst>
                <a:path w="299" h="1281" extrusionOk="0">
                  <a:moveTo>
                    <a:pt x="0" y="1"/>
                  </a:moveTo>
                  <a:lnTo>
                    <a:pt x="0" y="1281"/>
                  </a:lnTo>
                  <a:lnTo>
                    <a:pt x="299" y="1281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5" name="Google Shape;8555;p103"/>
            <p:cNvSpPr/>
            <p:nvPr/>
          </p:nvSpPr>
          <p:spPr>
            <a:xfrm>
              <a:off x="1671949" y="1509285"/>
              <a:ext cx="5492" cy="20570"/>
            </a:xfrm>
            <a:custGeom>
              <a:avLst/>
              <a:gdLst/>
              <a:ahLst/>
              <a:cxnLst/>
              <a:rect l="l" t="t" r="r" b="b"/>
              <a:pathLst>
                <a:path w="342" h="1281" extrusionOk="0">
                  <a:moveTo>
                    <a:pt x="1" y="1"/>
                  </a:moveTo>
                  <a:lnTo>
                    <a:pt x="1" y="1281"/>
                  </a:lnTo>
                  <a:lnTo>
                    <a:pt x="342" y="1281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6" name="Google Shape;8556;p103"/>
            <p:cNvSpPr/>
            <p:nvPr/>
          </p:nvSpPr>
          <p:spPr>
            <a:xfrm>
              <a:off x="1660998" y="1508610"/>
              <a:ext cx="5492" cy="20570"/>
            </a:xfrm>
            <a:custGeom>
              <a:avLst/>
              <a:gdLst/>
              <a:ahLst/>
              <a:cxnLst/>
              <a:rect l="l" t="t" r="r" b="b"/>
              <a:pathLst>
                <a:path w="342" h="1281" extrusionOk="0">
                  <a:moveTo>
                    <a:pt x="0" y="0"/>
                  </a:moveTo>
                  <a:lnTo>
                    <a:pt x="0" y="1280"/>
                  </a:lnTo>
                  <a:lnTo>
                    <a:pt x="341" y="1280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7" name="Google Shape;8557;p103"/>
            <p:cNvSpPr/>
            <p:nvPr/>
          </p:nvSpPr>
          <p:spPr>
            <a:xfrm>
              <a:off x="1639754" y="1540806"/>
              <a:ext cx="58931" cy="18514"/>
            </a:xfrm>
            <a:custGeom>
              <a:avLst/>
              <a:gdLst/>
              <a:ahLst/>
              <a:cxnLst/>
              <a:rect l="l" t="t" r="r" b="b"/>
              <a:pathLst>
                <a:path w="3670" h="1153" extrusionOk="0">
                  <a:moveTo>
                    <a:pt x="1" y="0"/>
                  </a:moveTo>
                  <a:lnTo>
                    <a:pt x="1" y="1152"/>
                  </a:lnTo>
                  <a:lnTo>
                    <a:pt x="3669" y="1152"/>
                  </a:lnTo>
                  <a:lnTo>
                    <a:pt x="3669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8" name="Google Shape;8558;p103"/>
            <p:cNvSpPr/>
            <p:nvPr/>
          </p:nvSpPr>
          <p:spPr>
            <a:xfrm>
              <a:off x="1639754" y="1570946"/>
              <a:ext cx="58931" cy="18514"/>
            </a:xfrm>
            <a:custGeom>
              <a:avLst/>
              <a:gdLst/>
              <a:ahLst/>
              <a:cxnLst/>
              <a:rect l="l" t="t" r="r" b="b"/>
              <a:pathLst>
                <a:path w="3670" h="1153" extrusionOk="0">
                  <a:moveTo>
                    <a:pt x="1" y="0"/>
                  </a:moveTo>
                  <a:lnTo>
                    <a:pt x="1" y="1152"/>
                  </a:lnTo>
                  <a:lnTo>
                    <a:pt x="3669" y="1152"/>
                  </a:lnTo>
                  <a:lnTo>
                    <a:pt x="3669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9" name="Google Shape;8559;p103"/>
            <p:cNvSpPr/>
            <p:nvPr/>
          </p:nvSpPr>
          <p:spPr>
            <a:xfrm>
              <a:off x="2090504" y="1581222"/>
              <a:ext cx="31521" cy="11658"/>
            </a:xfrm>
            <a:custGeom>
              <a:avLst/>
              <a:gdLst/>
              <a:ahLst/>
              <a:cxnLst/>
              <a:rect l="l" t="t" r="r" b="b"/>
              <a:pathLst>
                <a:path w="1963" h="726" extrusionOk="0">
                  <a:moveTo>
                    <a:pt x="0" y="0"/>
                  </a:moveTo>
                  <a:lnTo>
                    <a:pt x="0" y="726"/>
                  </a:lnTo>
                  <a:lnTo>
                    <a:pt x="1963" y="726"/>
                  </a:lnTo>
                  <a:lnTo>
                    <a:pt x="1963" y="0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0" name="Google Shape;8560;p103"/>
            <p:cNvSpPr/>
            <p:nvPr/>
          </p:nvSpPr>
          <p:spPr>
            <a:xfrm>
              <a:off x="2090504" y="1298996"/>
              <a:ext cx="17824" cy="11658"/>
            </a:xfrm>
            <a:custGeom>
              <a:avLst/>
              <a:gdLst/>
              <a:ahLst/>
              <a:cxnLst/>
              <a:rect l="l" t="t" r="r" b="b"/>
              <a:pathLst>
                <a:path w="1110" h="726" extrusionOk="0">
                  <a:moveTo>
                    <a:pt x="0" y="0"/>
                  </a:moveTo>
                  <a:lnTo>
                    <a:pt x="0" y="725"/>
                  </a:lnTo>
                  <a:lnTo>
                    <a:pt x="1109" y="725"/>
                  </a:lnTo>
                  <a:lnTo>
                    <a:pt x="1109" y="0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1" name="Google Shape;8561;p103"/>
            <p:cNvSpPr/>
            <p:nvPr/>
          </p:nvSpPr>
          <p:spPr>
            <a:xfrm>
              <a:off x="1971309" y="1433252"/>
              <a:ext cx="14404" cy="125377"/>
            </a:xfrm>
            <a:custGeom>
              <a:avLst/>
              <a:gdLst/>
              <a:ahLst/>
              <a:cxnLst/>
              <a:rect l="l" t="t" r="r" b="b"/>
              <a:pathLst>
                <a:path w="897" h="7808" extrusionOk="0">
                  <a:moveTo>
                    <a:pt x="0" y="1"/>
                  </a:moveTo>
                  <a:lnTo>
                    <a:pt x="128" y="7807"/>
                  </a:lnTo>
                  <a:lnTo>
                    <a:pt x="896" y="7807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2" name="Google Shape;8562;p103"/>
            <p:cNvSpPr/>
            <p:nvPr/>
          </p:nvSpPr>
          <p:spPr>
            <a:xfrm>
              <a:off x="1961033" y="1398311"/>
              <a:ext cx="30156" cy="16459"/>
            </a:xfrm>
            <a:custGeom>
              <a:avLst/>
              <a:gdLst/>
              <a:ahLst/>
              <a:cxnLst/>
              <a:rect l="l" t="t" r="r" b="b"/>
              <a:pathLst>
                <a:path w="1878" h="1025" extrusionOk="0">
                  <a:moveTo>
                    <a:pt x="0" y="1"/>
                  </a:moveTo>
                  <a:lnTo>
                    <a:pt x="0" y="1025"/>
                  </a:lnTo>
                  <a:lnTo>
                    <a:pt x="1877" y="1025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3" name="Google Shape;8563;p103"/>
            <p:cNvSpPr/>
            <p:nvPr/>
          </p:nvSpPr>
          <p:spPr>
            <a:xfrm>
              <a:off x="2019257" y="1573691"/>
              <a:ext cx="32902" cy="16443"/>
            </a:xfrm>
            <a:custGeom>
              <a:avLst/>
              <a:gdLst/>
              <a:ahLst/>
              <a:cxnLst/>
              <a:rect l="l" t="t" r="r" b="b"/>
              <a:pathLst>
                <a:path w="2049" h="1024" extrusionOk="0">
                  <a:moveTo>
                    <a:pt x="1" y="0"/>
                  </a:moveTo>
                  <a:lnTo>
                    <a:pt x="1" y="1024"/>
                  </a:lnTo>
                  <a:lnTo>
                    <a:pt x="2048" y="1024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4" name="Google Shape;8564;p103"/>
            <p:cNvSpPr/>
            <p:nvPr/>
          </p:nvSpPr>
          <p:spPr>
            <a:xfrm>
              <a:off x="2018567" y="1321589"/>
              <a:ext cx="30846" cy="17840"/>
            </a:xfrm>
            <a:custGeom>
              <a:avLst/>
              <a:gdLst/>
              <a:ahLst/>
              <a:cxnLst/>
              <a:rect l="l" t="t" r="r" b="b"/>
              <a:pathLst>
                <a:path w="1921" h="1111" extrusionOk="0">
                  <a:moveTo>
                    <a:pt x="1921" y="1"/>
                  </a:moveTo>
                  <a:lnTo>
                    <a:pt x="1" y="86"/>
                  </a:lnTo>
                  <a:lnTo>
                    <a:pt x="1" y="1110"/>
                  </a:lnTo>
                  <a:lnTo>
                    <a:pt x="1921" y="982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5" name="Google Shape;8565;p103"/>
            <p:cNvSpPr/>
            <p:nvPr/>
          </p:nvSpPr>
          <p:spPr>
            <a:xfrm>
              <a:off x="1961033" y="1573691"/>
              <a:ext cx="36322" cy="16443"/>
            </a:xfrm>
            <a:custGeom>
              <a:avLst/>
              <a:gdLst/>
              <a:ahLst/>
              <a:cxnLst/>
              <a:rect l="l" t="t" r="r" b="b"/>
              <a:pathLst>
                <a:path w="2262" h="1024" extrusionOk="0">
                  <a:moveTo>
                    <a:pt x="0" y="0"/>
                  </a:moveTo>
                  <a:lnTo>
                    <a:pt x="0" y="1024"/>
                  </a:lnTo>
                  <a:lnTo>
                    <a:pt x="2261" y="1024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6" name="Google Shape;8566;p103"/>
            <p:cNvSpPr/>
            <p:nvPr/>
          </p:nvSpPr>
          <p:spPr>
            <a:xfrm>
              <a:off x="1882945" y="1570946"/>
              <a:ext cx="46599" cy="18514"/>
            </a:xfrm>
            <a:custGeom>
              <a:avLst/>
              <a:gdLst/>
              <a:ahLst/>
              <a:cxnLst/>
              <a:rect l="l" t="t" r="r" b="b"/>
              <a:pathLst>
                <a:path w="2902" h="1153" extrusionOk="0">
                  <a:moveTo>
                    <a:pt x="0" y="0"/>
                  </a:moveTo>
                  <a:lnTo>
                    <a:pt x="0" y="1152"/>
                  </a:lnTo>
                  <a:lnTo>
                    <a:pt x="2901" y="1152"/>
                  </a:lnTo>
                  <a:lnTo>
                    <a:pt x="2901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7" name="Google Shape;8567;p103"/>
            <p:cNvSpPr/>
            <p:nvPr/>
          </p:nvSpPr>
          <p:spPr>
            <a:xfrm>
              <a:off x="1738395" y="1378448"/>
              <a:ext cx="32902" cy="23315"/>
            </a:xfrm>
            <a:custGeom>
              <a:avLst/>
              <a:gdLst/>
              <a:ahLst/>
              <a:cxnLst/>
              <a:rect l="l" t="t" r="r" b="b"/>
              <a:pathLst>
                <a:path w="2049" h="1452" extrusionOk="0">
                  <a:moveTo>
                    <a:pt x="1" y="1"/>
                  </a:moveTo>
                  <a:lnTo>
                    <a:pt x="1" y="1366"/>
                  </a:lnTo>
                  <a:lnTo>
                    <a:pt x="2048" y="1451"/>
                  </a:lnTo>
                  <a:lnTo>
                    <a:pt x="2048" y="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8" name="Google Shape;8568;p103"/>
            <p:cNvSpPr/>
            <p:nvPr/>
          </p:nvSpPr>
          <p:spPr>
            <a:xfrm>
              <a:off x="1737721" y="1568200"/>
              <a:ext cx="48638" cy="23315"/>
            </a:xfrm>
            <a:custGeom>
              <a:avLst/>
              <a:gdLst/>
              <a:ahLst/>
              <a:cxnLst/>
              <a:rect l="l" t="t" r="r" b="b"/>
              <a:pathLst>
                <a:path w="3029" h="1452" extrusionOk="0">
                  <a:moveTo>
                    <a:pt x="0" y="1"/>
                  </a:moveTo>
                  <a:lnTo>
                    <a:pt x="0" y="1366"/>
                  </a:lnTo>
                  <a:lnTo>
                    <a:pt x="3029" y="1451"/>
                  </a:lnTo>
                  <a:lnTo>
                    <a:pt x="3029" y="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9" name="Google Shape;8569;p103"/>
            <p:cNvSpPr/>
            <p:nvPr/>
          </p:nvSpPr>
          <p:spPr>
            <a:xfrm>
              <a:off x="2095289" y="1561359"/>
              <a:ext cx="14404" cy="11658"/>
            </a:xfrm>
            <a:custGeom>
              <a:avLst/>
              <a:gdLst/>
              <a:ahLst/>
              <a:cxnLst/>
              <a:rect l="l" t="t" r="r" b="b"/>
              <a:pathLst>
                <a:path w="897" h="726" extrusionOk="0">
                  <a:moveTo>
                    <a:pt x="1" y="0"/>
                  </a:moveTo>
                  <a:lnTo>
                    <a:pt x="1" y="725"/>
                  </a:lnTo>
                  <a:lnTo>
                    <a:pt x="897" y="725"/>
                  </a:lnTo>
                  <a:lnTo>
                    <a:pt x="897" y="0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0" name="Google Shape;8570;p103"/>
            <p:cNvSpPr/>
            <p:nvPr/>
          </p:nvSpPr>
          <p:spPr>
            <a:xfrm>
              <a:off x="1656197" y="1344198"/>
              <a:ext cx="27410" cy="23091"/>
            </a:xfrm>
            <a:custGeom>
              <a:avLst/>
              <a:gdLst/>
              <a:ahLst/>
              <a:cxnLst/>
              <a:rect l="l" t="t" r="r" b="b"/>
              <a:pathLst>
                <a:path w="1707" h="1438" extrusionOk="0">
                  <a:moveTo>
                    <a:pt x="768" y="1"/>
                  </a:moveTo>
                  <a:cubicBezTo>
                    <a:pt x="342" y="1"/>
                    <a:pt x="0" y="385"/>
                    <a:pt x="43" y="811"/>
                  </a:cubicBezTo>
                  <a:cubicBezTo>
                    <a:pt x="98" y="1195"/>
                    <a:pt x="435" y="1438"/>
                    <a:pt x="770" y="1438"/>
                  </a:cubicBezTo>
                  <a:cubicBezTo>
                    <a:pt x="957" y="1438"/>
                    <a:pt x="1143" y="1363"/>
                    <a:pt x="1280" y="1195"/>
                  </a:cubicBezTo>
                  <a:cubicBezTo>
                    <a:pt x="1707" y="726"/>
                    <a:pt x="1366" y="1"/>
                    <a:pt x="768" y="1"/>
                  </a:cubicBez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1" name="Google Shape;8571;p103"/>
            <p:cNvSpPr/>
            <p:nvPr/>
          </p:nvSpPr>
          <p:spPr>
            <a:xfrm>
              <a:off x="1574673" y="1307201"/>
              <a:ext cx="26736" cy="23267"/>
            </a:xfrm>
            <a:custGeom>
              <a:avLst/>
              <a:gdLst/>
              <a:ahLst/>
              <a:cxnLst/>
              <a:rect l="l" t="t" r="r" b="b"/>
              <a:pathLst>
                <a:path w="1665" h="1449" extrusionOk="0">
                  <a:moveTo>
                    <a:pt x="726" y="1"/>
                  </a:moveTo>
                  <a:cubicBezTo>
                    <a:pt x="299" y="44"/>
                    <a:pt x="1" y="385"/>
                    <a:pt x="1" y="812"/>
                  </a:cubicBezTo>
                  <a:cubicBezTo>
                    <a:pt x="55" y="1215"/>
                    <a:pt x="380" y="1449"/>
                    <a:pt x="720" y="1449"/>
                  </a:cubicBezTo>
                  <a:cubicBezTo>
                    <a:pt x="919" y="1449"/>
                    <a:pt x="1123" y="1369"/>
                    <a:pt x="1281" y="1195"/>
                  </a:cubicBezTo>
                  <a:cubicBezTo>
                    <a:pt x="1665" y="726"/>
                    <a:pt x="1366" y="1"/>
                    <a:pt x="726" y="1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2" name="Google Shape;8572;p103"/>
            <p:cNvSpPr/>
            <p:nvPr/>
          </p:nvSpPr>
          <p:spPr>
            <a:xfrm>
              <a:off x="1902118" y="1303781"/>
              <a:ext cx="16459" cy="13617"/>
            </a:xfrm>
            <a:custGeom>
              <a:avLst/>
              <a:gdLst/>
              <a:ahLst/>
              <a:cxnLst/>
              <a:rect l="l" t="t" r="r" b="b"/>
              <a:pathLst>
                <a:path w="1025" h="848" extrusionOk="0">
                  <a:moveTo>
                    <a:pt x="427" y="1"/>
                  </a:moveTo>
                  <a:cubicBezTo>
                    <a:pt x="214" y="1"/>
                    <a:pt x="1" y="171"/>
                    <a:pt x="1" y="427"/>
                  </a:cubicBezTo>
                  <a:cubicBezTo>
                    <a:pt x="29" y="686"/>
                    <a:pt x="232" y="848"/>
                    <a:pt x="453" y="848"/>
                  </a:cubicBezTo>
                  <a:cubicBezTo>
                    <a:pt x="560" y="848"/>
                    <a:pt x="671" y="810"/>
                    <a:pt x="768" y="726"/>
                  </a:cubicBezTo>
                  <a:cubicBezTo>
                    <a:pt x="1024" y="427"/>
                    <a:pt x="811" y="1"/>
                    <a:pt x="427" y="1"/>
                  </a:cubicBez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3" name="Google Shape;8573;p103"/>
            <p:cNvSpPr/>
            <p:nvPr/>
          </p:nvSpPr>
          <p:spPr>
            <a:xfrm>
              <a:off x="1904173" y="1409279"/>
              <a:ext cx="16459" cy="14098"/>
            </a:xfrm>
            <a:custGeom>
              <a:avLst/>
              <a:gdLst/>
              <a:ahLst/>
              <a:cxnLst/>
              <a:rect l="l" t="t" r="r" b="b"/>
              <a:pathLst>
                <a:path w="1025" h="878" extrusionOk="0">
                  <a:moveTo>
                    <a:pt x="470" y="0"/>
                  </a:moveTo>
                  <a:cubicBezTo>
                    <a:pt x="214" y="43"/>
                    <a:pt x="1" y="214"/>
                    <a:pt x="43" y="470"/>
                  </a:cubicBezTo>
                  <a:cubicBezTo>
                    <a:pt x="43" y="718"/>
                    <a:pt x="240" y="878"/>
                    <a:pt x="449" y="878"/>
                  </a:cubicBezTo>
                  <a:cubicBezTo>
                    <a:pt x="562" y="878"/>
                    <a:pt x="678" y="831"/>
                    <a:pt x="768" y="726"/>
                  </a:cubicBezTo>
                  <a:cubicBezTo>
                    <a:pt x="1024" y="470"/>
                    <a:pt x="854" y="0"/>
                    <a:pt x="470" y="0"/>
                  </a:cubicBez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4" name="Google Shape;8574;p103"/>
            <p:cNvSpPr/>
            <p:nvPr/>
          </p:nvSpPr>
          <p:spPr>
            <a:xfrm>
              <a:off x="1908284" y="1528473"/>
              <a:ext cx="16459" cy="14098"/>
            </a:xfrm>
            <a:custGeom>
              <a:avLst/>
              <a:gdLst/>
              <a:ahLst/>
              <a:cxnLst/>
              <a:rect l="l" t="t" r="r" b="b"/>
              <a:pathLst>
                <a:path w="1025" h="878" extrusionOk="0">
                  <a:moveTo>
                    <a:pt x="427" y="0"/>
                  </a:moveTo>
                  <a:cubicBezTo>
                    <a:pt x="214" y="0"/>
                    <a:pt x="1" y="214"/>
                    <a:pt x="1" y="470"/>
                  </a:cubicBezTo>
                  <a:cubicBezTo>
                    <a:pt x="28" y="718"/>
                    <a:pt x="235" y="878"/>
                    <a:pt x="447" y="878"/>
                  </a:cubicBezTo>
                  <a:cubicBezTo>
                    <a:pt x="562" y="878"/>
                    <a:pt x="678" y="831"/>
                    <a:pt x="768" y="726"/>
                  </a:cubicBezTo>
                  <a:cubicBezTo>
                    <a:pt x="1024" y="470"/>
                    <a:pt x="811" y="0"/>
                    <a:pt x="427" y="0"/>
                  </a:cubicBez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5" name="Google Shape;8575;p103"/>
            <p:cNvSpPr/>
            <p:nvPr/>
          </p:nvSpPr>
          <p:spPr>
            <a:xfrm>
              <a:off x="817722" y="2664927"/>
              <a:ext cx="119901" cy="278148"/>
            </a:xfrm>
            <a:custGeom>
              <a:avLst/>
              <a:gdLst/>
              <a:ahLst/>
              <a:cxnLst/>
              <a:rect l="l" t="t" r="r" b="b"/>
              <a:pathLst>
                <a:path w="7467" h="17322" extrusionOk="0">
                  <a:moveTo>
                    <a:pt x="470" y="1"/>
                  </a:moveTo>
                  <a:lnTo>
                    <a:pt x="1" y="17321"/>
                  </a:lnTo>
                  <a:lnTo>
                    <a:pt x="7466" y="17321"/>
                  </a:lnTo>
                  <a:lnTo>
                    <a:pt x="7083" y="1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6" name="Google Shape;8576;p103"/>
            <p:cNvSpPr/>
            <p:nvPr/>
          </p:nvSpPr>
          <p:spPr>
            <a:xfrm>
              <a:off x="769775" y="2664927"/>
              <a:ext cx="61677" cy="278148"/>
            </a:xfrm>
            <a:custGeom>
              <a:avLst/>
              <a:gdLst/>
              <a:ahLst/>
              <a:cxnLst/>
              <a:rect l="l" t="t" r="r" b="b"/>
              <a:pathLst>
                <a:path w="3841" h="17322" extrusionOk="0">
                  <a:moveTo>
                    <a:pt x="3499" y="1"/>
                  </a:moveTo>
                  <a:lnTo>
                    <a:pt x="1" y="470"/>
                  </a:lnTo>
                  <a:lnTo>
                    <a:pt x="1" y="17321"/>
                  </a:lnTo>
                  <a:lnTo>
                    <a:pt x="3840" y="17321"/>
                  </a:lnTo>
                  <a:lnTo>
                    <a:pt x="3499" y="1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7" name="Google Shape;8577;p103"/>
            <p:cNvSpPr/>
            <p:nvPr/>
          </p:nvSpPr>
          <p:spPr>
            <a:xfrm>
              <a:off x="885549" y="2733428"/>
              <a:ext cx="48654" cy="209647"/>
            </a:xfrm>
            <a:custGeom>
              <a:avLst/>
              <a:gdLst/>
              <a:ahLst/>
              <a:cxnLst/>
              <a:rect l="l" t="t" r="r" b="b"/>
              <a:pathLst>
                <a:path w="3030" h="13056" extrusionOk="0">
                  <a:moveTo>
                    <a:pt x="128" y="1"/>
                  </a:moveTo>
                  <a:lnTo>
                    <a:pt x="0" y="13055"/>
                  </a:lnTo>
                  <a:lnTo>
                    <a:pt x="2731" y="13055"/>
                  </a:lnTo>
                  <a:lnTo>
                    <a:pt x="3029" y="1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8" name="Google Shape;8578;p103"/>
            <p:cNvSpPr/>
            <p:nvPr/>
          </p:nvSpPr>
          <p:spPr>
            <a:xfrm>
              <a:off x="839641" y="2733428"/>
              <a:ext cx="58931" cy="209647"/>
            </a:xfrm>
            <a:custGeom>
              <a:avLst/>
              <a:gdLst/>
              <a:ahLst/>
              <a:cxnLst/>
              <a:rect l="l" t="t" r="r" b="b"/>
              <a:pathLst>
                <a:path w="3670" h="13056" extrusionOk="0">
                  <a:moveTo>
                    <a:pt x="1" y="1"/>
                  </a:moveTo>
                  <a:lnTo>
                    <a:pt x="428" y="13055"/>
                  </a:lnTo>
                  <a:lnTo>
                    <a:pt x="3670" y="13055"/>
                  </a:lnTo>
                  <a:lnTo>
                    <a:pt x="3499" y="1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9" name="Google Shape;8579;p103"/>
            <p:cNvSpPr/>
            <p:nvPr/>
          </p:nvSpPr>
          <p:spPr>
            <a:xfrm>
              <a:off x="936243" y="2657396"/>
              <a:ext cx="56185" cy="285679"/>
            </a:xfrm>
            <a:custGeom>
              <a:avLst/>
              <a:gdLst/>
              <a:ahLst/>
              <a:cxnLst/>
              <a:rect l="l" t="t" r="r" b="b"/>
              <a:pathLst>
                <a:path w="3499" h="17791" extrusionOk="0">
                  <a:moveTo>
                    <a:pt x="384" y="0"/>
                  </a:moveTo>
                  <a:lnTo>
                    <a:pt x="0" y="17790"/>
                  </a:lnTo>
                  <a:lnTo>
                    <a:pt x="3370" y="17790"/>
                  </a:lnTo>
                  <a:lnTo>
                    <a:pt x="3498" y="299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0" name="Google Shape;8580;p103"/>
            <p:cNvSpPr/>
            <p:nvPr/>
          </p:nvSpPr>
          <p:spPr>
            <a:xfrm>
              <a:off x="904048" y="2657396"/>
              <a:ext cx="46583" cy="285679"/>
            </a:xfrm>
            <a:custGeom>
              <a:avLst/>
              <a:gdLst/>
              <a:ahLst/>
              <a:cxnLst/>
              <a:rect l="l" t="t" r="r" b="b"/>
              <a:pathLst>
                <a:path w="2901" h="17791" extrusionOk="0">
                  <a:moveTo>
                    <a:pt x="2602" y="0"/>
                  </a:moveTo>
                  <a:lnTo>
                    <a:pt x="0" y="128"/>
                  </a:lnTo>
                  <a:lnTo>
                    <a:pt x="85" y="17790"/>
                  </a:lnTo>
                  <a:lnTo>
                    <a:pt x="2901" y="17790"/>
                  </a:lnTo>
                  <a:lnTo>
                    <a:pt x="2602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1" name="Google Shape;8581;p103"/>
            <p:cNvSpPr/>
            <p:nvPr/>
          </p:nvSpPr>
          <p:spPr>
            <a:xfrm>
              <a:off x="981445" y="2634097"/>
              <a:ext cx="124686" cy="308978"/>
            </a:xfrm>
            <a:custGeom>
              <a:avLst/>
              <a:gdLst/>
              <a:ahLst/>
              <a:cxnLst/>
              <a:rect l="l" t="t" r="r" b="b"/>
              <a:pathLst>
                <a:path w="7765" h="19242" extrusionOk="0">
                  <a:moveTo>
                    <a:pt x="1" y="1"/>
                  </a:moveTo>
                  <a:lnTo>
                    <a:pt x="385" y="19241"/>
                  </a:lnTo>
                  <a:lnTo>
                    <a:pt x="7466" y="19241"/>
                  </a:lnTo>
                  <a:lnTo>
                    <a:pt x="7765" y="1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2" name="Google Shape;8582;p103"/>
            <p:cNvSpPr/>
            <p:nvPr/>
          </p:nvSpPr>
          <p:spPr>
            <a:xfrm>
              <a:off x="957471" y="2634097"/>
              <a:ext cx="34957" cy="308978"/>
            </a:xfrm>
            <a:custGeom>
              <a:avLst/>
              <a:gdLst/>
              <a:ahLst/>
              <a:cxnLst/>
              <a:rect l="l" t="t" r="r" b="b"/>
              <a:pathLst>
                <a:path w="2177" h="19242" extrusionOk="0">
                  <a:moveTo>
                    <a:pt x="1" y="1"/>
                  </a:moveTo>
                  <a:lnTo>
                    <a:pt x="86" y="19241"/>
                  </a:lnTo>
                  <a:lnTo>
                    <a:pt x="2176" y="19241"/>
                  </a:lnTo>
                  <a:lnTo>
                    <a:pt x="1750" y="1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3" name="Google Shape;8583;p103"/>
            <p:cNvSpPr/>
            <p:nvPr/>
          </p:nvSpPr>
          <p:spPr>
            <a:xfrm>
              <a:off x="1049946" y="2642318"/>
              <a:ext cx="135654" cy="300757"/>
            </a:xfrm>
            <a:custGeom>
              <a:avLst/>
              <a:gdLst/>
              <a:ahLst/>
              <a:cxnLst/>
              <a:rect l="l" t="t" r="r" b="b"/>
              <a:pathLst>
                <a:path w="8448" h="18730" extrusionOk="0">
                  <a:moveTo>
                    <a:pt x="897" y="1"/>
                  </a:moveTo>
                  <a:lnTo>
                    <a:pt x="1" y="18729"/>
                  </a:lnTo>
                  <a:lnTo>
                    <a:pt x="8192" y="18729"/>
                  </a:lnTo>
                  <a:lnTo>
                    <a:pt x="8448" y="1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4" name="Google Shape;8584;p103"/>
            <p:cNvSpPr/>
            <p:nvPr/>
          </p:nvSpPr>
          <p:spPr>
            <a:xfrm>
              <a:off x="1001308" y="2642318"/>
              <a:ext cx="71263" cy="300757"/>
            </a:xfrm>
            <a:custGeom>
              <a:avLst/>
              <a:gdLst/>
              <a:ahLst/>
              <a:cxnLst/>
              <a:rect l="l" t="t" r="r" b="b"/>
              <a:pathLst>
                <a:path w="4438" h="18730" extrusionOk="0">
                  <a:moveTo>
                    <a:pt x="3968" y="1"/>
                  </a:moveTo>
                  <a:lnTo>
                    <a:pt x="1" y="470"/>
                  </a:lnTo>
                  <a:lnTo>
                    <a:pt x="129" y="18729"/>
                  </a:lnTo>
                  <a:lnTo>
                    <a:pt x="4438" y="18729"/>
                  </a:lnTo>
                  <a:lnTo>
                    <a:pt x="39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5" name="Google Shape;8585;p103"/>
            <p:cNvSpPr/>
            <p:nvPr/>
          </p:nvSpPr>
          <p:spPr>
            <a:xfrm>
              <a:off x="965002" y="2925235"/>
              <a:ext cx="20570" cy="11674"/>
            </a:xfrm>
            <a:custGeom>
              <a:avLst/>
              <a:gdLst/>
              <a:ahLst/>
              <a:cxnLst/>
              <a:rect l="l" t="t" r="r" b="b"/>
              <a:pathLst>
                <a:path w="1281" h="727" extrusionOk="0">
                  <a:moveTo>
                    <a:pt x="1" y="1"/>
                  </a:moveTo>
                  <a:lnTo>
                    <a:pt x="1" y="726"/>
                  </a:lnTo>
                  <a:lnTo>
                    <a:pt x="1281" y="726"/>
                  </a:lnTo>
                  <a:lnTo>
                    <a:pt x="1281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6" name="Google Shape;8586;p103"/>
            <p:cNvSpPr/>
            <p:nvPr/>
          </p:nvSpPr>
          <p:spPr>
            <a:xfrm>
              <a:off x="965002" y="2645064"/>
              <a:ext cx="11674" cy="10983"/>
            </a:xfrm>
            <a:custGeom>
              <a:avLst/>
              <a:gdLst/>
              <a:ahLst/>
              <a:cxnLst/>
              <a:rect l="l" t="t" r="r" b="b"/>
              <a:pathLst>
                <a:path w="727" h="684" extrusionOk="0">
                  <a:moveTo>
                    <a:pt x="1" y="1"/>
                  </a:moveTo>
                  <a:lnTo>
                    <a:pt x="1" y="683"/>
                  </a:lnTo>
                  <a:lnTo>
                    <a:pt x="726" y="683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7" name="Google Shape;8587;p103"/>
            <p:cNvSpPr/>
            <p:nvPr/>
          </p:nvSpPr>
          <p:spPr>
            <a:xfrm>
              <a:off x="1008855" y="2918395"/>
              <a:ext cx="45908" cy="16459"/>
            </a:xfrm>
            <a:custGeom>
              <a:avLst/>
              <a:gdLst/>
              <a:ahLst/>
              <a:cxnLst/>
              <a:rect l="l" t="t" r="r" b="b"/>
              <a:pathLst>
                <a:path w="2859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2858" y="1024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8" name="Google Shape;8588;p103"/>
            <p:cNvSpPr/>
            <p:nvPr/>
          </p:nvSpPr>
          <p:spPr>
            <a:xfrm>
              <a:off x="862250" y="2777956"/>
              <a:ext cx="14404" cy="124703"/>
            </a:xfrm>
            <a:custGeom>
              <a:avLst/>
              <a:gdLst/>
              <a:ahLst/>
              <a:cxnLst/>
              <a:rect l="l" t="t" r="r" b="b"/>
              <a:pathLst>
                <a:path w="897" h="7766" extrusionOk="0">
                  <a:moveTo>
                    <a:pt x="1" y="1"/>
                  </a:moveTo>
                  <a:lnTo>
                    <a:pt x="129" y="7765"/>
                  </a:lnTo>
                  <a:lnTo>
                    <a:pt x="897" y="7765"/>
                  </a:lnTo>
                  <a:lnTo>
                    <a:pt x="769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9" name="Google Shape;8589;p103"/>
            <p:cNvSpPr/>
            <p:nvPr/>
          </p:nvSpPr>
          <p:spPr>
            <a:xfrm>
              <a:off x="852664" y="2743705"/>
              <a:ext cx="29466" cy="16459"/>
            </a:xfrm>
            <a:custGeom>
              <a:avLst/>
              <a:gdLst/>
              <a:ahLst/>
              <a:cxnLst/>
              <a:rect l="l" t="t" r="r" b="b"/>
              <a:pathLst>
                <a:path w="1835" h="1025" extrusionOk="0">
                  <a:moveTo>
                    <a:pt x="1" y="1"/>
                  </a:moveTo>
                  <a:lnTo>
                    <a:pt x="1" y="1025"/>
                  </a:lnTo>
                  <a:lnTo>
                    <a:pt x="1835" y="1025"/>
                  </a:lnTo>
                  <a:lnTo>
                    <a:pt x="1835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0" name="Google Shape;8590;p103"/>
            <p:cNvSpPr/>
            <p:nvPr/>
          </p:nvSpPr>
          <p:spPr>
            <a:xfrm>
              <a:off x="909523" y="2918395"/>
              <a:ext cx="32211" cy="15768"/>
            </a:xfrm>
            <a:custGeom>
              <a:avLst/>
              <a:gdLst/>
              <a:ahLst/>
              <a:cxnLst/>
              <a:rect l="l" t="t" r="r" b="b"/>
              <a:pathLst>
                <a:path w="2006" h="982" extrusionOk="0">
                  <a:moveTo>
                    <a:pt x="0" y="0"/>
                  </a:moveTo>
                  <a:lnTo>
                    <a:pt x="0" y="981"/>
                  </a:lnTo>
                  <a:lnTo>
                    <a:pt x="2005" y="981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1" name="Google Shape;8591;p103"/>
            <p:cNvSpPr/>
            <p:nvPr/>
          </p:nvSpPr>
          <p:spPr>
            <a:xfrm>
              <a:off x="908833" y="2666982"/>
              <a:ext cx="30156" cy="17824"/>
            </a:xfrm>
            <a:custGeom>
              <a:avLst/>
              <a:gdLst/>
              <a:ahLst/>
              <a:cxnLst/>
              <a:rect l="l" t="t" r="r" b="b"/>
              <a:pathLst>
                <a:path w="1878" h="1110" extrusionOk="0">
                  <a:moveTo>
                    <a:pt x="1878" y="1"/>
                  </a:moveTo>
                  <a:lnTo>
                    <a:pt x="1" y="86"/>
                  </a:lnTo>
                  <a:lnTo>
                    <a:pt x="1" y="1110"/>
                  </a:lnTo>
                  <a:lnTo>
                    <a:pt x="1878" y="982"/>
                  </a:lnTo>
                  <a:lnTo>
                    <a:pt x="1878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2" name="Google Shape;8592;p103"/>
            <p:cNvSpPr/>
            <p:nvPr/>
          </p:nvSpPr>
          <p:spPr>
            <a:xfrm>
              <a:off x="852664" y="2918395"/>
              <a:ext cx="35632" cy="15768"/>
            </a:xfrm>
            <a:custGeom>
              <a:avLst/>
              <a:gdLst/>
              <a:ahLst/>
              <a:cxnLst/>
              <a:rect l="l" t="t" r="r" b="b"/>
              <a:pathLst>
                <a:path w="2219" h="982" extrusionOk="0">
                  <a:moveTo>
                    <a:pt x="1" y="0"/>
                  </a:moveTo>
                  <a:lnTo>
                    <a:pt x="1" y="981"/>
                  </a:lnTo>
                  <a:lnTo>
                    <a:pt x="2219" y="981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3" name="Google Shape;8593;p103"/>
            <p:cNvSpPr/>
            <p:nvPr/>
          </p:nvSpPr>
          <p:spPr>
            <a:xfrm>
              <a:off x="775941" y="2918395"/>
              <a:ext cx="45908" cy="16459"/>
            </a:xfrm>
            <a:custGeom>
              <a:avLst/>
              <a:gdLst/>
              <a:ahLst/>
              <a:cxnLst/>
              <a:rect l="l" t="t" r="r" b="b"/>
              <a:pathLst>
                <a:path w="2859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2859" y="1024"/>
                  </a:lnTo>
                  <a:lnTo>
                    <a:pt x="2859" y="0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4" name="Google Shape;8594;p103"/>
            <p:cNvSpPr/>
            <p:nvPr/>
          </p:nvSpPr>
          <p:spPr>
            <a:xfrm>
              <a:off x="1008855" y="2887564"/>
              <a:ext cx="45908" cy="11658"/>
            </a:xfrm>
            <a:custGeom>
              <a:avLst/>
              <a:gdLst/>
              <a:ahLst/>
              <a:cxnLst/>
              <a:rect l="l" t="t" r="r" b="b"/>
              <a:pathLst>
                <a:path w="2859" h="726" extrusionOk="0">
                  <a:moveTo>
                    <a:pt x="0" y="0"/>
                  </a:moveTo>
                  <a:lnTo>
                    <a:pt x="0" y="726"/>
                  </a:lnTo>
                  <a:lnTo>
                    <a:pt x="2858" y="726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5" name="Google Shape;8595;p103"/>
            <p:cNvSpPr/>
            <p:nvPr/>
          </p:nvSpPr>
          <p:spPr>
            <a:xfrm>
              <a:off x="1008855" y="2657396"/>
              <a:ext cx="32211" cy="11658"/>
            </a:xfrm>
            <a:custGeom>
              <a:avLst/>
              <a:gdLst/>
              <a:ahLst/>
              <a:cxnLst/>
              <a:rect l="l" t="t" r="r" b="b"/>
              <a:pathLst>
                <a:path w="2006" h="726" extrusionOk="0">
                  <a:moveTo>
                    <a:pt x="0" y="0"/>
                  </a:moveTo>
                  <a:lnTo>
                    <a:pt x="0" y="726"/>
                  </a:lnTo>
                  <a:lnTo>
                    <a:pt x="2005" y="726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6" name="Google Shape;8596;p103"/>
            <p:cNvSpPr/>
            <p:nvPr/>
          </p:nvSpPr>
          <p:spPr>
            <a:xfrm>
              <a:off x="1008855" y="2684116"/>
              <a:ext cx="38377" cy="11658"/>
            </a:xfrm>
            <a:custGeom>
              <a:avLst/>
              <a:gdLst/>
              <a:ahLst/>
              <a:cxnLst/>
              <a:rect l="l" t="t" r="r" b="b"/>
              <a:pathLst>
                <a:path w="2390" h="726" extrusionOk="0">
                  <a:moveTo>
                    <a:pt x="0" y="0"/>
                  </a:moveTo>
                  <a:lnTo>
                    <a:pt x="0" y="725"/>
                  </a:lnTo>
                  <a:lnTo>
                    <a:pt x="2389" y="725"/>
                  </a:lnTo>
                  <a:lnTo>
                    <a:pt x="2389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7" name="Google Shape;8597;p103"/>
            <p:cNvSpPr/>
            <p:nvPr/>
          </p:nvSpPr>
          <p:spPr>
            <a:xfrm>
              <a:off x="1028718" y="2858115"/>
              <a:ext cx="5492" cy="22609"/>
            </a:xfrm>
            <a:custGeom>
              <a:avLst/>
              <a:gdLst/>
              <a:ahLst/>
              <a:cxnLst/>
              <a:rect l="l" t="t" r="r" b="b"/>
              <a:pathLst>
                <a:path w="342" h="1408" extrusionOk="0">
                  <a:moveTo>
                    <a:pt x="0" y="0"/>
                  </a:moveTo>
                  <a:lnTo>
                    <a:pt x="0" y="1408"/>
                  </a:lnTo>
                  <a:lnTo>
                    <a:pt x="342" y="1408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8" name="Google Shape;8598;p103"/>
            <p:cNvSpPr/>
            <p:nvPr/>
          </p:nvSpPr>
          <p:spPr>
            <a:xfrm>
              <a:off x="968438" y="2906062"/>
              <a:ext cx="8912" cy="10967"/>
            </a:xfrm>
            <a:custGeom>
              <a:avLst/>
              <a:gdLst/>
              <a:ahLst/>
              <a:cxnLst/>
              <a:rect l="l" t="t" r="r" b="b"/>
              <a:pathLst>
                <a:path w="555" h="683" extrusionOk="0">
                  <a:moveTo>
                    <a:pt x="0" y="0"/>
                  </a:moveTo>
                  <a:lnTo>
                    <a:pt x="0" y="683"/>
                  </a:lnTo>
                  <a:lnTo>
                    <a:pt x="555" y="683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9" name="Google Shape;8599;p103"/>
            <p:cNvSpPr/>
            <p:nvPr/>
          </p:nvSpPr>
          <p:spPr>
            <a:xfrm>
              <a:off x="790328" y="2689591"/>
              <a:ext cx="12348" cy="12348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342" y="1"/>
                  </a:moveTo>
                  <a:cubicBezTo>
                    <a:pt x="128" y="1"/>
                    <a:pt x="0" y="171"/>
                    <a:pt x="0" y="384"/>
                  </a:cubicBezTo>
                  <a:cubicBezTo>
                    <a:pt x="0" y="598"/>
                    <a:pt x="128" y="768"/>
                    <a:pt x="342" y="768"/>
                  </a:cubicBezTo>
                  <a:cubicBezTo>
                    <a:pt x="768" y="683"/>
                    <a:pt x="768" y="43"/>
                    <a:pt x="342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0" name="Google Shape;8600;p103"/>
            <p:cNvSpPr/>
            <p:nvPr/>
          </p:nvSpPr>
          <p:spPr>
            <a:xfrm>
              <a:off x="791693" y="2780011"/>
              <a:ext cx="12429" cy="8719"/>
            </a:xfrm>
            <a:custGeom>
              <a:avLst/>
              <a:gdLst/>
              <a:ahLst/>
              <a:cxnLst/>
              <a:rect l="l" t="t" r="r" b="b"/>
              <a:pathLst>
                <a:path w="774" h="543" extrusionOk="0">
                  <a:moveTo>
                    <a:pt x="342" y="1"/>
                  </a:moveTo>
                  <a:cubicBezTo>
                    <a:pt x="171" y="43"/>
                    <a:pt x="1" y="214"/>
                    <a:pt x="43" y="385"/>
                  </a:cubicBezTo>
                  <a:cubicBezTo>
                    <a:pt x="53" y="498"/>
                    <a:pt x="100" y="543"/>
                    <a:pt x="162" y="543"/>
                  </a:cubicBezTo>
                  <a:cubicBezTo>
                    <a:pt x="379" y="543"/>
                    <a:pt x="773" y="1"/>
                    <a:pt x="342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1" name="Google Shape;8601;p103"/>
            <p:cNvSpPr/>
            <p:nvPr/>
          </p:nvSpPr>
          <p:spPr>
            <a:xfrm>
              <a:off x="795130" y="2882763"/>
              <a:ext cx="12332" cy="12348"/>
            </a:xfrm>
            <a:custGeom>
              <a:avLst/>
              <a:gdLst/>
              <a:ahLst/>
              <a:cxnLst/>
              <a:rect l="l" t="t" r="r" b="b"/>
              <a:pathLst>
                <a:path w="768" h="769" extrusionOk="0">
                  <a:moveTo>
                    <a:pt x="341" y="1"/>
                  </a:moveTo>
                  <a:cubicBezTo>
                    <a:pt x="128" y="1"/>
                    <a:pt x="0" y="172"/>
                    <a:pt x="0" y="385"/>
                  </a:cubicBezTo>
                  <a:cubicBezTo>
                    <a:pt x="0" y="555"/>
                    <a:pt x="128" y="726"/>
                    <a:pt x="341" y="769"/>
                  </a:cubicBezTo>
                  <a:cubicBezTo>
                    <a:pt x="768" y="683"/>
                    <a:pt x="768" y="44"/>
                    <a:pt x="341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2" name="Google Shape;8602;p103"/>
            <p:cNvSpPr/>
            <p:nvPr/>
          </p:nvSpPr>
          <p:spPr>
            <a:xfrm>
              <a:off x="1137636" y="2641644"/>
              <a:ext cx="108934" cy="301431"/>
            </a:xfrm>
            <a:custGeom>
              <a:avLst/>
              <a:gdLst/>
              <a:ahLst/>
              <a:cxnLst/>
              <a:rect l="l" t="t" r="r" b="b"/>
              <a:pathLst>
                <a:path w="6784" h="18772" extrusionOk="0">
                  <a:moveTo>
                    <a:pt x="171" y="0"/>
                  </a:moveTo>
                  <a:lnTo>
                    <a:pt x="0" y="18771"/>
                  </a:lnTo>
                  <a:lnTo>
                    <a:pt x="6485" y="18771"/>
                  </a:lnTo>
                  <a:lnTo>
                    <a:pt x="6783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3" name="Google Shape;8603;p103"/>
            <p:cNvSpPr/>
            <p:nvPr/>
          </p:nvSpPr>
          <p:spPr>
            <a:xfrm>
              <a:off x="1225310" y="2671783"/>
              <a:ext cx="104149" cy="271291"/>
            </a:xfrm>
            <a:custGeom>
              <a:avLst/>
              <a:gdLst/>
              <a:ahLst/>
              <a:cxnLst/>
              <a:rect l="l" t="t" r="r" b="b"/>
              <a:pathLst>
                <a:path w="6486" h="16895" extrusionOk="0">
                  <a:moveTo>
                    <a:pt x="172" y="0"/>
                  </a:moveTo>
                  <a:lnTo>
                    <a:pt x="1" y="16894"/>
                  </a:lnTo>
                  <a:lnTo>
                    <a:pt x="6485" y="16894"/>
                  </a:lnTo>
                  <a:lnTo>
                    <a:pt x="5547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4" name="Google Shape;8604;p103"/>
            <p:cNvSpPr/>
            <p:nvPr/>
          </p:nvSpPr>
          <p:spPr>
            <a:xfrm>
              <a:off x="1292446" y="2641644"/>
              <a:ext cx="147986" cy="301431"/>
            </a:xfrm>
            <a:custGeom>
              <a:avLst/>
              <a:gdLst/>
              <a:ahLst/>
              <a:cxnLst/>
              <a:rect l="l" t="t" r="r" b="b"/>
              <a:pathLst>
                <a:path w="9216" h="18772" extrusionOk="0">
                  <a:moveTo>
                    <a:pt x="1" y="0"/>
                  </a:moveTo>
                  <a:lnTo>
                    <a:pt x="854" y="18771"/>
                  </a:lnTo>
                  <a:lnTo>
                    <a:pt x="9215" y="18771"/>
                  </a:lnTo>
                  <a:lnTo>
                    <a:pt x="8917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5" name="Google Shape;8605;p103"/>
            <p:cNvSpPr/>
            <p:nvPr/>
          </p:nvSpPr>
          <p:spPr>
            <a:xfrm>
              <a:off x="1095854" y="2641644"/>
              <a:ext cx="58915" cy="301431"/>
            </a:xfrm>
            <a:custGeom>
              <a:avLst/>
              <a:gdLst/>
              <a:ahLst/>
              <a:cxnLst/>
              <a:rect l="l" t="t" r="r" b="b"/>
              <a:pathLst>
                <a:path w="3669" h="18772" extrusionOk="0">
                  <a:moveTo>
                    <a:pt x="0" y="0"/>
                  </a:moveTo>
                  <a:lnTo>
                    <a:pt x="128" y="18771"/>
                  </a:lnTo>
                  <a:lnTo>
                    <a:pt x="3669" y="18771"/>
                  </a:lnTo>
                  <a:lnTo>
                    <a:pt x="2901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6" name="Google Shape;8606;p103"/>
            <p:cNvSpPr/>
            <p:nvPr/>
          </p:nvSpPr>
          <p:spPr>
            <a:xfrm>
              <a:off x="1160919" y="2671783"/>
              <a:ext cx="78120" cy="271291"/>
            </a:xfrm>
            <a:custGeom>
              <a:avLst/>
              <a:gdLst/>
              <a:ahLst/>
              <a:cxnLst/>
              <a:rect l="l" t="t" r="r" b="b"/>
              <a:pathLst>
                <a:path w="4865" h="16895" extrusionOk="0">
                  <a:moveTo>
                    <a:pt x="1" y="0"/>
                  </a:moveTo>
                  <a:lnTo>
                    <a:pt x="214" y="16894"/>
                  </a:lnTo>
                  <a:lnTo>
                    <a:pt x="4864" y="16894"/>
                  </a:lnTo>
                  <a:lnTo>
                    <a:pt x="4438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7" name="Google Shape;8607;p103"/>
            <p:cNvSpPr/>
            <p:nvPr/>
          </p:nvSpPr>
          <p:spPr>
            <a:xfrm>
              <a:off x="1254775" y="2641644"/>
              <a:ext cx="78104" cy="301431"/>
            </a:xfrm>
            <a:custGeom>
              <a:avLst/>
              <a:gdLst/>
              <a:ahLst/>
              <a:cxnLst/>
              <a:rect l="l" t="t" r="r" b="b"/>
              <a:pathLst>
                <a:path w="4864" h="18772" extrusionOk="0">
                  <a:moveTo>
                    <a:pt x="171" y="0"/>
                  </a:moveTo>
                  <a:lnTo>
                    <a:pt x="0" y="18771"/>
                  </a:lnTo>
                  <a:lnTo>
                    <a:pt x="4394" y="18771"/>
                  </a:lnTo>
                  <a:lnTo>
                    <a:pt x="4864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8" name="Google Shape;8608;p103"/>
            <p:cNvSpPr/>
            <p:nvPr/>
          </p:nvSpPr>
          <p:spPr>
            <a:xfrm>
              <a:off x="1108171" y="2885509"/>
              <a:ext cx="31537" cy="18514"/>
            </a:xfrm>
            <a:custGeom>
              <a:avLst/>
              <a:gdLst/>
              <a:ahLst/>
              <a:cxnLst/>
              <a:rect l="l" t="t" r="r" b="b"/>
              <a:pathLst>
                <a:path w="1964" h="1153" extrusionOk="0">
                  <a:moveTo>
                    <a:pt x="1" y="1"/>
                  </a:moveTo>
                  <a:lnTo>
                    <a:pt x="1" y="1152"/>
                  </a:lnTo>
                  <a:lnTo>
                    <a:pt x="1963" y="1152"/>
                  </a:lnTo>
                  <a:lnTo>
                    <a:pt x="1963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9" name="Google Shape;8609;p103"/>
            <p:cNvSpPr/>
            <p:nvPr/>
          </p:nvSpPr>
          <p:spPr>
            <a:xfrm>
              <a:off x="1108171" y="2915649"/>
              <a:ext cx="31537" cy="18514"/>
            </a:xfrm>
            <a:custGeom>
              <a:avLst/>
              <a:gdLst/>
              <a:ahLst/>
              <a:cxnLst/>
              <a:rect l="l" t="t" r="r" b="b"/>
              <a:pathLst>
                <a:path w="1964" h="1153" extrusionOk="0">
                  <a:moveTo>
                    <a:pt x="1" y="1"/>
                  </a:moveTo>
                  <a:lnTo>
                    <a:pt x="1" y="1152"/>
                  </a:lnTo>
                  <a:lnTo>
                    <a:pt x="1963" y="1152"/>
                  </a:lnTo>
                  <a:lnTo>
                    <a:pt x="1963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0" name="Google Shape;8610;p103"/>
            <p:cNvSpPr/>
            <p:nvPr/>
          </p:nvSpPr>
          <p:spPr>
            <a:xfrm>
              <a:off x="1119138" y="2853314"/>
              <a:ext cx="5492" cy="20570"/>
            </a:xfrm>
            <a:custGeom>
              <a:avLst/>
              <a:gdLst/>
              <a:ahLst/>
              <a:cxnLst/>
              <a:rect l="l" t="t" r="r" b="b"/>
              <a:pathLst>
                <a:path w="342" h="1281" extrusionOk="0">
                  <a:moveTo>
                    <a:pt x="1" y="0"/>
                  </a:moveTo>
                  <a:lnTo>
                    <a:pt x="1" y="1280"/>
                  </a:lnTo>
                  <a:lnTo>
                    <a:pt x="342" y="128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1" name="Google Shape;8611;p103"/>
            <p:cNvSpPr/>
            <p:nvPr/>
          </p:nvSpPr>
          <p:spPr>
            <a:xfrm>
              <a:off x="1201336" y="2853314"/>
              <a:ext cx="5508" cy="20570"/>
            </a:xfrm>
            <a:custGeom>
              <a:avLst/>
              <a:gdLst/>
              <a:ahLst/>
              <a:cxnLst/>
              <a:rect l="l" t="t" r="r" b="b"/>
              <a:pathLst>
                <a:path w="343" h="1281" extrusionOk="0">
                  <a:moveTo>
                    <a:pt x="1" y="0"/>
                  </a:moveTo>
                  <a:lnTo>
                    <a:pt x="1" y="1280"/>
                  </a:lnTo>
                  <a:lnTo>
                    <a:pt x="342" y="128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2" name="Google Shape;8612;p103"/>
            <p:cNvSpPr/>
            <p:nvPr/>
          </p:nvSpPr>
          <p:spPr>
            <a:xfrm>
              <a:off x="1191059" y="2853314"/>
              <a:ext cx="4817" cy="20570"/>
            </a:xfrm>
            <a:custGeom>
              <a:avLst/>
              <a:gdLst/>
              <a:ahLst/>
              <a:cxnLst/>
              <a:rect l="l" t="t" r="r" b="b"/>
              <a:pathLst>
                <a:path w="300" h="1281" extrusionOk="0">
                  <a:moveTo>
                    <a:pt x="1" y="0"/>
                  </a:moveTo>
                  <a:lnTo>
                    <a:pt x="1" y="1280"/>
                  </a:lnTo>
                  <a:lnTo>
                    <a:pt x="300" y="1280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3" name="Google Shape;8613;p103"/>
            <p:cNvSpPr/>
            <p:nvPr/>
          </p:nvSpPr>
          <p:spPr>
            <a:xfrm>
              <a:off x="1169831" y="2885509"/>
              <a:ext cx="56876" cy="18514"/>
            </a:xfrm>
            <a:custGeom>
              <a:avLst/>
              <a:gdLst/>
              <a:ahLst/>
              <a:cxnLst/>
              <a:rect l="l" t="t" r="r" b="b"/>
              <a:pathLst>
                <a:path w="3542" h="1153" extrusionOk="0">
                  <a:moveTo>
                    <a:pt x="0" y="1"/>
                  </a:moveTo>
                  <a:lnTo>
                    <a:pt x="0" y="1152"/>
                  </a:lnTo>
                  <a:lnTo>
                    <a:pt x="3541" y="1152"/>
                  </a:lnTo>
                  <a:lnTo>
                    <a:pt x="3541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4" name="Google Shape;8614;p103"/>
            <p:cNvSpPr/>
            <p:nvPr/>
          </p:nvSpPr>
          <p:spPr>
            <a:xfrm>
              <a:off x="1169831" y="2915649"/>
              <a:ext cx="56876" cy="18514"/>
            </a:xfrm>
            <a:custGeom>
              <a:avLst/>
              <a:gdLst/>
              <a:ahLst/>
              <a:cxnLst/>
              <a:rect l="l" t="t" r="r" b="b"/>
              <a:pathLst>
                <a:path w="3542" h="1153" extrusionOk="0">
                  <a:moveTo>
                    <a:pt x="0" y="1"/>
                  </a:moveTo>
                  <a:lnTo>
                    <a:pt x="0" y="1152"/>
                  </a:lnTo>
                  <a:lnTo>
                    <a:pt x="3541" y="1152"/>
                  </a:lnTo>
                  <a:lnTo>
                    <a:pt x="3541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5" name="Google Shape;8615;p103"/>
            <p:cNvSpPr/>
            <p:nvPr/>
          </p:nvSpPr>
          <p:spPr>
            <a:xfrm>
              <a:off x="1264362" y="2648484"/>
              <a:ext cx="56876" cy="30846"/>
            </a:xfrm>
            <a:custGeom>
              <a:avLst/>
              <a:gdLst/>
              <a:ahLst/>
              <a:cxnLst/>
              <a:rect l="l" t="t" r="r" b="b"/>
              <a:pathLst>
                <a:path w="3542" h="1921" extrusionOk="0">
                  <a:moveTo>
                    <a:pt x="1" y="1"/>
                  </a:moveTo>
                  <a:lnTo>
                    <a:pt x="1" y="1835"/>
                  </a:lnTo>
                  <a:lnTo>
                    <a:pt x="3541" y="1921"/>
                  </a:lnTo>
                  <a:lnTo>
                    <a:pt x="3541" y="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6" name="Google Shape;8616;p103"/>
            <p:cNvSpPr/>
            <p:nvPr/>
          </p:nvSpPr>
          <p:spPr>
            <a:xfrm>
              <a:off x="1263671" y="2901952"/>
              <a:ext cx="50035" cy="30846"/>
            </a:xfrm>
            <a:custGeom>
              <a:avLst/>
              <a:gdLst/>
              <a:ahLst/>
              <a:cxnLst/>
              <a:rect l="l" t="t" r="r" b="b"/>
              <a:pathLst>
                <a:path w="3116" h="1921" extrusionOk="0">
                  <a:moveTo>
                    <a:pt x="1" y="0"/>
                  </a:moveTo>
                  <a:lnTo>
                    <a:pt x="1" y="1835"/>
                  </a:lnTo>
                  <a:lnTo>
                    <a:pt x="3115" y="1920"/>
                  </a:lnTo>
                  <a:lnTo>
                    <a:pt x="3115" y="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7" name="Google Shape;8617;p103"/>
            <p:cNvSpPr/>
            <p:nvPr/>
          </p:nvSpPr>
          <p:spPr>
            <a:xfrm>
              <a:off x="1186274" y="2689591"/>
              <a:ext cx="26045" cy="22416"/>
            </a:xfrm>
            <a:custGeom>
              <a:avLst/>
              <a:gdLst/>
              <a:ahLst/>
              <a:cxnLst/>
              <a:rect l="l" t="t" r="r" b="b"/>
              <a:pathLst>
                <a:path w="1622" h="1396" extrusionOk="0">
                  <a:moveTo>
                    <a:pt x="725" y="1"/>
                  </a:moveTo>
                  <a:cubicBezTo>
                    <a:pt x="299" y="1"/>
                    <a:pt x="0" y="384"/>
                    <a:pt x="0" y="768"/>
                  </a:cubicBezTo>
                  <a:cubicBezTo>
                    <a:pt x="55" y="1152"/>
                    <a:pt x="392" y="1395"/>
                    <a:pt x="727" y="1395"/>
                  </a:cubicBezTo>
                  <a:cubicBezTo>
                    <a:pt x="914" y="1395"/>
                    <a:pt x="1100" y="1320"/>
                    <a:pt x="1237" y="1152"/>
                  </a:cubicBezTo>
                  <a:cubicBezTo>
                    <a:pt x="1621" y="683"/>
                    <a:pt x="1323" y="1"/>
                    <a:pt x="725" y="1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8" name="Google Shape;8618;p103"/>
            <p:cNvSpPr/>
            <p:nvPr/>
          </p:nvSpPr>
          <p:spPr>
            <a:xfrm>
              <a:off x="1106115" y="2653285"/>
              <a:ext cx="26736" cy="22416"/>
            </a:xfrm>
            <a:custGeom>
              <a:avLst/>
              <a:gdLst/>
              <a:ahLst/>
              <a:cxnLst/>
              <a:rect l="l" t="t" r="r" b="b"/>
              <a:pathLst>
                <a:path w="1665" h="1396" extrusionOk="0">
                  <a:moveTo>
                    <a:pt x="726" y="0"/>
                  </a:moveTo>
                  <a:cubicBezTo>
                    <a:pt x="342" y="0"/>
                    <a:pt x="1" y="384"/>
                    <a:pt x="44" y="768"/>
                  </a:cubicBezTo>
                  <a:cubicBezTo>
                    <a:pt x="98" y="1152"/>
                    <a:pt x="418" y="1395"/>
                    <a:pt x="752" y="1395"/>
                  </a:cubicBezTo>
                  <a:cubicBezTo>
                    <a:pt x="938" y="1395"/>
                    <a:pt x="1128" y="1320"/>
                    <a:pt x="1281" y="1152"/>
                  </a:cubicBezTo>
                  <a:cubicBezTo>
                    <a:pt x="1665" y="683"/>
                    <a:pt x="1366" y="0"/>
                    <a:pt x="726" y="0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9" name="Google Shape;8619;p103"/>
            <p:cNvSpPr/>
            <p:nvPr/>
          </p:nvSpPr>
          <p:spPr>
            <a:xfrm>
              <a:off x="1391778" y="2657396"/>
              <a:ext cx="56185" cy="285679"/>
            </a:xfrm>
            <a:custGeom>
              <a:avLst/>
              <a:gdLst/>
              <a:ahLst/>
              <a:cxnLst/>
              <a:rect l="l" t="t" r="r" b="b"/>
              <a:pathLst>
                <a:path w="3499" h="17791" extrusionOk="0">
                  <a:moveTo>
                    <a:pt x="384" y="0"/>
                  </a:moveTo>
                  <a:lnTo>
                    <a:pt x="0" y="17790"/>
                  </a:lnTo>
                  <a:lnTo>
                    <a:pt x="3371" y="17790"/>
                  </a:lnTo>
                  <a:lnTo>
                    <a:pt x="3499" y="299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0" name="Google Shape;8620;p103"/>
            <p:cNvSpPr/>
            <p:nvPr/>
          </p:nvSpPr>
          <p:spPr>
            <a:xfrm>
              <a:off x="1359583" y="2657396"/>
              <a:ext cx="46599" cy="285679"/>
            </a:xfrm>
            <a:custGeom>
              <a:avLst/>
              <a:gdLst/>
              <a:ahLst/>
              <a:cxnLst/>
              <a:rect l="l" t="t" r="r" b="b"/>
              <a:pathLst>
                <a:path w="2902" h="17791" extrusionOk="0">
                  <a:moveTo>
                    <a:pt x="2603" y="0"/>
                  </a:moveTo>
                  <a:lnTo>
                    <a:pt x="0" y="128"/>
                  </a:lnTo>
                  <a:lnTo>
                    <a:pt x="86" y="17790"/>
                  </a:lnTo>
                  <a:lnTo>
                    <a:pt x="2901" y="17790"/>
                  </a:lnTo>
                  <a:lnTo>
                    <a:pt x="2603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1" name="Google Shape;8621;p103"/>
            <p:cNvSpPr/>
            <p:nvPr/>
          </p:nvSpPr>
          <p:spPr>
            <a:xfrm>
              <a:off x="1436996" y="2634097"/>
              <a:ext cx="124686" cy="308978"/>
            </a:xfrm>
            <a:custGeom>
              <a:avLst/>
              <a:gdLst/>
              <a:ahLst/>
              <a:cxnLst/>
              <a:rect l="l" t="t" r="r" b="b"/>
              <a:pathLst>
                <a:path w="7765" h="19242" extrusionOk="0">
                  <a:moveTo>
                    <a:pt x="0" y="1"/>
                  </a:moveTo>
                  <a:lnTo>
                    <a:pt x="384" y="19241"/>
                  </a:lnTo>
                  <a:lnTo>
                    <a:pt x="7466" y="19241"/>
                  </a:lnTo>
                  <a:lnTo>
                    <a:pt x="7764" y="1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2" name="Google Shape;8622;p103"/>
            <p:cNvSpPr/>
            <p:nvPr/>
          </p:nvSpPr>
          <p:spPr>
            <a:xfrm>
              <a:off x="1413006" y="2634097"/>
              <a:ext cx="34957" cy="308978"/>
            </a:xfrm>
            <a:custGeom>
              <a:avLst/>
              <a:gdLst/>
              <a:ahLst/>
              <a:cxnLst/>
              <a:rect l="l" t="t" r="r" b="b"/>
              <a:pathLst>
                <a:path w="2177" h="19242" extrusionOk="0">
                  <a:moveTo>
                    <a:pt x="1" y="1"/>
                  </a:moveTo>
                  <a:lnTo>
                    <a:pt x="86" y="19241"/>
                  </a:lnTo>
                  <a:lnTo>
                    <a:pt x="2177" y="19241"/>
                  </a:lnTo>
                  <a:lnTo>
                    <a:pt x="1750" y="1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3" name="Google Shape;8623;p103"/>
            <p:cNvSpPr/>
            <p:nvPr/>
          </p:nvSpPr>
          <p:spPr>
            <a:xfrm>
              <a:off x="1420553" y="2925235"/>
              <a:ext cx="20554" cy="11674"/>
            </a:xfrm>
            <a:custGeom>
              <a:avLst/>
              <a:gdLst/>
              <a:ahLst/>
              <a:cxnLst/>
              <a:rect l="l" t="t" r="r" b="b"/>
              <a:pathLst>
                <a:path w="1280" h="727" extrusionOk="0">
                  <a:moveTo>
                    <a:pt x="0" y="1"/>
                  </a:moveTo>
                  <a:lnTo>
                    <a:pt x="0" y="726"/>
                  </a:lnTo>
                  <a:lnTo>
                    <a:pt x="1280" y="726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4" name="Google Shape;8624;p103"/>
            <p:cNvSpPr/>
            <p:nvPr/>
          </p:nvSpPr>
          <p:spPr>
            <a:xfrm>
              <a:off x="1420553" y="2645064"/>
              <a:ext cx="11658" cy="10983"/>
            </a:xfrm>
            <a:custGeom>
              <a:avLst/>
              <a:gdLst/>
              <a:ahLst/>
              <a:cxnLst/>
              <a:rect l="l" t="t" r="r" b="b"/>
              <a:pathLst>
                <a:path w="726" h="684" extrusionOk="0">
                  <a:moveTo>
                    <a:pt x="0" y="1"/>
                  </a:moveTo>
                  <a:lnTo>
                    <a:pt x="0" y="683"/>
                  </a:lnTo>
                  <a:lnTo>
                    <a:pt x="725" y="683"/>
                  </a:lnTo>
                  <a:lnTo>
                    <a:pt x="725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5" name="Google Shape;8625;p103"/>
            <p:cNvSpPr/>
            <p:nvPr/>
          </p:nvSpPr>
          <p:spPr>
            <a:xfrm>
              <a:off x="1365058" y="2918395"/>
              <a:ext cx="32211" cy="15768"/>
            </a:xfrm>
            <a:custGeom>
              <a:avLst/>
              <a:gdLst/>
              <a:ahLst/>
              <a:cxnLst/>
              <a:rect l="l" t="t" r="r" b="b"/>
              <a:pathLst>
                <a:path w="2006" h="982" extrusionOk="0">
                  <a:moveTo>
                    <a:pt x="1" y="0"/>
                  </a:moveTo>
                  <a:lnTo>
                    <a:pt x="1" y="981"/>
                  </a:lnTo>
                  <a:lnTo>
                    <a:pt x="2006" y="981"/>
                  </a:lnTo>
                  <a:lnTo>
                    <a:pt x="2006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6" name="Google Shape;8626;p103"/>
            <p:cNvSpPr/>
            <p:nvPr/>
          </p:nvSpPr>
          <p:spPr>
            <a:xfrm>
              <a:off x="1364384" y="2666982"/>
              <a:ext cx="30156" cy="17824"/>
            </a:xfrm>
            <a:custGeom>
              <a:avLst/>
              <a:gdLst/>
              <a:ahLst/>
              <a:cxnLst/>
              <a:rect l="l" t="t" r="r" b="b"/>
              <a:pathLst>
                <a:path w="1878" h="1110" extrusionOk="0">
                  <a:moveTo>
                    <a:pt x="1877" y="1"/>
                  </a:moveTo>
                  <a:lnTo>
                    <a:pt x="0" y="86"/>
                  </a:lnTo>
                  <a:lnTo>
                    <a:pt x="0" y="1110"/>
                  </a:lnTo>
                  <a:lnTo>
                    <a:pt x="1877" y="982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7" name="Google Shape;8627;p103"/>
            <p:cNvSpPr/>
            <p:nvPr/>
          </p:nvSpPr>
          <p:spPr>
            <a:xfrm>
              <a:off x="1423283" y="2906062"/>
              <a:ext cx="9618" cy="10967"/>
            </a:xfrm>
            <a:custGeom>
              <a:avLst/>
              <a:gdLst/>
              <a:ahLst/>
              <a:cxnLst/>
              <a:rect l="l" t="t" r="r" b="b"/>
              <a:pathLst>
                <a:path w="599" h="683" extrusionOk="0">
                  <a:moveTo>
                    <a:pt x="1" y="0"/>
                  </a:moveTo>
                  <a:lnTo>
                    <a:pt x="1" y="683"/>
                  </a:lnTo>
                  <a:lnTo>
                    <a:pt x="598" y="68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8" name="Google Shape;8628;p103"/>
            <p:cNvSpPr/>
            <p:nvPr/>
          </p:nvSpPr>
          <p:spPr>
            <a:xfrm>
              <a:off x="1515084" y="2664927"/>
              <a:ext cx="119885" cy="278148"/>
            </a:xfrm>
            <a:custGeom>
              <a:avLst/>
              <a:gdLst/>
              <a:ahLst/>
              <a:cxnLst/>
              <a:rect l="l" t="t" r="r" b="b"/>
              <a:pathLst>
                <a:path w="7466" h="17322" extrusionOk="0">
                  <a:moveTo>
                    <a:pt x="470" y="1"/>
                  </a:moveTo>
                  <a:lnTo>
                    <a:pt x="0" y="17321"/>
                  </a:lnTo>
                  <a:lnTo>
                    <a:pt x="7466" y="17321"/>
                  </a:lnTo>
                  <a:lnTo>
                    <a:pt x="7082" y="1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9" name="Google Shape;8629;p103"/>
            <p:cNvSpPr/>
            <p:nvPr/>
          </p:nvSpPr>
          <p:spPr>
            <a:xfrm>
              <a:off x="1467136" y="2664927"/>
              <a:ext cx="61661" cy="278148"/>
            </a:xfrm>
            <a:custGeom>
              <a:avLst/>
              <a:gdLst/>
              <a:ahLst/>
              <a:cxnLst/>
              <a:rect l="l" t="t" r="r" b="b"/>
              <a:pathLst>
                <a:path w="3840" h="17322" extrusionOk="0">
                  <a:moveTo>
                    <a:pt x="3498" y="1"/>
                  </a:moveTo>
                  <a:lnTo>
                    <a:pt x="0" y="470"/>
                  </a:lnTo>
                  <a:lnTo>
                    <a:pt x="0" y="17321"/>
                  </a:lnTo>
                  <a:lnTo>
                    <a:pt x="3840" y="17321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0" name="Google Shape;8630;p103"/>
            <p:cNvSpPr/>
            <p:nvPr/>
          </p:nvSpPr>
          <p:spPr>
            <a:xfrm>
              <a:off x="1582894" y="2733428"/>
              <a:ext cx="48654" cy="209647"/>
            </a:xfrm>
            <a:custGeom>
              <a:avLst/>
              <a:gdLst/>
              <a:ahLst/>
              <a:cxnLst/>
              <a:rect l="l" t="t" r="r" b="b"/>
              <a:pathLst>
                <a:path w="3030" h="13056" extrusionOk="0">
                  <a:moveTo>
                    <a:pt x="129" y="1"/>
                  </a:moveTo>
                  <a:lnTo>
                    <a:pt x="1" y="13055"/>
                  </a:lnTo>
                  <a:lnTo>
                    <a:pt x="2731" y="13055"/>
                  </a:lnTo>
                  <a:lnTo>
                    <a:pt x="3030" y="1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1" name="Google Shape;8631;p103"/>
            <p:cNvSpPr/>
            <p:nvPr/>
          </p:nvSpPr>
          <p:spPr>
            <a:xfrm>
              <a:off x="1537002" y="2733428"/>
              <a:ext cx="58931" cy="209647"/>
            </a:xfrm>
            <a:custGeom>
              <a:avLst/>
              <a:gdLst/>
              <a:ahLst/>
              <a:cxnLst/>
              <a:rect l="l" t="t" r="r" b="b"/>
              <a:pathLst>
                <a:path w="3670" h="13056" extrusionOk="0">
                  <a:moveTo>
                    <a:pt x="0" y="1"/>
                  </a:moveTo>
                  <a:lnTo>
                    <a:pt x="384" y="13055"/>
                  </a:lnTo>
                  <a:lnTo>
                    <a:pt x="3669" y="13055"/>
                  </a:lnTo>
                  <a:lnTo>
                    <a:pt x="3499" y="1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2" name="Google Shape;8632;p103"/>
            <p:cNvSpPr/>
            <p:nvPr/>
          </p:nvSpPr>
          <p:spPr>
            <a:xfrm>
              <a:off x="1633588" y="2657396"/>
              <a:ext cx="56185" cy="285679"/>
            </a:xfrm>
            <a:custGeom>
              <a:avLst/>
              <a:gdLst/>
              <a:ahLst/>
              <a:cxnLst/>
              <a:rect l="l" t="t" r="r" b="b"/>
              <a:pathLst>
                <a:path w="3499" h="17791" extrusionOk="0">
                  <a:moveTo>
                    <a:pt x="385" y="0"/>
                  </a:moveTo>
                  <a:lnTo>
                    <a:pt x="1" y="17790"/>
                  </a:lnTo>
                  <a:lnTo>
                    <a:pt x="3371" y="17790"/>
                  </a:lnTo>
                  <a:lnTo>
                    <a:pt x="3499" y="29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3" name="Google Shape;8633;p103"/>
            <p:cNvSpPr/>
            <p:nvPr/>
          </p:nvSpPr>
          <p:spPr>
            <a:xfrm>
              <a:off x="1601393" y="2657396"/>
              <a:ext cx="46599" cy="285679"/>
            </a:xfrm>
            <a:custGeom>
              <a:avLst/>
              <a:gdLst/>
              <a:ahLst/>
              <a:cxnLst/>
              <a:rect l="l" t="t" r="r" b="b"/>
              <a:pathLst>
                <a:path w="2902" h="17791" extrusionOk="0">
                  <a:moveTo>
                    <a:pt x="2603" y="0"/>
                  </a:moveTo>
                  <a:lnTo>
                    <a:pt x="1" y="128"/>
                  </a:lnTo>
                  <a:lnTo>
                    <a:pt x="86" y="17790"/>
                  </a:lnTo>
                  <a:lnTo>
                    <a:pt x="2902" y="17790"/>
                  </a:lnTo>
                  <a:lnTo>
                    <a:pt x="2603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4" name="Google Shape;8634;p103"/>
            <p:cNvSpPr/>
            <p:nvPr/>
          </p:nvSpPr>
          <p:spPr>
            <a:xfrm>
              <a:off x="1678806" y="2634097"/>
              <a:ext cx="124686" cy="308978"/>
            </a:xfrm>
            <a:custGeom>
              <a:avLst/>
              <a:gdLst/>
              <a:ahLst/>
              <a:cxnLst/>
              <a:rect l="l" t="t" r="r" b="b"/>
              <a:pathLst>
                <a:path w="7765" h="19242" extrusionOk="0">
                  <a:moveTo>
                    <a:pt x="0" y="1"/>
                  </a:moveTo>
                  <a:lnTo>
                    <a:pt x="384" y="19241"/>
                  </a:lnTo>
                  <a:lnTo>
                    <a:pt x="7466" y="19241"/>
                  </a:lnTo>
                  <a:lnTo>
                    <a:pt x="7764" y="1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5" name="Google Shape;8635;p103"/>
            <p:cNvSpPr/>
            <p:nvPr/>
          </p:nvSpPr>
          <p:spPr>
            <a:xfrm>
              <a:off x="1654832" y="2634097"/>
              <a:ext cx="34941" cy="308978"/>
            </a:xfrm>
            <a:custGeom>
              <a:avLst/>
              <a:gdLst/>
              <a:ahLst/>
              <a:cxnLst/>
              <a:rect l="l" t="t" r="r" b="b"/>
              <a:pathLst>
                <a:path w="2176" h="19242" extrusionOk="0">
                  <a:moveTo>
                    <a:pt x="0" y="1"/>
                  </a:moveTo>
                  <a:lnTo>
                    <a:pt x="85" y="19241"/>
                  </a:lnTo>
                  <a:lnTo>
                    <a:pt x="2176" y="19241"/>
                  </a:lnTo>
                  <a:lnTo>
                    <a:pt x="1749" y="1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6" name="Google Shape;8636;p103"/>
            <p:cNvSpPr/>
            <p:nvPr/>
          </p:nvSpPr>
          <p:spPr>
            <a:xfrm>
              <a:off x="1747307" y="2642318"/>
              <a:ext cx="134963" cy="300757"/>
            </a:xfrm>
            <a:custGeom>
              <a:avLst/>
              <a:gdLst/>
              <a:ahLst/>
              <a:cxnLst/>
              <a:rect l="l" t="t" r="r" b="b"/>
              <a:pathLst>
                <a:path w="8405" h="18730" extrusionOk="0">
                  <a:moveTo>
                    <a:pt x="896" y="1"/>
                  </a:moveTo>
                  <a:lnTo>
                    <a:pt x="0" y="18729"/>
                  </a:lnTo>
                  <a:lnTo>
                    <a:pt x="8191" y="18729"/>
                  </a:lnTo>
                  <a:lnTo>
                    <a:pt x="8404" y="1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7" name="Google Shape;8637;p103"/>
            <p:cNvSpPr/>
            <p:nvPr/>
          </p:nvSpPr>
          <p:spPr>
            <a:xfrm>
              <a:off x="1698669" y="2642318"/>
              <a:ext cx="71263" cy="300757"/>
            </a:xfrm>
            <a:custGeom>
              <a:avLst/>
              <a:gdLst/>
              <a:ahLst/>
              <a:cxnLst/>
              <a:rect l="l" t="t" r="r" b="b"/>
              <a:pathLst>
                <a:path w="4438" h="18730" extrusionOk="0">
                  <a:moveTo>
                    <a:pt x="3968" y="1"/>
                  </a:moveTo>
                  <a:lnTo>
                    <a:pt x="0" y="470"/>
                  </a:lnTo>
                  <a:lnTo>
                    <a:pt x="128" y="18729"/>
                  </a:lnTo>
                  <a:lnTo>
                    <a:pt x="4437" y="18729"/>
                  </a:lnTo>
                  <a:lnTo>
                    <a:pt x="39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8" name="Google Shape;8638;p103"/>
            <p:cNvSpPr/>
            <p:nvPr/>
          </p:nvSpPr>
          <p:spPr>
            <a:xfrm>
              <a:off x="1662363" y="2925235"/>
              <a:ext cx="20570" cy="11674"/>
            </a:xfrm>
            <a:custGeom>
              <a:avLst/>
              <a:gdLst/>
              <a:ahLst/>
              <a:cxnLst/>
              <a:rect l="l" t="t" r="r" b="b"/>
              <a:pathLst>
                <a:path w="1281" h="727" extrusionOk="0">
                  <a:moveTo>
                    <a:pt x="0" y="1"/>
                  </a:moveTo>
                  <a:lnTo>
                    <a:pt x="0" y="726"/>
                  </a:lnTo>
                  <a:lnTo>
                    <a:pt x="1280" y="726"/>
                  </a:lnTo>
                  <a:lnTo>
                    <a:pt x="1280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9" name="Google Shape;8639;p103"/>
            <p:cNvSpPr/>
            <p:nvPr/>
          </p:nvSpPr>
          <p:spPr>
            <a:xfrm>
              <a:off x="1662363" y="2645064"/>
              <a:ext cx="11658" cy="10983"/>
            </a:xfrm>
            <a:custGeom>
              <a:avLst/>
              <a:gdLst/>
              <a:ahLst/>
              <a:cxnLst/>
              <a:rect l="l" t="t" r="r" b="b"/>
              <a:pathLst>
                <a:path w="726" h="684" extrusionOk="0">
                  <a:moveTo>
                    <a:pt x="0" y="1"/>
                  </a:moveTo>
                  <a:lnTo>
                    <a:pt x="0" y="683"/>
                  </a:lnTo>
                  <a:lnTo>
                    <a:pt x="726" y="683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0" name="Google Shape;8640;p103"/>
            <p:cNvSpPr/>
            <p:nvPr/>
          </p:nvSpPr>
          <p:spPr>
            <a:xfrm>
              <a:off x="1705526" y="2918395"/>
              <a:ext cx="46583" cy="16459"/>
            </a:xfrm>
            <a:custGeom>
              <a:avLst/>
              <a:gdLst/>
              <a:ahLst/>
              <a:cxnLst/>
              <a:rect l="l" t="t" r="r" b="b"/>
              <a:pathLst>
                <a:path w="2901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2901" y="1024"/>
                  </a:lnTo>
                  <a:lnTo>
                    <a:pt x="2901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1" name="Google Shape;8641;p103"/>
            <p:cNvSpPr/>
            <p:nvPr/>
          </p:nvSpPr>
          <p:spPr>
            <a:xfrm>
              <a:off x="1559611" y="2777956"/>
              <a:ext cx="14404" cy="124703"/>
            </a:xfrm>
            <a:custGeom>
              <a:avLst/>
              <a:gdLst/>
              <a:ahLst/>
              <a:cxnLst/>
              <a:rect l="l" t="t" r="r" b="b"/>
              <a:pathLst>
                <a:path w="897" h="7766" extrusionOk="0">
                  <a:moveTo>
                    <a:pt x="0" y="1"/>
                  </a:moveTo>
                  <a:lnTo>
                    <a:pt x="128" y="7765"/>
                  </a:lnTo>
                  <a:lnTo>
                    <a:pt x="896" y="7765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2" name="Google Shape;8642;p103"/>
            <p:cNvSpPr/>
            <p:nvPr/>
          </p:nvSpPr>
          <p:spPr>
            <a:xfrm>
              <a:off x="1550025" y="2743705"/>
              <a:ext cx="29466" cy="16459"/>
            </a:xfrm>
            <a:custGeom>
              <a:avLst/>
              <a:gdLst/>
              <a:ahLst/>
              <a:cxnLst/>
              <a:rect l="l" t="t" r="r" b="b"/>
              <a:pathLst>
                <a:path w="1835" h="1025" extrusionOk="0">
                  <a:moveTo>
                    <a:pt x="0" y="1"/>
                  </a:moveTo>
                  <a:lnTo>
                    <a:pt x="0" y="1025"/>
                  </a:lnTo>
                  <a:lnTo>
                    <a:pt x="1834" y="1025"/>
                  </a:lnTo>
                  <a:lnTo>
                    <a:pt x="1834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3" name="Google Shape;8643;p103"/>
            <p:cNvSpPr/>
            <p:nvPr/>
          </p:nvSpPr>
          <p:spPr>
            <a:xfrm>
              <a:off x="1606868" y="2918395"/>
              <a:ext cx="32211" cy="15768"/>
            </a:xfrm>
            <a:custGeom>
              <a:avLst/>
              <a:gdLst/>
              <a:ahLst/>
              <a:cxnLst/>
              <a:rect l="l" t="t" r="r" b="b"/>
              <a:pathLst>
                <a:path w="2006" h="982" extrusionOk="0">
                  <a:moveTo>
                    <a:pt x="1" y="0"/>
                  </a:moveTo>
                  <a:lnTo>
                    <a:pt x="1" y="981"/>
                  </a:lnTo>
                  <a:lnTo>
                    <a:pt x="2006" y="981"/>
                  </a:lnTo>
                  <a:lnTo>
                    <a:pt x="2006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4" name="Google Shape;8644;p103"/>
            <p:cNvSpPr/>
            <p:nvPr/>
          </p:nvSpPr>
          <p:spPr>
            <a:xfrm>
              <a:off x="1606194" y="2666982"/>
              <a:ext cx="30156" cy="17824"/>
            </a:xfrm>
            <a:custGeom>
              <a:avLst/>
              <a:gdLst/>
              <a:ahLst/>
              <a:cxnLst/>
              <a:rect l="l" t="t" r="r" b="b"/>
              <a:pathLst>
                <a:path w="1878" h="1110" extrusionOk="0">
                  <a:moveTo>
                    <a:pt x="1877" y="1"/>
                  </a:moveTo>
                  <a:lnTo>
                    <a:pt x="0" y="86"/>
                  </a:lnTo>
                  <a:lnTo>
                    <a:pt x="0" y="1110"/>
                  </a:lnTo>
                  <a:lnTo>
                    <a:pt x="1877" y="982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5" name="Google Shape;8645;p103"/>
            <p:cNvSpPr/>
            <p:nvPr/>
          </p:nvSpPr>
          <p:spPr>
            <a:xfrm>
              <a:off x="1550025" y="2918395"/>
              <a:ext cx="35632" cy="15768"/>
            </a:xfrm>
            <a:custGeom>
              <a:avLst/>
              <a:gdLst/>
              <a:ahLst/>
              <a:cxnLst/>
              <a:rect l="l" t="t" r="r" b="b"/>
              <a:pathLst>
                <a:path w="2219" h="982" extrusionOk="0">
                  <a:moveTo>
                    <a:pt x="0" y="0"/>
                  </a:moveTo>
                  <a:lnTo>
                    <a:pt x="0" y="981"/>
                  </a:lnTo>
                  <a:lnTo>
                    <a:pt x="2218" y="981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6" name="Google Shape;8646;p103"/>
            <p:cNvSpPr/>
            <p:nvPr/>
          </p:nvSpPr>
          <p:spPr>
            <a:xfrm>
              <a:off x="1473302" y="2918395"/>
              <a:ext cx="45908" cy="16459"/>
            </a:xfrm>
            <a:custGeom>
              <a:avLst/>
              <a:gdLst/>
              <a:ahLst/>
              <a:cxnLst/>
              <a:rect l="l" t="t" r="r" b="b"/>
              <a:pathLst>
                <a:path w="2859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2858" y="1024"/>
                  </a:lnTo>
                  <a:lnTo>
                    <a:pt x="2858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7" name="Google Shape;8647;p103"/>
            <p:cNvSpPr/>
            <p:nvPr/>
          </p:nvSpPr>
          <p:spPr>
            <a:xfrm>
              <a:off x="1705526" y="2887564"/>
              <a:ext cx="46583" cy="11658"/>
            </a:xfrm>
            <a:custGeom>
              <a:avLst/>
              <a:gdLst/>
              <a:ahLst/>
              <a:cxnLst/>
              <a:rect l="l" t="t" r="r" b="b"/>
              <a:pathLst>
                <a:path w="2901" h="726" extrusionOk="0">
                  <a:moveTo>
                    <a:pt x="0" y="0"/>
                  </a:moveTo>
                  <a:lnTo>
                    <a:pt x="0" y="726"/>
                  </a:lnTo>
                  <a:lnTo>
                    <a:pt x="2901" y="726"/>
                  </a:lnTo>
                  <a:lnTo>
                    <a:pt x="2901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8" name="Google Shape;8648;p103"/>
            <p:cNvSpPr/>
            <p:nvPr/>
          </p:nvSpPr>
          <p:spPr>
            <a:xfrm>
              <a:off x="1705526" y="2657396"/>
              <a:ext cx="32886" cy="11658"/>
            </a:xfrm>
            <a:custGeom>
              <a:avLst/>
              <a:gdLst/>
              <a:ahLst/>
              <a:cxnLst/>
              <a:rect l="l" t="t" r="r" b="b"/>
              <a:pathLst>
                <a:path w="2048" h="726" extrusionOk="0">
                  <a:moveTo>
                    <a:pt x="0" y="0"/>
                  </a:moveTo>
                  <a:lnTo>
                    <a:pt x="0" y="726"/>
                  </a:lnTo>
                  <a:lnTo>
                    <a:pt x="2048" y="726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9" name="Google Shape;8649;p103"/>
            <p:cNvSpPr/>
            <p:nvPr/>
          </p:nvSpPr>
          <p:spPr>
            <a:xfrm>
              <a:off x="1705526" y="2684116"/>
              <a:ext cx="39052" cy="11658"/>
            </a:xfrm>
            <a:custGeom>
              <a:avLst/>
              <a:gdLst/>
              <a:ahLst/>
              <a:cxnLst/>
              <a:rect l="l" t="t" r="r" b="b"/>
              <a:pathLst>
                <a:path w="2432" h="726" extrusionOk="0">
                  <a:moveTo>
                    <a:pt x="0" y="0"/>
                  </a:moveTo>
                  <a:lnTo>
                    <a:pt x="0" y="725"/>
                  </a:lnTo>
                  <a:lnTo>
                    <a:pt x="2432" y="725"/>
                  </a:lnTo>
                  <a:lnTo>
                    <a:pt x="2432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0" name="Google Shape;8650;p103"/>
            <p:cNvSpPr/>
            <p:nvPr/>
          </p:nvSpPr>
          <p:spPr>
            <a:xfrm>
              <a:off x="1726063" y="2858115"/>
              <a:ext cx="5508" cy="22609"/>
            </a:xfrm>
            <a:custGeom>
              <a:avLst/>
              <a:gdLst/>
              <a:ahLst/>
              <a:cxnLst/>
              <a:rect l="l" t="t" r="r" b="b"/>
              <a:pathLst>
                <a:path w="343" h="1408" extrusionOk="0">
                  <a:moveTo>
                    <a:pt x="1" y="0"/>
                  </a:moveTo>
                  <a:lnTo>
                    <a:pt x="1" y="1408"/>
                  </a:lnTo>
                  <a:lnTo>
                    <a:pt x="342" y="1408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1" name="Google Shape;8651;p103"/>
            <p:cNvSpPr/>
            <p:nvPr/>
          </p:nvSpPr>
          <p:spPr>
            <a:xfrm>
              <a:off x="1665109" y="2906062"/>
              <a:ext cx="9602" cy="10967"/>
            </a:xfrm>
            <a:custGeom>
              <a:avLst/>
              <a:gdLst/>
              <a:ahLst/>
              <a:cxnLst/>
              <a:rect l="l" t="t" r="r" b="b"/>
              <a:pathLst>
                <a:path w="598" h="683" extrusionOk="0">
                  <a:moveTo>
                    <a:pt x="0" y="0"/>
                  </a:moveTo>
                  <a:lnTo>
                    <a:pt x="0" y="683"/>
                  </a:lnTo>
                  <a:lnTo>
                    <a:pt x="597" y="683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2" name="Google Shape;8652;p103"/>
            <p:cNvSpPr/>
            <p:nvPr/>
          </p:nvSpPr>
          <p:spPr>
            <a:xfrm>
              <a:off x="1486999" y="2689591"/>
              <a:ext cx="12573" cy="8719"/>
            </a:xfrm>
            <a:custGeom>
              <a:avLst/>
              <a:gdLst/>
              <a:ahLst/>
              <a:cxnLst/>
              <a:rect l="l" t="t" r="r" b="b"/>
              <a:pathLst>
                <a:path w="783" h="543" extrusionOk="0">
                  <a:moveTo>
                    <a:pt x="384" y="1"/>
                  </a:moveTo>
                  <a:cubicBezTo>
                    <a:pt x="171" y="1"/>
                    <a:pt x="0" y="171"/>
                    <a:pt x="43" y="384"/>
                  </a:cubicBezTo>
                  <a:cubicBezTo>
                    <a:pt x="52" y="498"/>
                    <a:pt x="100" y="542"/>
                    <a:pt x="162" y="542"/>
                  </a:cubicBezTo>
                  <a:cubicBezTo>
                    <a:pt x="381" y="542"/>
                    <a:pt x="782" y="1"/>
                    <a:pt x="384" y="1"/>
                  </a:cubicBez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3" name="Google Shape;8653;p103"/>
            <p:cNvSpPr/>
            <p:nvPr/>
          </p:nvSpPr>
          <p:spPr>
            <a:xfrm>
              <a:off x="1489054" y="2780011"/>
              <a:ext cx="13023" cy="12348"/>
            </a:xfrm>
            <a:custGeom>
              <a:avLst/>
              <a:gdLst/>
              <a:ahLst/>
              <a:cxnLst/>
              <a:rect l="l" t="t" r="r" b="b"/>
              <a:pathLst>
                <a:path w="811" h="769" extrusionOk="0">
                  <a:moveTo>
                    <a:pt x="342" y="1"/>
                  </a:moveTo>
                  <a:cubicBezTo>
                    <a:pt x="171" y="43"/>
                    <a:pt x="0" y="214"/>
                    <a:pt x="43" y="385"/>
                  </a:cubicBezTo>
                  <a:cubicBezTo>
                    <a:pt x="0" y="598"/>
                    <a:pt x="171" y="769"/>
                    <a:pt x="342" y="769"/>
                  </a:cubicBezTo>
                  <a:cubicBezTo>
                    <a:pt x="811" y="726"/>
                    <a:pt x="811" y="86"/>
                    <a:pt x="342" y="1"/>
                  </a:cubicBez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4" name="Google Shape;8654;p103"/>
            <p:cNvSpPr/>
            <p:nvPr/>
          </p:nvSpPr>
          <p:spPr>
            <a:xfrm>
              <a:off x="1492475" y="2882763"/>
              <a:ext cx="12348" cy="12348"/>
            </a:xfrm>
            <a:custGeom>
              <a:avLst/>
              <a:gdLst/>
              <a:ahLst/>
              <a:cxnLst/>
              <a:rect l="l" t="t" r="r" b="b"/>
              <a:pathLst>
                <a:path w="769" h="769" extrusionOk="0">
                  <a:moveTo>
                    <a:pt x="342" y="1"/>
                  </a:moveTo>
                  <a:cubicBezTo>
                    <a:pt x="129" y="1"/>
                    <a:pt x="1" y="172"/>
                    <a:pt x="1" y="385"/>
                  </a:cubicBezTo>
                  <a:cubicBezTo>
                    <a:pt x="1" y="555"/>
                    <a:pt x="129" y="726"/>
                    <a:pt x="342" y="769"/>
                  </a:cubicBezTo>
                  <a:cubicBezTo>
                    <a:pt x="768" y="683"/>
                    <a:pt x="768" y="44"/>
                    <a:pt x="342" y="1"/>
                  </a:cubicBez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5" name="Google Shape;8655;p103"/>
            <p:cNvSpPr/>
            <p:nvPr/>
          </p:nvSpPr>
          <p:spPr>
            <a:xfrm>
              <a:off x="1834981" y="2641644"/>
              <a:ext cx="108260" cy="301431"/>
            </a:xfrm>
            <a:custGeom>
              <a:avLst/>
              <a:gdLst/>
              <a:ahLst/>
              <a:cxnLst/>
              <a:rect l="l" t="t" r="r" b="b"/>
              <a:pathLst>
                <a:path w="6742" h="18772" extrusionOk="0">
                  <a:moveTo>
                    <a:pt x="172" y="0"/>
                  </a:moveTo>
                  <a:lnTo>
                    <a:pt x="1" y="18771"/>
                  </a:lnTo>
                  <a:lnTo>
                    <a:pt x="6485" y="18771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6" name="Google Shape;8656;p103"/>
            <p:cNvSpPr/>
            <p:nvPr/>
          </p:nvSpPr>
          <p:spPr>
            <a:xfrm>
              <a:off x="1922671" y="2671783"/>
              <a:ext cx="104133" cy="271291"/>
            </a:xfrm>
            <a:custGeom>
              <a:avLst/>
              <a:gdLst/>
              <a:ahLst/>
              <a:cxnLst/>
              <a:rect l="l" t="t" r="r" b="b"/>
              <a:pathLst>
                <a:path w="6485" h="16895" extrusionOk="0">
                  <a:moveTo>
                    <a:pt x="171" y="0"/>
                  </a:moveTo>
                  <a:lnTo>
                    <a:pt x="0" y="16894"/>
                  </a:lnTo>
                  <a:lnTo>
                    <a:pt x="6485" y="16894"/>
                  </a:lnTo>
                  <a:lnTo>
                    <a:pt x="5546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7" name="Google Shape;8657;p103"/>
            <p:cNvSpPr/>
            <p:nvPr/>
          </p:nvSpPr>
          <p:spPr>
            <a:xfrm>
              <a:off x="1989808" y="2641644"/>
              <a:ext cx="147970" cy="301431"/>
            </a:xfrm>
            <a:custGeom>
              <a:avLst/>
              <a:gdLst/>
              <a:ahLst/>
              <a:cxnLst/>
              <a:rect l="l" t="t" r="r" b="b"/>
              <a:pathLst>
                <a:path w="9215" h="18772" extrusionOk="0">
                  <a:moveTo>
                    <a:pt x="0" y="0"/>
                  </a:moveTo>
                  <a:lnTo>
                    <a:pt x="853" y="18771"/>
                  </a:lnTo>
                  <a:lnTo>
                    <a:pt x="9215" y="18771"/>
                  </a:lnTo>
                  <a:lnTo>
                    <a:pt x="8916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8" name="Google Shape;8658;p103"/>
            <p:cNvSpPr/>
            <p:nvPr/>
          </p:nvSpPr>
          <p:spPr>
            <a:xfrm>
              <a:off x="1793200" y="2641644"/>
              <a:ext cx="58931" cy="301431"/>
            </a:xfrm>
            <a:custGeom>
              <a:avLst/>
              <a:gdLst/>
              <a:ahLst/>
              <a:cxnLst/>
              <a:rect l="l" t="t" r="r" b="b"/>
              <a:pathLst>
                <a:path w="3670" h="18772" extrusionOk="0">
                  <a:moveTo>
                    <a:pt x="1" y="0"/>
                  </a:moveTo>
                  <a:lnTo>
                    <a:pt x="129" y="18771"/>
                  </a:lnTo>
                  <a:lnTo>
                    <a:pt x="3669" y="18771"/>
                  </a:lnTo>
                  <a:lnTo>
                    <a:pt x="2901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9" name="Google Shape;8659;p103"/>
            <p:cNvSpPr/>
            <p:nvPr/>
          </p:nvSpPr>
          <p:spPr>
            <a:xfrm>
              <a:off x="1858281" y="2671783"/>
              <a:ext cx="77413" cy="271291"/>
            </a:xfrm>
            <a:custGeom>
              <a:avLst/>
              <a:gdLst/>
              <a:ahLst/>
              <a:cxnLst/>
              <a:rect l="l" t="t" r="r" b="b"/>
              <a:pathLst>
                <a:path w="4821" h="16895" extrusionOk="0">
                  <a:moveTo>
                    <a:pt x="0" y="0"/>
                  </a:moveTo>
                  <a:lnTo>
                    <a:pt x="214" y="16894"/>
                  </a:lnTo>
                  <a:lnTo>
                    <a:pt x="4821" y="16894"/>
                  </a:lnTo>
                  <a:lnTo>
                    <a:pt x="4437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0" name="Google Shape;8660;p103"/>
            <p:cNvSpPr/>
            <p:nvPr/>
          </p:nvSpPr>
          <p:spPr>
            <a:xfrm>
              <a:off x="1952121" y="2641644"/>
              <a:ext cx="78120" cy="301431"/>
            </a:xfrm>
            <a:custGeom>
              <a:avLst/>
              <a:gdLst/>
              <a:ahLst/>
              <a:cxnLst/>
              <a:rect l="l" t="t" r="r" b="b"/>
              <a:pathLst>
                <a:path w="4865" h="18772" extrusionOk="0">
                  <a:moveTo>
                    <a:pt x="129" y="0"/>
                  </a:moveTo>
                  <a:lnTo>
                    <a:pt x="1" y="18771"/>
                  </a:lnTo>
                  <a:lnTo>
                    <a:pt x="4395" y="18771"/>
                  </a:lnTo>
                  <a:lnTo>
                    <a:pt x="4864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1" name="Google Shape;8661;p103"/>
            <p:cNvSpPr/>
            <p:nvPr/>
          </p:nvSpPr>
          <p:spPr>
            <a:xfrm>
              <a:off x="1805532" y="2885509"/>
              <a:ext cx="31521" cy="18514"/>
            </a:xfrm>
            <a:custGeom>
              <a:avLst/>
              <a:gdLst/>
              <a:ahLst/>
              <a:cxnLst/>
              <a:rect l="l" t="t" r="r" b="b"/>
              <a:pathLst>
                <a:path w="1963" h="1153" extrusionOk="0">
                  <a:moveTo>
                    <a:pt x="0" y="1"/>
                  </a:moveTo>
                  <a:lnTo>
                    <a:pt x="0" y="1152"/>
                  </a:lnTo>
                  <a:lnTo>
                    <a:pt x="1963" y="1152"/>
                  </a:lnTo>
                  <a:lnTo>
                    <a:pt x="1963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2" name="Google Shape;8662;p103"/>
            <p:cNvSpPr/>
            <p:nvPr/>
          </p:nvSpPr>
          <p:spPr>
            <a:xfrm>
              <a:off x="1805532" y="2915649"/>
              <a:ext cx="31521" cy="18514"/>
            </a:xfrm>
            <a:custGeom>
              <a:avLst/>
              <a:gdLst/>
              <a:ahLst/>
              <a:cxnLst/>
              <a:rect l="l" t="t" r="r" b="b"/>
              <a:pathLst>
                <a:path w="1963" h="1153" extrusionOk="0">
                  <a:moveTo>
                    <a:pt x="0" y="1"/>
                  </a:moveTo>
                  <a:lnTo>
                    <a:pt x="0" y="1152"/>
                  </a:lnTo>
                  <a:lnTo>
                    <a:pt x="1963" y="1152"/>
                  </a:lnTo>
                  <a:lnTo>
                    <a:pt x="1963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3" name="Google Shape;8663;p103"/>
            <p:cNvSpPr/>
            <p:nvPr/>
          </p:nvSpPr>
          <p:spPr>
            <a:xfrm>
              <a:off x="1816499" y="2853314"/>
              <a:ext cx="4801" cy="20570"/>
            </a:xfrm>
            <a:custGeom>
              <a:avLst/>
              <a:gdLst/>
              <a:ahLst/>
              <a:cxnLst/>
              <a:rect l="l" t="t" r="r" b="b"/>
              <a:pathLst>
                <a:path w="299" h="1281" extrusionOk="0">
                  <a:moveTo>
                    <a:pt x="0" y="0"/>
                  </a:moveTo>
                  <a:lnTo>
                    <a:pt x="0" y="1280"/>
                  </a:lnTo>
                  <a:lnTo>
                    <a:pt x="299" y="128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4" name="Google Shape;8664;p103"/>
            <p:cNvSpPr/>
            <p:nvPr/>
          </p:nvSpPr>
          <p:spPr>
            <a:xfrm>
              <a:off x="1898697" y="2853314"/>
              <a:ext cx="5492" cy="20570"/>
            </a:xfrm>
            <a:custGeom>
              <a:avLst/>
              <a:gdLst/>
              <a:ahLst/>
              <a:cxnLst/>
              <a:rect l="l" t="t" r="r" b="b"/>
              <a:pathLst>
                <a:path w="342" h="1281" extrusionOk="0">
                  <a:moveTo>
                    <a:pt x="0" y="0"/>
                  </a:moveTo>
                  <a:lnTo>
                    <a:pt x="0" y="1280"/>
                  </a:lnTo>
                  <a:lnTo>
                    <a:pt x="342" y="1280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5" name="Google Shape;8665;p103"/>
            <p:cNvSpPr/>
            <p:nvPr/>
          </p:nvSpPr>
          <p:spPr>
            <a:xfrm>
              <a:off x="1888420" y="2853314"/>
              <a:ext cx="4817" cy="20570"/>
            </a:xfrm>
            <a:custGeom>
              <a:avLst/>
              <a:gdLst/>
              <a:ahLst/>
              <a:cxnLst/>
              <a:rect l="l" t="t" r="r" b="b"/>
              <a:pathLst>
                <a:path w="300" h="1281" extrusionOk="0">
                  <a:moveTo>
                    <a:pt x="0" y="0"/>
                  </a:moveTo>
                  <a:lnTo>
                    <a:pt x="0" y="1280"/>
                  </a:lnTo>
                  <a:lnTo>
                    <a:pt x="299" y="1280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6" name="Google Shape;8666;p103"/>
            <p:cNvSpPr/>
            <p:nvPr/>
          </p:nvSpPr>
          <p:spPr>
            <a:xfrm>
              <a:off x="1867176" y="2885509"/>
              <a:ext cx="56876" cy="18514"/>
            </a:xfrm>
            <a:custGeom>
              <a:avLst/>
              <a:gdLst/>
              <a:ahLst/>
              <a:cxnLst/>
              <a:rect l="l" t="t" r="r" b="b"/>
              <a:pathLst>
                <a:path w="3542" h="1153" extrusionOk="0">
                  <a:moveTo>
                    <a:pt x="1" y="1"/>
                  </a:moveTo>
                  <a:lnTo>
                    <a:pt x="1" y="1152"/>
                  </a:lnTo>
                  <a:lnTo>
                    <a:pt x="3542" y="1152"/>
                  </a:lnTo>
                  <a:lnTo>
                    <a:pt x="3542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7" name="Google Shape;8667;p103"/>
            <p:cNvSpPr/>
            <p:nvPr/>
          </p:nvSpPr>
          <p:spPr>
            <a:xfrm>
              <a:off x="1867176" y="2915649"/>
              <a:ext cx="56876" cy="18514"/>
            </a:xfrm>
            <a:custGeom>
              <a:avLst/>
              <a:gdLst/>
              <a:ahLst/>
              <a:cxnLst/>
              <a:rect l="l" t="t" r="r" b="b"/>
              <a:pathLst>
                <a:path w="3542" h="1153" extrusionOk="0">
                  <a:moveTo>
                    <a:pt x="1" y="1"/>
                  </a:moveTo>
                  <a:lnTo>
                    <a:pt x="1" y="1152"/>
                  </a:lnTo>
                  <a:lnTo>
                    <a:pt x="3542" y="1152"/>
                  </a:lnTo>
                  <a:lnTo>
                    <a:pt x="3542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8" name="Google Shape;8668;p103"/>
            <p:cNvSpPr/>
            <p:nvPr/>
          </p:nvSpPr>
          <p:spPr>
            <a:xfrm>
              <a:off x="1961723" y="2648484"/>
              <a:ext cx="56860" cy="30846"/>
            </a:xfrm>
            <a:custGeom>
              <a:avLst/>
              <a:gdLst/>
              <a:ahLst/>
              <a:cxnLst/>
              <a:rect l="l" t="t" r="r" b="b"/>
              <a:pathLst>
                <a:path w="3541" h="1921" extrusionOk="0">
                  <a:moveTo>
                    <a:pt x="0" y="1"/>
                  </a:moveTo>
                  <a:lnTo>
                    <a:pt x="0" y="1835"/>
                  </a:lnTo>
                  <a:lnTo>
                    <a:pt x="3541" y="1921"/>
                  </a:lnTo>
                  <a:lnTo>
                    <a:pt x="3541" y="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9" name="Google Shape;8669;p103"/>
            <p:cNvSpPr/>
            <p:nvPr/>
          </p:nvSpPr>
          <p:spPr>
            <a:xfrm>
              <a:off x="1961033" y="2901952"/>
              <a:ext cx="50019" cy="30846"/>
            </a:xfrm>
            <a:custGeom>
              <a:avLst/>
              <a:gdLst/>
              <a:ahLst/>
              <a:cxnLst/>
              <a:rect l="l" t="t" r="r" b="b"/>
              <a:pathLst>
                <a:path w="3115" h="1921" extrusionOk="0">
                  <a:moveTo>
                    <a:pt x="0" y="0"/>
                  </a:moveTo>
                  <a:lnTo>
                    <a:pt x="0" y="1835"/>
                  </a:lnTo>
                  <a:lnTo>
                    <a:pt x="3115" y="1920"/>
                  </a:lnTo>
                  <a:lnTo>
                    <a:pt x="3115" y="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0" name="Google Shape;8670;p103"/>
            <p:cNvSpPr/>
            <p:nvPr/>
          </p:nvSpPr>
          <p:spPr>
            <a:xfrm>
              <a:off x="1883619" y="2689591"/>
              <a:ext cx="26045" cy="22416"/>
            </a:xfrm>
            <a:custGeom>
              <a:avLst/>
              <a:gdLst/>
              <a:ahLst/>
              <a:cxnLst/>
              <a:rect l="l" t="t" r="r" b="b"/>
              <a:pathLst>
                <a:path w="1622" h="1396" extrusionOk="0">
                  <a:moveTo>
                    <a:pt x="726" y="1"/>
                  </a:moveTo>
                  <a:cubicBezTo>
                    <a:pt x="299" y="1"/>
                    <a:pt x="1" y="384"/>
                    <a:pt x="1" y="768"/>
                  </a:cubicBezTo>
                  <a:cubicBezTo>
                    <a:pt x="56" y="1152"/>
                    <a:pt x="392" y="1395"/>
                    <a:pt x="728" y="1395"/>
                  </a:cubicBezTo>
                  <a:cubicBezTo>
                    <a:pt x="915" y="1395"/>
                    <a:pt x="1101" y="1320"/>
                    <a:pt x="1238" y="1152"/>
                  </a:cubicBezTo>
                  <a:cubicBezTo>
                    <a:pt x="1622" y="683"/>
                    <a:pt x="1323" y="1"/>
                    <a:pt x="726" y="1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1" name="Google Shape;8671;p103"/>
            <p:cNvSpPr/>
            <p:nvPr/>
          </p:nvSpPr>
          <p:spPr>
            <a:xfrm>
              <a:off x="1803476" y="2653285"/>
              <a:ext cx="26736" cy="22416"/>
            </a:xfrm>
            <a:custGeom>
              <a:avLst/>
              <a:gdLst/>
              <a:ahLst/>
              <a:cxnLst/>
              <a:rect l="l" t="t" r="r" b="b"/>
              <a:pathLst>
                <a:path w="1665" h="1396" extrusionOk="0">
                  <a:moveTo>
                    <a:pt x="726" y="0"/>
                  </a:moveTo>
                  <a:cubicBezTo>
                    <a:pt x="342" y="0"/>
                    <a:pt x="0" y="384"/>
                    <a:pt x="43" y="768"/>
                  </a:cubicBezTo>
                  <a:cubicBezTo>
                    <a:pt x="98" y="1152"/>
                    <a:pt x="417" y="1395"/>
                    <a:pt x="751" y="1395"/>
                  </a:cubicBezTo>
                  <a:cubicBezTo>
                    <a:pt x="937" y="1395"/>
                    <a:pt x="1128" y="1320"/>
                    <a:pt x="1280" y="1152"/>
                  </a:cubicBezTo>
                  <a:cubicBezTo>
                    <a:pt x="1664" y="683"/>
                    <a:pt x="1366" y="0"/>
                    <a:pt x="726" y="0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2" name="Google Shape;8672;p103"/>
            <p:cNvSpPr/>
            <p:nvPr/>
          </p:nvSpPr>
          <p:spPr>
            <a:xfrm>
              <a:off x="2089123" y="2657396"/>
              <a:ext cx="56201" cy="285679"/>
            </a:xfrm>
            <a:custGeom>
              <a:avLst/>
              <a:gdLst/>
              <a:ahLst/>
              <a:cxnLst/>
              <a:rect l="l" t="t" r="r" b="b"/>
              <a:pathLst>
                <a:path w="3500" h="17791" extrusionOk="0">
                  <a:moveTo>
                    <a:pt x="385" y="0"/>
                  </a:moveTo>
                  <a:lnTo>
                    <a:pt x="1" y="17790"/>
                  </a:lnTo>
                  <a:lnTo>
                    <a:pt x="3371" y="17790"/>
                  </a:lnTo>
                  <a:lnTo>
                    <a:pt x="3499" y="29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3" name="Google Shape;8673;p103"/>
            <p:cNvSpPr/>
            <p:nvPr/>
          </p:nvSpPr>
          <p:spPr>
            <a:xfrm>
              <a:off x="2056928" y="2657396"/>
              <a:ext cx="46599" cy="285679"/>
            </a:xfrm>
            <a:custGeom>
              <a:avLst/>
              <a:gdLst/>
              <a:ahLst/>
              <a:cxnLst/>
              <a:rect l="l" t="t" r="r" b="b"/>
              <a:pathLst>
                <a:path w="2902" h="17791" extrusionOk="0">
                  <a:moveTo>
                    <a:pt x="2603" y="0"/>
                  </a:moveTo>
                  <a:lnTo>
                    <a:pt x="1" y="128"/>
                  </a:lnTo>
                  <a:lnTo>
                    <a:pt x="86" y="17790"/>
                  </a:lnTo>
                  <a:lnTo>
                    <a:pt x="2902" y="17790"/>
                  </a:lnTo>
                  <a:lnTo>
                    <a:pt x="2603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4" name="Google Shape;8674;p103"/>
            <p:cNvSpPr/>
            <p:nvPr/>
          </p:nvSpPr>
          <p:spPr>
            <a:xfrm>
              <a:off x="2134341" y="2634097"/>
              <a:ext cx="124686" cy="308978"/>
            </a:xfrm>
            <a:custGeom>
              <a:avLst/>
              <a:gdLst/>
              <a:ahLst/>
              <a:cxnLst/>
              <a:rect l="l" t="t" r="r" b="b"/>
              <a:pathLst>
                <a:path w="7765" h="19242" extrusionOk="0">
                  <a:moveTo>
                    <a:pt x="1" y="1"/>
                  </a:moveTo>
                  <a:lnTo>
                    <a:pt x="385" y="19241"/>
                  </a:lnTo>
                  <a:lnTo>
                    <a:pt x="7466" y="19241"/>
                  </a:lnTo>
                  <a:lnTo>
                    <a:pt x="7765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5" name="Google Shape;8675;p103"/>
            <p:cNvSpPr/>
            <p:nvPr/>
          </p:nvSpPr>
          <p:spPr>
            <a:xfrm>
              <a:off x="2110367" y="2634097"/>
              <a:ext cx="34957" cy="308978"/>
            </a:xfrm>
            <a:custGeom>
              <a:avLst/>
              <a:gdLst/>
              <a:ahLst/>
              <a:cxnLst/>
              <a:rect l="l" t="t" r="r" b="b"/>
              <a:pathLst>
                <a:path w="2177" h="19242" extrusionOk="0">
                  <a:moveTo>
                    <a:pt x="0" y="1"/>
                  </a:moveTo>
                  <a:lnTo>
                    <a:pt x="86" y="19241"/>
                  </a:lnTo>
                  <a:lnTo>
                    <a:pt x="2176" y="19241"/>
                  </a:lnTo>
                  <a:lnTo>
                    <a:pt x="1750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6" name="Google Shape;8676;p103"/>
            <p:cNvSpPr/>
            <p:nvPr/>
          </p:nvSpPr>
          <p:spPr>
            <a:xfrm>
              <a:off x="2117898" y="2925235"/>
              <a:ext cx="20570" cy="11674"/>
            </a:xfrm>
            <a:custGeom>
              <a:avLst/>
              <a:gdLst/>
              <a:ahLst/>
              <a:cxnLst/>
              <a:rect l="l" t="t" r="r" b="b"/>
              <a:pathLst>
                <a:path w="1281" h="727" extrusionOk="0">
                  <a:moveTo>
                    <a:pt x="1" y="1"/>
                  </a:moveTo>
                  <a:lnTo>
                    <a:pt x="1" y="726"/>
                  </a:lnTo>
                  <a:lnTo>
                    <a:pt x="1281" y="726"/>
                  </a:lnTo>
                  <a:lnTo>
                    <a:pt x="1281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7" name="Google Shape;8677;p103"/>
            <p:cNvSpPr/>
            <p:nvPr/>
          </p:nvSpPr>
          <p:spPr>
            <a:xfrm>
              <a:off x="2117898" y="2645064"/>
              <a:ext cx="11658" cy="10983"/>
            </a:xfrm>
            <a:custGeom>
              <a:avLst/>
              <a:gdLst/>
              <a:ahLst/>
              <a:cxnLst/>
              <a:rect l="l" t="t" r="r" b="b"/>
              <a:pathLst>
                <a:path w="726" h="684" extrusionOk="0">
                  <a:moveTo>
                    <a:pt x="1" y="1"/>
                  </a:moveTo>
                  <a:lnTo>
                    <a:pt x="1" y="683"/>
                  </a:lnTo>
                  <a:lnTo>
                    <a:pt x="726" y="683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8" name="Google Shape;8678;p103"/>
            <p:cNvSpPr/>
            <p:nvPr/>
          </p:nvSpPr>
          <p:spPr>
            <a:xfrm>
              <a:off x="2062420" y="2918395"/>
              <a:ext cx="32211" cy="15768"/>
            </a:xfrm>
            <a:custGeom>
              <a:avLst/>
              <a:gdLst/>
              <a:ahLst/>
              <a:cxnLst/>
              <a:rect l="l" t="t" r="r" b="b"/>
              <a:pathLst>
                <a:path w="2006" h="982" extrusionOk="0">
                  <a:moveTo>
                    <a:pt x="0" y="0"/>
                  </a:moveTo>
                  <a:lnTo>
                    <a:pt x="0" y="981"/>
                  </a:lnTo>
                  <a:lnTo>
                    <a:pt x="2005" y="981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9" name="Google Shape;8679;p103"/>
            <p:cNvSpPr/>
            <p:nvPr/>
          </p:nvSpPr>
          <p:spPr>
            <a:xfrm>
              <a:off x="2061729" y="2666982"/>
              <a:ext cx="30156" cy="17824"/>
            </a:xfrm>
            <a:custGeom>
              <a:avLst/>
              <a:gdLst/>
              <a:ahLst/>
              <a:cxnLst/>
              <a:rect l="l" t="t" r="r" b="b"/>
              <a:pathLst>
                <a:path w="1878" h="1110" extrusionOk="0">
                  <a:moveTo>
                    <a:pt x="1878" y="1"/>
                  </a:moveTo>
                  <a:lnTo>
                    <a:pt x="1" y="86"/>
                  </a:lnTo>
                  <a:lnTo>
                    <a:pt x="1" y="1110"/>
                  </a:lnTo>
                  <a:lnTo>
                    <a:pt x="1878" y="982"/>
                  </a:lnTo>
                  <a:lnTo>
                    <a:pt x="1878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0" name="Google Shape;8680;p103"/>
            <p:cNvSpPr/>
            <p:nvPr/>
          </p:nvSpPr>
          <p:spPr>
            <a:xfrm>
              <a:off x="2121335" y="2906062"/>
              <a:ext cx="8912" cy="10967"/>
            </a:xfrm>
            <a:custGeom>
              <a:avLst/>
              <a:gdLst/>
              <a:ahLst/>
              <a:cxnLst/>
              <a:rect l="l" t="t" r="r" b="b"/>
              <a:pathLst>
                <a:path w="555" h="683" extrusionOk="0">
                  <a:moveTo>
                    <a:pt x="0" y="0"/>
                  </a:moveTo>
                  <a:lnTo>
                    <a:pt x="0" y="683"/>
                  </a:lnTo>
                  <a:lnTo>
                    <a:pt x="555" y="683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1" name="Google Shape;8681;p103"/>
            <p:cNvSpPr/>
            <p:nvPr/>
          </p:nvSpPr>
          <p:spPr>
            <a:xfrm>
              <a:off x="819103" y="3055397"/>
              <a:ext cx="137693" cy="302796"/>
            </a:xfrm>
            <a:custGeom>
              <a:avLst/>
              <a:gdLst/>
              <a:ahLst/>
              <a:cxnLst/>
              <a:rect l="l" t="t" r="r" b="b"/>
              <a:pathLst>
                <a:path w="8575" h="18857" extrusionOk="0">
                  <a:moveTo>
                    <a:pt x="256" y="0"/>
                  </a:moveTo>
                  <a:lnTo>
                    <a:pt x="0" y="18856"/>
                  </a:lnTo>
                  <a:lnTo>
                    <a:pt x="8234" y="18856"/>
                  </a:lnTo>
                  <a:lnTo>
                    <a:pt x="8575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2" name="Google Shape;8682;p103"/>
            <p:cNvSpPr/>
            <p:nvPr/>
          </p:nvSpPr>
          <p:spPr>
            <a:xfrm>
              <a:off x="930077" y="3085537"/>
              <a:ext cx="132217" cy="272656"/>
            </a:xfrm>
            <a:custGeom>
              <a:avLst/>
              <a:gdLst/>
              <a:ahLst/>
              <a:cxnLst/>
              <a:rect l="l" t="t" r="r" b="b"/>
              <a:pathLst>
                <a:path w="8234" h="16980" extrusionOk="0">
                  <a:moveTo>
                    <a:pt x="256" y="0"/>
                  </a:moveTo>
                  <a:lnTo>
                    <a:pt x="0" y="16979"/>
                  </a:lnTo>
                  <a:lnTo>
                    <a:pt x="8234" y="16979"/>
                  </a:lnTo>
                  <a:lnTo>
                    <a:pt x="7039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3" name="Google Shape;8683;p103"/>
            <p:cNvSpPr/>
            <p:nvPr/>
          </p:nvSpPr>
          <p:spPr>
            <a:xfrm>
              <a:off x="1015021" y="3055397"/>
              <a:ext cx="187022" cy="302796"/>
            </a:xfrm>
            <a:custGeom>
              <a:avLst/>
              <a:gdLst/>
              <a:ahLst/>
              <a:cxnLst/>
              <a:rect l="l" t="t" r="r" b="b"/>
              <a:pathLst>
                <a:path w="11647" h="18857" extrusionOk="0">
                  <a:moveTo>
                    <a:pt x="0" y="0"/>
                  </a:moveTo>
                  <a:lnTo>
                    <a:pt x="1067" y="18856"/>
                  </a:lnTo>
                  <a:lnTo>
                    <a:pt x="11646" y="18856"/>
                  </a:lnTo>
                  <a:lnTo>
                    <a:pt x="11263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4" name="Google Shape;8684;p103"/>
            <p:cNvSpPr/>
            <p:nvPr/>
          </p:nvSpPr>
          <p:spPr>
            <a:xfrm>
              <a:off x="1145167" y="3078681"/>
              <a:ext cx="151406" cy="279513"/>
            </a:xfrm>
            <a:custGeom>
              <a:avLst/>
              <a:gdLst/>
              <a:ahLst/>
              <a:cxnLst/>
              <a:rect l="l" t="t" r="r" b="b"/>
              <a:pathLst>
                <a:path w="9429" h="17407" extrusionOk="0">
                  <a:moveTo>
                    <a:pt x="555" y="1"/>
                  </a:moveTo>
                  <a:lnTo>
                    <a:pt x="1" y="17406"/>
                  </a:lnTo>
                  <a:lnTo>
                    <a:pt x="9429" y="17406"/>
                  </a:lnTo>
                  <a:lnTo>
                    <a:pt x="8917" y="1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5" name="Google Shape;8685;p103"/>
            <p:cNvSpPr/>
            <p:nvPr/>
          </p:nvSpPr>
          <p:spPr>
            <a:xfrm>
              <a:off x="766355" y="3055397"/>
              <a:ext cx="74683" cy="302796"/>
            </a:xfrm>
            <a:custGeom>
              <a:avLst/>
              <a:gdLst/>
              <a:ahLst/>
              <a:cxnLst/>
              <a:rect l="l" t="t" r="r" b="b"/>
              <a:pathLst>
                <a:path w="4651" h="18857" extrusionOk="0">
                  <a:moveTo>
                    <a:pt x="0" y="0"/>
                  </a:moveTo>
                  <a:lnTo>
                    <a:pt x="214" y="18856"/>
                  </a:lnTo>
                  <a:lnTo>
                    <a:pt x="4650" y="18856"/>
                  </a:lnTo>
                  <a:lnTo>
                    <a:pt x="3669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6" name="Google Shape;8686;p103"/>
            <p:cNvSpPr/>
            <p:nvPr/>
          </p:nvSpPr>
          <p:spPr>
            <a:xfrm>
              <a:off x="849243" y="3085537"/>
              <a:ext cx="97967" cy="272656"/>
            </a:xfrm>
            <a:custGeom>
              <a:avLst/>
              <a:gdLst/>
              <a:ahLst/>
              <a:cxnLst/>
              <a:rect l="l" t="t" r="r" b="b"/>
              <a:pathLst>
                <a:path w="6101" h="16980" extrusionOk="0">
                  <a:moveTo>
                    <a:pt x="0" y="0"/>
                  </a:moveTo>
                  <a:lnTo>
                    <a:pt x="256" y="16979"/>
                  </a:lnTo>
                  <a:lnTo>
                    <a:pt x="6101" y="16979"/>
                  </a:lnTo>
                  <a:lnTo>
                    <a:pt x="5546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7" name="Google Shape;8687;p103"/>
            <p:cNvSpPr/>
            <p:nvPr/>
          </p:nvSpPr>
          <p:spPr>
            <a:xfrm>
              <a:off x="967057" y="3055397"/>
              <a:ext cx="98657" cy="302796"/>
            </a:xfrm>
            <a:custGeom>
              <a:avLst/>
              <a:gdLst/>
              <a:ahLst/>
              <a:cxnLst/>
              <a:rect l="l" t="t" r="r" b="b"/>
              <a:pathLst>
                <a:path w="6144" h="18857" extrusionOk="0">
                  <a:moveTo>
                    <a:pt x="214" y="0"/>
                  </a:moveTo>
                  <a:lnTo>
                    <a:pt x="1" y="18856"/>
                  </a:lnTo>
                  <a:lnTo>
                    <a:pt x="5589" y="18856"/>
                  </a:lnTo>
                  <a:lnTo>
                    <a:pt x="6144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8" name="Google Shape;8688;p103"/>
            <p:cNvSpPr/>
            <p:nvPr/>
          </p:nvSpPr>
          <p:spPr>
            <a:xfrm>
              <a:off x="1084197" y="3078681"/>
              <a:ext cx="78120" cy="279513"/>
            </a:xfrm>
            <a:custGeom>
              <a:avLst/>
              <a:gdLst/>
              <a:ahLst/>
              <a:cxnLst/>
              <a:rect l="l" t="t" r="r" b="b"/>
              <a:pathLst>
                <a:path w="4865" h="17407" extrusionOk="0">
                  <a:moveTo>
                    <a:pt x="4395" y="1"/>
                  </a:moveTo>
                  <a:lnTo>
                    <a:pt x="1" y="513"/>
                  </a:lnTo>
                  <a:lnTo>
                    <a:pt x="1" y="17406"/>
                  </a:lnTo>
                  <a:lnTo>
                    <a:pt x="4864" y="17406"/>
                  </a:lnTo>
                  <a:lnTo>
                    <a:pt x="4395" y="1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9" name="Google Shape;8689;p103"/>
            <p:cNvSpPr/>
            <p:nvPr/>
          </p:nvSpPr>
          <p:spPr>
            <a:xfrm>
              <a:off x="1230111" y="3147872"/>
              <a:ext cx="62351" cy="210321"/>
            </a:xfrm>
            <a:custGeom>
              <a:avLst/>
              <a:gdLst/>
              <a:ahLst/>
              <a:cxnLst/>
              <a:rect l="l" t="t" r="r" b="b"/>
              <a:pathLst>
                <a:path w="3883" h="13098" extrusionOk="0">
                  <a:moveTo>
                    <a:pt x="214" y="1"/>
                  </a:moveTo>
                  <a:lnTo>
                    <a:pt x="1" y="13097"/>
                  </a:lnTo>
                  <a:lnTo>
                    <a:pt x="3456" y="13097"/>
                  </a:lnTo>
                  <a:lnTo>
                    <a:pt x="3883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0" name="Google Shape;8690;p103"/>
            <p:cNvSpPr/>
            <p:nvPr/>
          </p:nvSpPr>
          <p:spPr>
            <a:xfrm>
              <a:off x="1173252" y="3147872"/>
              <a:ext cx="74009" cy="210321"/>
            </a:xfrm>
            <a:custGeom>
              <a:avLst/>
              <a:gdLst/>
              <a:ahLst/>
              <a:cxnLst/>
              <a:rect l="l" t="t" r="r" b="b"/>
              <a:pathLst>
                <a:path w="4609" h="13098" extrusionOk="0">
                  <a:moveTo>
                    <a:pt x="1" y="1"/>
                  </a:moveTo>
                  <a:lnTo>
                    <a:pt x="470" y="13097"/>
                  </a:lnTo>
                  <a:lnTo>
                    <a:pt x="4608" y="13097"/>
                  </a:lnTo>
                  <a:lnTo>
                    <a:pt x="4395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1" name="Google Shape;8691;p103"/>
            <p:cNvSpPr/>
            <p:nvPr/>
          </p:nvSpPr>
          <p:spPr>
            <a:xfrm>
              <a:off x="1295192" y="3071840"/>
              <a:ext cx="69882" cy="286353"/>
            </a:xfrm>
            <a:custGeom>
              <a:avLst/>
              <a:gdLst/>
              <a:ahLst/>
              <a:cxnLst/>
              <a:rect l="l" t="t" r="r" b="b"/>
              <a:pathLst>
                <a:path w="4352" h="17833" extrusionOk="0">
                  <a:moveTo>
                    <a:pt x="470" y="0"/>
                  </a:moveTo>
                  <a:lnTo>
                    <a:pt x="0" y="17832"/>
                  </a:lnTo>
                  <a:lnTo>
                    <a:pt x="4224" y="17832"/>
                  </a:lnTo>
                  <a:lnTo>
                    <a:pt x="4352" y="299"/>
                  </a:lnTo>
                  <a:lnTo>
                    <a:pt x="470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2" name="Google Shape;8692;p103"/>
            <p:cNvSpPr/>
            <p:nvPr/>
          </p:nvSpPr>
          <p:spPr>
            <a:xfrm>
              <a:off x="1254085" y="3071840"/>
              <a:ext cx="58931" cy="286353"/>
            </a:xfrm>
            <a:custGeom>
              <a:avLst/>
              <a:gdLst/>
              <a:ahLst/>
              <a:cxnLst/>
              <a:rect l="l" t="t" r="r" b="b"/>
              <a:pathLst>
                <a:path w="3670" h="17833" extrusionOk="0">
                  <a:moveTo>
                    <a:pt x="3286" y="0"/>
                  </a:moveTo>
                  <a:lnTo>
                    <a:pt x="1" y="86"/>
                  </a:lnTo>
                  <a:lnTo>
                    <a:pt x="129" y="17832"/>
                  </a:lnTo>
                  <a:lnTo>
                    <a:pt x="3669" y="17832"/>
                  </a:lnTo>
                  <a:lnTo>
                    <a:pt x="3286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3" name="Google Shape;8693;p103"/>
            <p:cNvSpPr/>
            <p:nvPr/>
          </p:nvSpPr>
          <p:spPr>
            <a:xfrm>
              <a:off x="1352052" y="3047866"/>
              <a:ext cx="157572" cy="310327"/>
            </a:xfrm>
            <a:custGeom>
              <a:avLst/>
              <a:gdLst/>
              <a:ahLst/>
              <a:cxnLst/>
              <a:rect l="l" t="t" r="r" b="b"/>
              <a:pathLst>
                <a:path w="9813" h="19326" extrusionOk="0">
                  <a:moveTo>
                    <a:pt x="0" y="0"/>
                  </a:moveTo>
                  <a:lnTo>
                    <a:pt x="427" y="19325"/>
                  </a:lnTo>
                  <a:lnTo>
                    <a:pt x="9428" y="19325"/>
                  </a:lnTo>
                  <a:lnTo>
                    <a:pt x="9812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4" name="Google Shape;8694;p103"/>
            <p:cNvSpPr/>
            <p:nvPr/>
          </p:nvSpPr>
          <p:spPr>
            <a:xfrm>
              <a:off x="1321221" y="3047866"/>
              <a:ext cx="44544" cy="310327"/>
            </a:xfrm>
            <a:custGeom>
              <a:avLst/>
              <a:gdLst/>
              <a:ahLst/>
              <a:cxnLst/>
              <a:rect l="l" t="t" r="r" b="b"/>
              <a:pathLst>
                <a:path w="2774" h="19326" extrusionOk="0">
                  <a:moveTo>
                    <a:pt x="0" y="0"/>
                  </a:moveTo>
                  <a:lnTo>
                    <a:pt x="128" y="19325"/>
                  </a:lnTo>
                  <a:lnTo>
                    <a:pt x="2773" y="19325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5" name="Google Shape;8695;p103"/>
            <p:cNvSpPr/>
            <p:nvPr/>
          </p:nvSpPr>
          <p:spPr>
            <a:xfrm>
              <a:off x="1438361" y="3056762"/>
              <a:ext cx="170579" cy="301431"/>
            </a:xfrm>
            <a:custGeom>
              <a:avLst/>
              <a:gdLst/>
              <a:ahLst/>
              <a:cxnLst/>
              <a:rect l="l" t="t" r="r" b="b"/>
              <a:pathLst>
                <a:path w="10623" h="18772" extrusionOk="0">
                  <a:moveTo>
                    <a:pt x="1110" y="1"/>
                  </a:moveTo>
                  <a:lnTo>
                    <a:pt x="0" y="18771"/>
                  </a:lnTo>
                  <a:lnTo>
                    <a:pt x="10324" y="18771"/>
                  </a:lnTo>
                  <a:lnTo>
                    <a:pt x="10623" y="1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6" name="Google Shape;8696;p103"/>
            <p:cNvSpPr/>
            <p:nvPr/>
          </p:nvSpPr>
          <p:spPr>
            <a:xfrm>
              <a:off x="1377391" y="3056762"/>
              <a:ext cx="89071" cy="301431"/>
            </a:xfrm>
            <a:custGeom>
              <a:avLst/>
              <a:gdLst/>
              <a:ahLst/>
              <a:cxnLst/>
              <a:rect l="l" t="t" r="r" b="b"/>
              <a:pathLst>
                <a:path w="5547" h="18772" extrusionOk="0">
                  <a:moveTo>
                    <a:pt x="4949" y="1"/>
                  </a:moveTo>
                  <a:lnTo>
                    <a:pt x="1" y="427"/>
                  </a:lnTo>
                  <a:lnTo>
                    <a:pt x="129" y="18771"/>
                  </a:lnTo>
                  <a:lnTo>
                    <a:pt x="5546" y="18771"/>
                  </a:lnTo>
                  <a:lnTo>
                    <a:pt x="494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7" name="Google Shape;8697;p103"/>
            <p:cNvSpPr/>
            <p:nvPr/>
          </p:nvSpPr>
          <p:spPr>
            <a:xfrm>
              <a:off x="782107" y="3300627"/>
              <a:ext cx="40433" cy="18514"/>
            </a:xfrm>
            <a:custGeom>
              <a:avLst/>
              <a:gdLst/>
              <a:ahLst/>
              <a:cxnLst/>
              <a:rect l="l" t="t" r="r" b="b"/>
              <a:pathLst>
                <a:path w="2518" h="1153" extrusionOk="0">
                  <a:moveTo>
                    <a:pt x="0" y="1"/>
                  </a:moveTo>
                  <a:lnTo>
                    <a:pt x="0" y="1153"/>
                  </a:lnTo>
                  <a:lnTo>
                    <a:pt x="2517" y="1153"/>
                  </a:lnTo>
                  <a:lnTo>
                    <a:pt x="2517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8" name="Google Shape;8698;p103"/>
            <p:cNvSpPr/>
            <p:nvPr/>
          </p:nvSpPr>
          <p:spPr>
            <a:xfrm>
              <a:off x="782107" y="3330783"/>
              <a:ext cx="40433" cy="18498"/>
            </a:xfrm>
            <a:custGeom>
              <a:avLst/>
              <a:gdLst/>
              <a:ahLst/>
              <a:cxnLst/>
              <a:rect l="l" t="t" r="r" b="b"/>
              <a:pathLst>
                <a:path w="2518" h="1152" extrusionOk="0">
                  <a:moveTo>
                    <a:pt x="0" y="0"/>
                  </a:moveTo>
                  <a:lnTo>
                    <a:pt x="0" y="1152"/>
                  </a:lnTo>
                  <a:lnTo>
                    <a:pt x="2517" y="1152"/>
                  </a:lnTo>
                  <a:lnTo>
                    <a:pt x="2517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9" name="Google Shape;8699;p103"/>
            <p:cNvSpPr/>
            <p:nvPr/>
          </p:nvSpPr>
          <p:spPr>
            <a:xfrm>
              <a:off x="796494" y="3268432"/>
              <a:ext cx="6182" cy="20570"/>
            </a:xfrm>
            <a:custGeom>
              <a:avLst/>
              <a:gdLst/>
              <a:ahLst/>
              <a:cxnLst/>
              <a:rect l="l" t="t" r="r" b="b"/>
              <a:pathLst>
                <a:path w="385" h="1281" extrusionOk="0">
                  <a:moveTo>
                    <a:pt x="0" y="1"/>
                  </a:moveTo>
                  <a:lnTo>
                    <a:pt x="0" y="1281"/>
                  </a:lnTo>
                  <a:lnTo>
                    <a:pt x="384" y="1281"/>
                  </a:lnTo>
                  <a:lnTo>
                    <a:pt x="384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0" name="Google Shape;8700;p103"/>
            <p:cNvSpPr/>
            <p:nvPr/>
          </p:nvSpPr>
          <p:spPr>
            <a:xfrm>
              <a:off x="899937" y="3268432"/>
              <a:ext cx="6857" cy="20570"/>
            </a:xfrm>
            <a:custGeom>
              <a:avLst/>
              <a:gdLst/>
              <a:ahLst/>
              <a:cxnLst/>
              <a:rect l="l" t="t" r="r" b="b"/>
              <a:pathLst>
                <a:path w="427" h="1281" extrusionOk="0">
                  <a:moveTo>
                    <a:pt x="0" y="1"/>
                  </a:moveTo>
                  <a:lnTo>
                    <a:pt x="0" y="1281"/>
                  </a:lnTo>
                  <a:lnTo>
                    <a:pt x="427" y="1281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1" name="Google Shape;8701;p103"/>
            <p:cNvSpPr/>
            <p:nvPr/>
          </p:nvSpPr>
          <p:spPr>
            <a:xfrm>
              <a:off x="886914" y="3268432"/>
              <a:ext cx="6182" cy="20570"/>
            </a:xfrm>
            <a:custGeom>
              <a:avLst/>
              <a:gdLst/>
              <a:ahLst/>
              <a:cxnLst/>
              <a:rect l="l" t="t" r="r" b="b"/>
              <a:pathLst>
                <a:path w="385" h="1281" extrusionOk="0">
                  <a:moveTo>
                    <a:pt x="1" y="1"/>
                  </a:moveTo>
                  <a:lnTo>
                    <a:pt x="1" y="1281"/>
                  </a:lnTo>
                  <a:lnTo>
                    <a:pt x="385" y="128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2" name="Google Shape;8702;p103"/>
            <p:cNvSpPr/>
            <p:nvPr/>
          </p:nvSpPr>
          <p:spPr>
            <a:xfrm>
              <a:off x="860195" y="3300627"/>
              <a:ext cx="71954" cy="18514"/>
            </a:xfrm>
            <a:custGeom>
              <a:avLst/>
              <a:gdLst/>
              <a:ahLst/>
              <a:cxnLst/>
              <a:rect l="l" t="t" r="r" b="b"/>
              <a:pathLst>
                <a:path w="4481" h="1153" extrusionOk="0">
                  <a:moveTo>
                    <a:pt x="1" y="1"/>
                  </a:moveTo>
                  <a:lnTo>
                    <a:pt x="1" y="1153"/>
                  </a:lnTo>
                  <a:lnTo>
                    <a:pt x="4480" y="1153"/>
                  </a:lnTo>
                  <a:lnTo>
                    <a:pt x="4480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3" name="Google Shape;8703;p103"/>
            <p:cNvSpPr/>
            <p:nvPr/>
          </p:nvSpPr>
          <p:spPr>
            <a:xfrm>
              <a:off x="860195" y="3330783"/>
              <a:ext cx="71954" cy="18498"/>
            </a:xfrm>
            <a:custGeom>
              <a:avLst/>
              <a:gdLst/>
              <a:ahLst/>
              <a:cxnLst/>
              <a:rect l="l" t="t" r="r" b="b"/>
              <a:pathLst>
                <a:path w="4481" h="1152" extrusionOk="0">
                  <a:moveTo>
                    <a:pt x="1" y="0"/>
                  </a:moveTo>
                  <a:lnTo>
                    <a:pt x="1" y="1152"/>
                  </a:lnTo>
                  <a:lnTo>
                    <a:pt x="4480" y="1152"/>
                  </a:lnTo>
                  <a:lnTo>
                    <a:pt x="4480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4" name="Google Shape;8704;p103"/>
            <p:cNvSpPr/>
            <p:nvPr/>
          </p:nvSpPr>
          <p:spPr>
            <a:xfrm>
              <a:off x="1330808" y="3340370"/>
              <a:ext cx="26045" cy="11658"/>
            </a:xfrm>
            <a:custGeom>
              <a:avLst/>
              <a:gdLst/>
              <a:ahLst/>
              <a:cxnLst/>
              <a:rect l="l" t="t" r="r" b="b"/>
              <a:pathLst>
                <a:path w="1622" h="726" extrusionOk="0">
                  <a:moveTo>
                    <a:pt x="1" y="0"/>
                  </a:moveTo>
                  <a:lnTo>
                    <a:pt x="1" y="726"/>
                  </a:lnTo>
                  <a:lnTo>
                    <a:pt x="1622" y="726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5" name="Google Shape;8705;p103"/>
            <p:cNvSpPr/>
            <p:nvPr/>
          </p:nvSpPr>
          <p:spPr>
            <a:xfrm>
              <a:off x="1330808" y="3058817"/>
              <a:ext cx="14404" cy="11658"/>
            </a:xfrm>
            <a:custGeom>
              <a:avLst/>
              <a:gdLst/>
              <a:ahLst/>
              <a:cxnLst/>
              <a:rect l="l" t="t" r="r" b="b"/>
              <a:pathLst>
                <a:path w="897" h="726" extrusionOk="0">
                  <a:moveTo>
                    <a:pt x="1" y="1"/>
                  </a:moveTo>
                  <a:lnTo>
                    <a:pt x="1" y="726"/>
                  </a:lnTo>
                  <a:lnTo>
                    <a:pt x="897" y="726"/>
                  </a:lnTo>
                  <a:lnTo>
                    <a:pt x="897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6" name="Google Shape;8706;p103"/>
            <p:cNvSpPr/>
            <p:nvPr/>
          </p:nvSpPr>
          <p:spPr>
            <a:xfrm>
              <a:off x="1385612" y="3334204"/>
              <a:ext cx="58241" cy="16459"/>
            </a:xfrm>
            <a:custGeom>
              <a:avLst/>
              <a:gdLst/>
              <a:ahLst/>
              <a:cxnLst/>
              <a:rect l="l" t="t" r="r" b="b"/>
              <a:pathLst>
                <a:path w="3627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3627" y="1024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7" name="Google Shape;8707;p103"/>
            <p:cNvSpPr/>
            <p:nvPr/>
          </p:nvSpPr>
          <p:spPr>
            <a:xfrm>
              <a:off x="1201336" y="3192400"/>
              <a:ext cx="17824" cy="126067"/>
            </a:xfrm>
            <a:custGeom>
              <a:avLst/>
              <a:gdLst/>
              <a:ahLst/>
              <a:cxnLst/>
              <a:rect l="l" t="t" r="r" b="b"/>
              <a:pathLst>
                <a:path w="1110" h="7851" extrusionOk="0">
                  <a:moveTo>
                    <a:pt x="1" y="1"/>
                  </a:moveTo>
                  <a:lnTo>
                    <a:pt x="171" y="7850"/>
                  </a:lnTo>
                  <a:lnTo>
                    <a:pt x="1110" y="7850"/>
                  </a:lnTo>
                  <a:lnTo>
                    <a:pt x="982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8" name="Google Shape;8708;p103"/>
            <p:cNvSpPr/>
            <p:nvPr/>
          </p:nvSpPr>
          <p:spPr>
            <a:xfrm>
              <a:off x="1189004" y="3158149"/>
              <a:ext cx="37013" cy="16459"/>
            </a:xfrm>
            <a:custGeom>
              <a:avLst/>
              <a:gdLst/>
              <a:ahLst/>
              <a:cxnLst/>
              <a:rect l="l" t="t" r="r" b="b"/>
              <a:pathLst>
                <a:path w="2305" h="1025" extrusionOk="0">
                  <a:moveTo>
                    <a:pt x="1" y="1"/>
                  </a:moveTo>
                  <a:lnTo>
                    <a:pt x="1" y="1024"/>
                  </a:lnTo>
                  <a:lnTo>
                    <a:pt x="2305" y="1024"/>
                  </a:lnTo>
                  <a:lnTo>
                    <a:pt x="2305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9" name="Google Shape;8709;p103"/>
            <p:cNvSpPr/>
            <p:nvPr/>
          </p:nvSpPr>
          <p:spPr>
            <a:xfrm>
              <a:off x="1260942" y="3333513"/>
              <a:ext cx="41107" cy="16459"/>
            </a:xfrm>
            <a:custGeom>
              <a:avLst/>
              <a:gdLst/>
              <a:ahLst/>
              <a:cxnLst/>
              <a:rect l="l" t="t" r="r" b="b"/>
              <a:pathLst>
                <a:path w="2560" h="1025" extrusionOk="0">
                  <a:moveTo>
                    <a:pt x="0" y="1"/>
                  </a:moveTo>
                  <a:lnTo>
                    <a:pt x="0" y="1025"/>
                  </a:lnTo>
                  <a:lnTo>
                    <a:pt x="2560" y="1025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0" name="Google Shape;8710;p103"/>
            <p:cNvSpPr/>
            <p:nvPr/>
          </p:nvSpPr>
          <p:spPr>
            <a:xfrm>
              <a:off x="1259561" y="3080736"/>
              <a:ext cx="38377" cy="17840"/>
            </a:xfrm>
            <a:custGeom>
              <a:avLst/>
              <a:gdLst/>
              <a:ahLst/>
              <a:cxnLst/>
              <a:rect l="l" t="t" r="r" b="b"/>
              <a:pathLst>
                <a:path w="2390" h="1111" extrusionOk="0">
                  <a:moveTo>
                    <a:pt x="2390" y="1"/>
                  </a:moveTo>
                  <a:lnTo>
                    <a:pt x="1" y="86"/>
                  </a:lnTo>
                  <a:lnTo>
                    <a:pt x="1" y="1110"/>
                  </a:lnTo>
                  <a:lnTo>
                    <a:pt x="2390" y="1025"/>
                  </a:lnTo>
                  <a:lnTo>
                    <a:pt x="2390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1" name="Google Shape;8711;p103"/>
            <p:cNvSpPr/>
            <p:nvPr/>
          </p:nvSpPr>
          <p:spPr>
            <a:xfrm>
              <a:off x="1189004" y="3333513"/>
              <a:ext cx="45234" cy="16459"/>
            </a:xfrm>
            <a:custGeom>
              <a:avLst/>
              <a:gdLst/>
              <a:ahLst/>
              <a:cxnLst/>
              <a:rect l="l" t="t" r="r" b="b"/>
              <a:pathLst>
                <a:path w="2817" h="1025" extrusionOk="0">
                  <a:moveTo>
                    <a:pt x="1" y="1"/>
                  </a:moveTo>
                  <a:lnTo>
                    <a:pt x="1" y="1025"/>
                  </a:lnTo>
                  <a:lnTo>
                    <a:pt x="2817" y="1025"/>
                  </a:lnTo>
                  <a:lnTo>
                    <a:pt x="2817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2" name="Google Shape;8712;p103"/>
            <p:cNvSpPr/>
            <p:nvPr/>
          </p:nvSpPr>
          <p:spPr>
            <a:xfrm>
              <a:off x="1092418" y="3334204"/>
              <a:ext cx="58241" cy="16459"/>
            </a:xfrm>
            <a:custGeom>
              <a:avLst/>
              <a:gdLst/>
              <a:ahLst/>
              <a:cxnLst/>
              <a:rect l="l" t="t" r="r" b="b"/>
              <a:pathLst>
                <a:path w="3627" h="1025" extrusionOk="0">
                  <a:moveTo>
                    <a:pt x="1" y="0"/>
                  </a:moveTo>
                  <a:lnTo>
                    <a:pt x="1" y="1024"/>
                  </a:lnTo>
                  <a:lnTo>
                    <a:pt x="3627" y="1024"/>
                  </a:lnTo>
                  <a:lnTo>
                    <a:pt x="3627" y="0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3" name="Google Shape;8713;p103"/>
            <p:cNvSpPr/>
            <p:nvPr/>
          </p:nvSpPr>
          <p:spPr>
            <a:xfrm>
              <a:off x="980080" y="3062254"/>
              <a:ext cx="71263" cy="31521"/>
            </a:xfrm>
            <a:custGeom>
              <a:avLst/>
              <a:gdLst/>
              <a:ahLst/>
              <a:cxnLst/>
              <a:rect l="l" t="t" r="r" b="b"/>
              <a:pathLst>
                <a:path w="4438" h="1963" extrusionOk="0">
                  <a:moveTo>
                    <a:pt x="0" y="0"/>
                  </a:moveTo>
                  <a:lnTo>
                    <a:pt x="0" y="1834"/>
                  </a:lnTo>
                  <a:lnTo>
                    <a:pt x="4437" y="1962"/>
                  </a:lnTo>
                  <a:lnTo>
                    <a:pt x="4437" y="1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4" name="Google Shape;8714;p103"/>
            <p:cNvSpPr/>
            <p:nvPr/>
          </p:nvSpPr>
          <p:spPr>
            <a:xfrm>
              <a:off x="978715" y="3317070"/>
              <a:ext cx="63026" cy="31537"/>
            </a:xfrm>
            <a:custGeom>
              <a:avLst/>
              <a:gdLst/>
              <a:ahLst/>
              <a:cxnLst/>
              <a:rect l="l" t="t" r="r" b="b"/>
              <a:pathLst>
                <a:path w="3925" h="1964" extrusionOk="0">
                  <a:moveTo>
                    <a:pt x="0" y="1"/>
                  </a:moveTo>
                  <a:lnTo>
                    <a:pt x="0" y="1835"/>
                  </a:lnTo>
                  <a:lnTo>
                    <a:pt x="3925" y="1963"/>
                  </a:lnTo>
                  <a:lnTo>
                    <a:pt x="3925" y="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5" name="Google Shape;8715;p103"/>
            <p:cNvSpPr/>
            <p:nvPr/>
          </p:nvSpPr>
          <p:spPr>
            <a:xfrm>
              <a:off x="1385612" y="3302683"/>
              <a:ext cx="58241" cy="11674"/>
            </a:xfrm>
            <a:custGeom>
              <a:avLst/>
              <a:gdLst/>
              <a:ahLst/>
              <a:cxnLst/>
              <a:rect l="l" t="t" r="r" b="b"/>
              <a:pathLst>
                <a:path w="3627" h="727" extrusionOk="0">
                  <a:moveTo>
                    <a:pt x="1" y="1"/>
                  </a:moveTo>
                  <a:lnTo>
                    <a:pt x="1" y="726"/>
                  </a:lnTo>
                  <a:lnTo>
                    <a:pt x="3627" y="726"/>
                  </a:lnTo>
                  <a:lnTo>
                    <a:pt x="3627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6" name="Google Shape;8716;p103"/>
            <p:cNvSpPr/>
            <p:nvPr/>
          </p:nvSpPr>
          <p:spPr>
            <a:xfrm>
              <a:off x="1385612" y="3071150"/>
              <a:ext cx="41123" cy="11658"/>
            </a:xfrm>
            <a:custGeom>
              <a:avLst/>
              <a:gdLst/>
              <a:ahLst/>
              <a:cxnLst/>
              <a:rect l="l" t="t" r="r" b="b"/>
              <a:pathLst>
                <a:path w="2561" h="726" extrusionOk="0">
                  <a:moveTo>
                    <a:pt x="1" y="1"/>
                  </a:moveTo>
                  <a:lnTo>
                    <a:pt x="1" y="726"/>
                  </a:lnTo>
                  <a:lnTo>
                    <a:pt x="2560" y="726"/>
                  </a:lnTo>
                  <a:lnTo>
                    <a:pt x="2560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7" name="Google Shape;8717;p103"/>
            <p:cNvSpPr/>
            <p:nvPr/>
          </p:nvSpPr>
          <p:spPr>
            <a:xfrm>
              <a:off x="1385612" y="3097869"/>
              <a:ext cx="48654" cy="11658"/>
            </a:xfrm>
            <a:custGeom>
              <a:avLst/>
              <a:gdLst/>
              <a:ahLst/>
              <a:cxnLst/>
              <a:rect l="l" t="t" r="r" b="b"/>
              <a:pathLst>
                <a:path w="3030" h="726" extrusionOk="0">
                  <a:moveTo>
                    <a:pt x="1" y="0"/>
                  </a:moveTo>
                  <a:lnTo>
                    <a:pt x="1" y="726"/>
                  </a:lnTo>
                  <a:lnTo>
                    <a:pt x="3029" y="726"/>
                  </a:lnTo>
                  <a:lnTo>
                    <a:pt x="3029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8" name="Google Shape;8718;p103"/>
            <p:cNvSpPr/>
            <p:nvPr/>
          </p:nvSpPr>
          <p:spPr>
            <a:xfrm>
              <a:off x="1411641" y="3272543"/>
              <a:ext cx="6873" cy="23315"/>
            </a:xfrm>
            <a:custGeom>
              <a:avLst/>
              <a:gdLst/>
              <a:ahLst/>
              <a:cxnLst/>
              <a:rect l="l" t="t" r="r" b="b"/>
              <a:pathLst>
                <a:path w="428" h="1452" extrusionOk="0">
                  <a:moveTo>
                    <a:pt x="1" y="1"/>
                  </a:moveTo>
                  <a:lnTo>
                    <a:pt x="1" y="1451"/>
                  </a:lnTo>
                  <a:lnTo>
                    <a:pt x="427" y="1451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9" name="Google Shape;8719;p103"/>
            <p:cNvSpPr/>
            <p:nvPr/>
          </p:nvSpPr>
          <p:spPr>
            <a:xfrm>
              <a:off x="1334918" y="3321181"/>
              <a:ext cx="11658" cy="11674"/>
            </a:xfrm>
            <a:custGeom>
              <a:avLst/>
              <a:gdLst/>
              <a:ahLst/>
              <a:cxnLst/>
              <a:rect l="l" t="t" r="r" b="b"/>
              <a:pathLst>
                <a:path w="726" h="727" extrusionOk="0">
                  <a:moveTo>
                    <a:pt x="1" y="1"/>
                  </a:moveTo>
                  <a:lnTo>
                    <a:pt x="1" y="726"/>
                  </a:lnTo>
                  <a:lnTo>
                    <a:pt x="726" y="726"/>
                  </a:lnTo>
                  <a:lnTo>
                    <a:pt x="726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0" name="Google Shape;8720;p103"/>
            <p:cNvSpPr/>
            <p:nvPr/>
          </p:nvSpPr>
          <p:spPr>
            <a:xfrm>
              <a:off x="880475" y="3103345"/>
              <a:ext cx="33849" cy="28550"/>
            </a:xfrm>
            <a:custGeom>
              <a:avLst/>
              <a:gdLst/>
              <a:ahLst/>
              <a:cxnLst/>
              <a:rect l="l" t="t" r="r" b="b"/>
              <a:pathLst>
                <a:path w="2108" h="1778" extrusionOk="0">
                  <a:moveTo>
                    <a:pt x="913" y="1"/>
                  </a:moveTo>
                  <a:cubicBezTo>
                    <a:pt x="444" y="1"/>
                    <a:pt x="60" y="342"/>
                    <a:pt x="60" y="811"/>
                  </a:cubicBezTo>
                  <a:cubicBezTo>
                    <a:pt x="1" y="1378"/>
                    <a:pt x="441" y="1778"/>
                    <a:pt x="916" y="1778"/>
                  </a:cubicBezTo>
                  <a:cubicBezTo>
                    <a:pt x="1120" y="1778"/>
                    <a:pt x="1331" y="1703"/>
                    <a:pt x="1511" y="1536"/>
                  </a:cubicBezTo>
                  <a:cubicBezTo>
                    <a:pt x="2108" y="982"/>
                    <a:pt x="1724" y="1"/>
                    <a:pt x="913" y="1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1" name="Google Shape;8721;p103"/>
            <p:cNvSpPr/>
            <p:nvPr/>
          </p:nvSpPr>
          <p:spPr>
            <a:xfrm>
              <a:off x="779779" y="3066991"/>
              <a:ext cx="33849" cy="28598"/>
            </a:xfrm>
            <a:custGeom>
              <a:avLst/>
              <a:gdLst/>
              <a:ahLst/>
              <a:cxnLst/>
              <a:rect l="l" t="t" r="r" b="b"/>
              <a:pathLst>
                <a:path w="2108" h="1781" extrusionOk="0">
                  <a:moveTo>
                    <a:pt x="848" y="0"/>
                  </a:moveTo>
                  <a:cubicBezTo>
                    <a:pt x="444" y="0"/>
                    <a:pt x="60" y="369"/>
                    <a:pt x="60" y="814"/>
                  </a:cubicBezTo>
                  <a:cubicBezTo>
                    <a:pt x="1" y="1381"/>
                    <a:pt x="441" y="1781"/>
                    <a:pt x="916" y="1781"/>
                  </a:cubicBezTo>
                  <a:cubicBezTo>
                    <a:pt x="1120" y="1781"/>
                    <a:pt x="1331" y="1706"/>
                    <a:pt x="1511" y="1539"/>
                  </a:cubicBezTo>
                  <a:cubicBezTo>
                    <a:pt x="2108" y="985"/>
                    <a:pt x="1724" y="4"/>
                    <a:pt x="913" y="4"/>
                  </a:cubicBezTo>
                  <a:cubicBezTo>
                    <a:pt x="892" y="1"/>
                    <a:pt x="870" y="0"/>
                    <a:pt x="848" y="0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2" name="Google Shape;8722;p103"/>
            <p:cNvSpPr/>
            <p:nvPr/>
          </p:nvSpPr>
          <p:spPr>
            <a:xfrm>
              <a:off x="1110916" y="3103521"/>
              <a:ext cx="13713" cy="12862"/>
            </a:xfrm>
            <a:custGeom>
              <a:avLst/>
              <a:gdLst/>
              <a:ahLst/>
              <a:cxnLst/>
              <a:rect l="l" t="t" r="r" b="b"/>
              <a:pathLst>
                <a:path w="854" h="801" extrusionOk="0">
                  <a:moveTo>
                    <a:pt x="411" y="0"/>
                  </a:moveTo>
                  <a:cubicBezTo>
                    <a:pt x="214" y="0"/>
                    <a:pt x="22" y="139"/>
                    <a:pt x="1" y="416"/>
                  </a:cubicBezTo>
                  <a:cubicBezTo>
                    <a:pt x="22" y="672"/>
                    <a:pt x="214" y="800"/>
                    <a:pt x="411" y="800"/>
                  </a:cubicBezTo>
                  <a:cubicBezTo>
                    <a:pt x="609" y="800"/>
                    <a:pt x="811" y="672"/>
                    <a:pt x="854" y="416"/>
                  </a:cubicBezTo>
                  <a:cubicBezTo>
                    <a:pt x="811" y="139"/>
                    <a:pt x="609" y="0"/>
                    <a:pt x="411" y="0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3" name="Google Shape;8723;p103"/>
            <p:cNvSpPr/>
            <p:nvPr/>
          </p:nvSpPr>
          <p:spPr>
            <a:xfrm>
              <a:off x="1111816" y="3195033"/>
              <a:ext cx="16925" cy="13569"/>
            </a:xfrm>
            <a:custGeom>
              <a:avLst/>
              <a:gdLst/>
              <a:ahLst/>
              <a:cxnLst/>
              <a:rect l="l" t="t" r="r" b="b"/>
              <a:pathLst>
                <a:path w="1054" h="845" extrusionOk="0">
                  <a:moveTo>
                    <a:pt x="392" y="1"/>
                  </a:moveTo>
                  <a:cubicBezTo>
                    <a:pt x="209" y="1"/>
                    <a:pt x="68" y="162"/>
                    <a:pt x="30" y="391"/>
                  </a:cubicBezTo>
                  <a:cubicBezTo>
                    <a:pt x="0" y="659"/>
                    <a:pt x="220" y="844"/>
                    <a:pt x="457" y="844"/>
                  </a:cubicBezTo>
                  <a:cubicBezTo>
                    <a:pt x="559" y="844"/>
                    <a:pt x="665" y="810"/>
                    <a:pt x="755" y="732"/>
                  </a:cubicBezTo>
                  <a:cubicBezTo>
                    <a:pt x="1054" y="476"/>
                    <a:pt x="840" y="7"/>
                    <a:pt x="457" y="7"/>
                  </a:cubicBezTo>
                  <a:cubicBezTo>
                    <a:pt x="435" y="3"/>
                    <a:pt x="413" y="1"/>
                    <a:pt x="392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4" name="Google Shape;8724;p103"/>
            <p:cNvSpPr/>
            <p:nvPr/>
          </p:nvSpPr>
          <p:spPr>
            <a:xfrm>
              <a:off x="1115926" y="3297801"/>
              <a:ext cx="16925" cy="13858"/>
            </a:xfrm>
            <a:custGeom>
              <a:avLst/>
              <a:gdLst/>
              <a:ahLst/>
              <a:cxnLst/>
              <a:rect l="l" t="t" r="r" b="b"/>
              <a:pathLst>
                <a:path w="1054" h="863" extrusionOk="0">
                  <a:moveTo>
                    <a:pt x="401" y="1"/>
                  </a:moveTo>
                  <a:cubicBezTo>
                    <a:pt x="208" y="1"/>
                    <a:pt x="30" y="196"/>
                    <a:pt x="30" y="390"/>
                  </a:cubicBezTo>
                  <a:cubicBezTo>
                    <a:pt x="0" y="657"/>
                    <a:pt x="218" y="862"/>
                    <a:pt x="454" y="862"/>
                  </a:cubicBezTo>
                  <a:cubicBezTo>
                    <a:pt x="557" y="862"/>
                    <a:pt x="664" y="823"/>
                    <a:pt x="755" y="732"/>
                  </a:cubicBezTo>
                  <a:cubicBezTo>
                    <a:pt x="1054" y="476"/>
                    <a:pt x="840" y="6"/>
                    <a:pt x="456" y="6"/>
                  </a:cubicBezTo>
                  <a:cubicBezTo>
                    <a:pt x="438" y="3"/>
                    <a:pt x="419" y="1"/>
                    <a:pt x="401" y="1"/>
                  </a:cubicBez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5" name="Google Shape;8725;p103"/>
            <p:cNvSpPr/>
            <p:nvPr/>
          </p:nvSpPr>
          <p:spPr>
            <a:xfrm>
              <a:off x="1534947" y="3056762"/>
              <a:ext cx="94547" cy="301431"/>
            </a:xfrm>
            <a:custGeom>
              <a:avLst/>
              <a:gdLst/>
              <a:ahLst/>
              <a:cxnLst/>
              <a:rect l="l" t="t" r="r" b="b"/>
              <a:pathLst>
                <a:path w="5888" h="18772" extrusionOk="0">
                  <a:moveTo>
                    <a:pt x="598" y="1"/>
                  </a:moveTo>
                  <a:lnTo>
                    <a:pt x="1" y="18771"/>
                  </a:lnTo>
                  <a:lnTo>
                    <a:pt x="5717" y="18771"/>
                  </a:lnTo>
                  <a:lnTo>
                    <a:pt x="5888" y="1"/>
                  </a:lnTo>
                  <a:close/>
                </a:path>
              </a:pathLst>
            </a:custGeom>
            <a:solidFill>
              <a:srgbClr val="6659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6" name="Google Shape;8726;p103"/>
            <p:cNvSpPr/>
            <p:nvPr/>
          </p:nvSpPr>
          <p:spPr>
            <a:xfrm>
              <a:off x="1500696" y="3056762"/>
              <a:ext cx="50019" cy="301431"/>
            </a:xfrm>
            <a:custGeom>
              <a:avLst/>
              <a:gdLst/>
              <a:ahLst/>
              <a:cxnLst/>
              <a:rect l="l" t="t" r="r" b="b"/>
              <a:pathLst>
                <a:path w="3115" h="18772" extrusionOk="0">
                  <a:moveTo>
                    <a:pt x="2773" y="1"/>
                  </a:moveTo>
                  <a:lnTo>
                    <a:pt x="0" y="427"/>
                  </a:lnTo>
                  <a:lnTo>
                    <a:pt x="86" y="18771"/>
                  </a:lnTo>
                  <a:lnTo>
                    <a:pt x="3115" y="18771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7" name="Google Shape;8727;p103"/>
            <p:cNvSpPr/>
            <p:nvPr/>
          </p:nvSpPr>
          <p:spPr>
            <a:xfrm>
              <a:off x="1505497" y="3334204"/>
              <a:ext cx="32211" cy="16459"/>
            </a:xfrm>
            <a:custGeom>
              <a:avLst/>
              <a:gdLst/>
              <a:ahLst/>
              <a:cxnLst/>
              <a:rect l="l" t="t" r="r" b="b"/>
              <a:pathLst>
                <a:path w="2006" h="1025" extrusionOk="0">
                  <a:moveTo>
                    <a:pt x="0" y="0"/>
                  </a:moveTo>
                  <a:lnTo>
                    <a:pt x="0" y="1024"/>
                  </a:lnTo>
                  <a:lnTo>
                    <a:pt x="2005" y="1024"/>
                  </a:lnTo>
                  <a:lnTo>
                    <a:pt x="2005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8" name="Google Shape;8728;p103"/>
            <p:cNvSpPr/>
            <p:nvPr/>
          </p:nvSpPr>
          <p:spPr>
            <a:xfrm>
              <a:off x="1505497" y="3302683"/>
              <a:ext cx="32211" cy="11674"/>
            </a:xfrm>
            <a:custGeom>
              <a:avLst/>
              <a:gdLst/>
              <a:ahLst/>
              <a:cxnLst/>
              <a:rect l="l" t="t" r="r" b="b"/>
              <a:pathLst>
                <a:path w="2006" h="727" extrusionOk="0">
                  <a:moveTo>
                    <a:pt x="0" y="1"/>
                  </a:moveTo>
                  <a:lnTo>
                    <a:pt x="0" y="726"/>
                  </a:lnTo>
                  <a:lnTo>
                    <a:pt x="2005" y="726"/>
                  </a:lnTo>
                  <a:lnTo>
                    <a:pt x="2005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9" name="Google Shape;8729;p103"/>
            <p:cNvSpPr/>
            <p:nvPr/>
          </p:nvSpPr>
          <p:spPr>
            <a:xfrm>
              <a:off x="1505497" y="3071150"/>
              <a:ext cx="22609" cy="11658"/>
            </a:xfrm>
            <a:custGeom>
              <a:avLst/>
              <a:gdLst/>
              <a:ahLst/>
              <a:cxnLst/>
              <a:rect l="l" t="t" r="r" b="b"/>
              <a:pathLst>
                <a:path w="1408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408" y="726"/>
                  </a:lnTo>
                  <a:lnTo>
                    <a:pt x="1408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0" name="Google Shape;8730;p103"/>
            <p:cNvSpPr/>
            <p:nvPr/>
          </p:nvSpPr>
          <p:spPr>
            <a:xfrm>
              <a:off x="1505497" y="3097869"/>
              <a:ext cx="27410" cy="11658"/>
            </a:xfrm>
            <a:custGeom>
              <a:avLst/>
              <a:gdLst/>
              <a:ahLst/>
              <a:cxnLst/>
              <a:rect l="l" t="t" r="r" b="b"/>
              <a:pathLst>
                <a:path w="1707" h="726" extrusionOk="0">
                  <a:moveTo>
                    <a:pt x="0" y="0"/>
                  </a:moveTo>
                  <a:lnTo>
                    <a:pt x="0" y="726"/>
                  </a:lnTo>
                  <a:lnTo>
                    <a:pt x="1707" y="726"/>
                  </a:lnTo>
                  <a:lnTo>
                    <a:pt x="1707" y="0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1" name="Google Shape;8731;p103"/>
            <p:cNvSpPr/>
            <p:nvPr/>
          </p:nvSpPr>
          <p:spPr>
            <a:xfrm>
              <a:off x="1519869" y="3272543"/>
              <a:ext cx="3452" cy="23315"/>
            </a:xfrm>
            <a:custGeom>
              <a:avLst/>
              <a:gdLst/>
              <a:ahLst/>
              <a:cxnLst/>
              <a:rect l="l" t="t" r="r" b="b"/>
              <a:pathLst>
                <a:path w="215" h="1452" extrusionOk="0">
                  <a:moveTo>
                    <a:pt x="1" y="1"/>
                  </a:moveTo>
                  <a:lnTo>
                    <a:pt x="1" y="1451"/>
                  </a:lnTo>
                  <a:lnTo>
                    <a:pt x="214" y="1451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CCB3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2" name="Google Shape;8732;p103"/>
            <p:cNvSpPr/>
            <p:nvPr/>
          </p:nvSpPr>
          <p:spPr>
            <a:xfrm>
              <a:off x="1606194" y="3055397"/>
              <a:ext cx="112354" cy="302796"/>
            </a:xfrm>
            <a:custGeom>
              <a:avLst/>
              <a:gdLst/>
              <a:ahLst/>
              <a:cxnLst/>
              <a:rect l="l" t="t" r="r" b="b"/>
              <a:pathLst>
                <a:path w="6997" h="18857" extrusionOk="0">
                  <a:moveTo>
                    <a:pt x="214" y="0"/>
                  </a:moveTo>
                  <a:lnTo>
                    <a:pt x="0" y="18856"/>
                  </a:lnTo>
                  <a:lnTo>
                    <a:pt x="6698" y="18856"/>
                  </a:lnTo>
                  <a:lnTo>
                    <a:pt x="6997" y="0"/>
                  </a:lnTo>
                  <a:close/>
                </a:path>
              </a:pathLst>
            </a:custGeom>
            <a:solidFill>
              <a:srgbClr val="E281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3" name="Google Shape;8733;p103"/>
            <p:cNvSpPr/>
            <p:nvPr/>
          </p:nvSpPr>
          <p:spPr>
            <a:xfrm>
              <a:off x="1696614" y="3085537"/>
              <a:ext cx="107569" cy="272656"/>
            </a:xfrm>
            <a:custGeom>
              <a:avLst/>
              <a:gdLst/>
              <a:ahLst/>
              <a:cxnLst/>
              <a:rect l="l" t="t" r="r" b="b"/>
              <a:pathLst>
                <a:path w="6699" h="16980" extrusionOk="0">
                  <a:moveTo>
                    <a:pt x="214" y="0"/>
                  </a:moveTo>
                  <a:lnTo>
                    <a:pt x="0" y="16979"/>
                  </a:lnTo>
                  <a:lnTo>
                    <a:pt x="6698" y="16979"/>
                  </a:lnTo>
                  <a:lnTo>
                    <a:pt x="5717" y="0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4" name="Google Shape;8734;p103"/>
            <p:cNvSpPr/>
            <p:nvPr/>
          </p:nvSpPr>
          <p:spPr>
            <a:xfrm>
              <a:off x="1765805" y="3132810"/>
              <a:ext cx="145240" cy="225383"/>
            </a:xfrm>
            <a:custGeom>
              <a:avLst/>
              <a:gdLst/>
              <a:ahLst/>
              <a:cxnLst/>
              <a:rect l="l" t="t" r="r" b="b"/>
              <a:pathLst>
                <a:path w="9045" h="14036" extrusionOk="0">
                  <a:moveTo>
                    <a:pt x="0" y="0"/>
                  </a:moveTo>
                  <a:lnTo>
                    <a:pt x="853" y="14035"/>
                  </a:lnTo>
                  <a:lnTo>
                    <a:pt x="9044" y="14035"/>
                  </a:lnTo>
                  <a:lnTo>
                    <a:pt x="8746" y="0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5" name="Google Shape;8735;p103"/>
            <p:cNvSpPr/>
            <p:nvPr/>
          </p:nvSpPr>
          <p:spPr>
            <a:xfrm>
              <a:off x="1925417" y="3034153"/>
              <a:ext cx="122631" cy="324040"/>
            </a:xfrm>
            <a:custGeom>
              <a:avLst/>
              <a:gdLst/>
              <a:ahLst/>
              <a:cxnLst/>
              <a:rect l="l" t="t" r="r" b="b"/>
              <a:pathLst>
                <a:path w="7637" h="20180" extrusionOk="0">
                  <a:moveTo>
                    <a:pt x="469" y="1"/>
                  </a:moveTo>
                  <a:lnTo>
                    <a:pt x="0" y="20179"/>
                  </a:lnTo>
                  <a:lnTo>
                    <a:pt x="7636" y="20179"/>
                  </a:lnTo>
                  <a:lnTo>
                    <a:pt x="7210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6" name="Google Shape;8736;p103"/>
            <p:cNvSpPr/>
            <p:nvPr/>
          </p:nvSpPr>
          <p:spPr>
            <a:xfrm>
              <a:off x="1563722" y="3055397"/>
              <a:ext cx="60296" cy="302796"/>
            </a:xfrm>
            <a:custGeom>
              <a:avLst/>
              <a:gdLst/>
              <a:ahLst/>
              <a:cxnLst/>
              <a:rect l="l" t="t" r="r" b="b"/>
              <a:pathLst>
                <a:path w="3755" h="18857" extrusionOk="0">
                  <a:moveTo>
                    <a:pt x="0" y="0"/>
                  </a:moveTo>
                  <a:lnTo>
                    <a:pt x="128" y="18856"/>
                  </a:lnTo>
                  <a:lnTo>
                    <a:pt x="3754" y="18856"/>
                  </a:lnTo>
                  <a:lnTo>
                    <a:pt x="2987" y="0"/>
                  </a:lnTo>
                  <a:close/>
                </a:path>
              </a:pathLst>
            </a:custGeom>
            <a:solidFill>
              <a:srgbClr val="E2A4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7" name="Google Shape;8737;p103"/>
            <p:cNvSpPr/>
            <p:nvPr/>
          </p:nvSpPr>
          <p:spPr>
            <a:xfrm>
              <a:off x="1630858" y="3085537"/>
              <a:ext cx="80159" cy="272656"/>
            </a:xfrm>
            <a:custGeom>
              <a:avLst/>
              <a:gdLst/>
              <a:ahLst/>
              <a:cxnLst/>
              <a:rect l="l" t="t" r="r" b="b"/>
              <a:pathLst>
                <a:path w="4992" h="16980" extrusionOk="0">
                  <a:moveTo>
                    <a:pt x="0" y="0"/>
                  </a:moveTo>
                  <a:lnTo>
                    <a:pt x="213" y="16979"/>
                  </a:lnTo>
                  <a:lnTo>
                    <a:pt x="4991" y="16979"/>
                  </a:lnTo>
                  <a:lnTo>
                    <a:pt x="4522" y="0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8" name="Google Shape;8738;p103"/>
            <p:cNvSpPr/>
            <p:nvPr/>
          </p:nvSpPr>
          <p:spPr>
            <a:xfrm>
              <a:off x="1728809" y="3132810"/>
              <a:ext cx="63716" cy="225383"/>
            </a:xfrm>
            <a:custGeom>
              <a:avLst/>
              <a:gdLst/>
              <a:ahLst/>
              <a:cxnLst/>
              <a:rect l="l" t="t" r="r" b="b"/>
              <a:pathLst>
                <a:path w="3968" h="14036" extrusionOk="0">
                  <a:moveTo>
                    <a:pt x="128" y="0"/>
                  </a:moveTo>
                  <a:lnTo>
                    <a:pt x="0" y="14035"/>
                  </a:lnTo>
                  <a:lnTo>
                    <a:pt x="3584" y="14035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9" name="Google Shape;8739;p103"/>
            <p:cNvSpPr/>
            <p:nvPr/>
          </p:nvSpPr>
          <p:spPr>
            <a:xfrm>
              <a:off x="1876088" y="3034153"/>
              <a:ext cx="63716" cy="324040"/>
            </a:xfrm>
            <a:custGeom>
              <a:avLst/>
              <a:gdLst/>
              <a:ahLst/>
              <a:cxnLst/>
              <a:rect l="l" t="t" r="r" b="b"/>
              <a:pathLst>
                <a:path w="3968" h="20180" extrusionOk="0">
                  <a:moveTo>
                    <a:pt x="3584" y="1"/>
                  </a:moveTo>
                  <a:lnTo>
                    <a:pt x="1" y="556"/>
                  </a:lnTo>
                  <a:lnTo>
                    <a:pt x="1" y="20179"/>
                  </a:lnTo>
                  <a:lnTo>
                    <a:pt x="3968" y="20179"/>
                  </a:lnTo>
                  <a:lnTo>
                    <a:pt x="3584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0" name="Google Shape;8740;p103"/>
            <p:cNvSpPr/>
            <p:nvPr/>
          </p:nvSpPr>
          <p:spPr>
            <a:xfrm>
              <a:off x="1994593" y="3147872"/>
              <a:ext cx="50035" cy="210321"/>
            </a:xfrm>
            <a:custGeom>
              <a:avLst/>
              <a:gdLst/>
              <a:ahLst/>
              <a:cxnLst/>
              <a:rect l="l" t="t" r="r" b="b"/>
              <a:pathLst>
                <a:path w="3116" h="13098" extrusionOk="0">
                  <a:moveTo>
                    <a:pt x="171" y="1"/>
                  </a:moveTo>
                  <a:lnTo>
                    <a:pt x="1" y="13097"/>
                  </a:lnTo>
                  <a:lnTo>
                    <a:pt x="2816" y="13097"/>
                  </a:lnTo>
                  <a:lnTo>
                    <a:pt x="3115" y="1"/>
                  </a:lnTo>
                  <a:close/>
                </a:path>
              </a:pathLst>
            </a:custGeom>
            <a:solidFill>
              <a:srgbClr val="6F51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1" name="Google Shape;8741;p103"/>
            <p:cNvSpPr/>
            <p:nvPr/>
          </p:nvSpPr>
          <p:spPr>
            <a:xfrm>
              <a:off x="1948010" y="3147872"/>
              <a:ext cx="60296" cy="210321"/>
            </a:xfrm>
            <a:custGeom>
              <a:avLst/>
              <a:gdLst/>
              <a:ahLst/>
              <a:cxnLst/>
              <a:rect l="l" t="t" r="r" b="b"/>
              <a:pathLst>
                <a:path w="3755" h="13098" extrusionOk="0">
                  <a:moveTo>
                    <a:pt x="1" y="1"/>
                  </a:moveTo>
                  <a:lnTo>
                    <a:pt x="385" y="13097"/>
                  </a:lnTo>
                  <a:lnTo>
                    <a:pt x="3755" y="13097"/>
                  </a:lnTo>
                  <a:lnTo>
                    <a:pt x="3584" y="1"/>
                  </a:lnTo>
                  <a:close/>
                </a:path>
              </a:pathLst>
            </a:custGeom>
            <a:solidFill>
              <a:srgbClr val="8563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2" name="Google Shape;8742;p103"/>
            <p:cNvSpPr/>
            <p:nvPr/>
          </p:nvSpPr>
          <p:spPr>
            <a:xfrm>
              <a:off x="2046651" y="3071840"/>
              <a:ext cx="56876" cy="286353"/>
            </a:xfrm>
            <a:custGeom>
              <a:avLst/>
              <a:gdLst/>
              <a:ahLst/>
              <a:cxnLst/>
              <a:rect l="l" t="t" r="r" b="b"/>
              <a:pathLst>
                <a:path w="3542" h="17833" extrusionOk="0">
                  <a:moveTo>
                    <a:pt x="385" y="0"/>
                  </a:moveTo>
                  <a:lnTo>
                    <a:pt x="1" y="17832"/>
                  </a:lnTo>
                  <a:lnTo>
                    <a:pt x="3457" y="17832"/>
                  </a:lnTo>
                  <a:lnTo>
                    <a:pt x="3542" y="299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A03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3" name="Google Shape;8743;p103"/>
            <p:cNvSpPr/>
            <p:nvPr/>
          </p:nvSpPr>
          <p:spPr>
            <a:xfrm>
              <a:off x="2013781" y="3071840"/>
              <a:ext cx="47964" cy="286353"/>
            </a:xfrm>
            <a:custGeom>
              <a:avLst/>
              <a:gdLst/>
              <a:ahLst/>
              <a:cxnLst/>
              <a:rect l="l" t="t" r="r" b="b"/>
              <a:pathLst>
                <a:path w="2987" h="17833" extrusionOk="0">
                  <a:moveTo>
                    <a:pt x="2645" y="0"/>
                  </a:moveTo>
                  <a:lnTo>
                    <a:pt x="0" y="86"/>
                  </a:lnTo>
                  <a:lnTo>
                    <a:pt x="86" y="17832"/>
                  </a:lnTo>
                  <a:lnTo>
                    <a:pt x="2987" y="17832"/>
                  </a:lnTo>
                  <a:lnTo>
                    <a:pt x="2645" y="0"/>
                  </a:lnTo>
                  <a:close/>
                </a:path>
              </a:pathLst>
            </a:custGeom>
            <a:solidFill>
              <a:srgbClr val="D13F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4" name="Google Shape;8744;p103"/>
            <p:cNvSpPr/>
            <p:nvPr/>
          </p:nvSpPr>
          <p:spPr>
            <a:xfrm>
              <a:off x="2106947" y="3047866"/>
              <a:ext cx="201409" cy="310327"/>
            </a:xfrm>
            <a:custGeom>
              <a:avLst/>
              <a:gdLst/>
              <a:ahLst/>
              <a:cxnLst/>
              <a:rect l="l" t="t" r="r" b="b"/>
              <a:pathLst>
                <a:path w="12543" h="19326" extrusionOk="0">
                  <a:moveTo>
                    <a:pt x="0" y="0"/>
                  </a:moveTo>
                  <a:lnTo>
                    <a:pt x="597" y="19325"/>
                  </a:lnTo>
                  <a:lnTo>
                    <a:pt x="12073" y="19325"/>
                  </a:lnTo>
                  <a:lnTo>
                    <a:pt x="12542" y="0"/>
                  </a:lnTo>
                  <a:close/>
                </a:path>
              </a:pathLst>
            </a:custGeom>
            <a:solidFill>
              <a:srgbClr val="AD15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5" name="Google Shape;8745;p103"/>
            <p:cNvSpPr/>
            <p:nvPr/>
          </p:nvSpPr>
          <p:spPr>
            <a:xfrm>
              <a:off x="2068586" y="3047866"/>
              <a:ext cx="75358" cy="310327"/>
            </a:xfrm>
            <a:custGeom>
              <a:avLst/>
              <a:gdLst/>
              <a:ahLst/>
              <a:cxnLst/>
              <a:rect l="l" t="t" r="r" b="b"/>
              <a:pathLst>
                <a:path w="4693" h="19326" extrusionOk="0">
                  <a:moveTo>
                    <a:pt x="0" y="0"/>
                  </a:moveTo>
                  <a:lnTo>
                    <a:pt x="171" y="19325"/>
                  </a:lnTo>
                  <a:lnTo>
                    <a:pt x="4693" y="19325"/>
                  </a:lnTo>
                  <a:lnTo>
                    <a:pt x="3712" y="0"/>
                  </a:lnTo>
                  <a:close/>
                </a:path>
              </a:pathLst>
            </a:custGeom>
            <a:solidFill>
              <a:srgbClr val="D827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6" name="Google Shape;8746;p103"/>
            <p:cNvSpPr/>
            <p:nvPr/>
          </p:nvSpPr>
          <p:spPr>
            <a:xfrm>
              <a:off x="1576054" y="3300627"/>
              <a:ext cx="32886" cy="18514"/>
            </a:xfrm>
            <a:custGeom>
              <a:avLst/>
              <a:gdLst/>
              <a:ahLst/>
              <a:cxnLst/>
              <a:rect l="l" t="t" r="r" b="b"/>
              <a:pathLst>
                <a:path w="2048" h="1153" extrusionOk="0">
                  <a:moveTo>
                    <a:pt x="0" y="1"/>
                  </a:moveTo>
                  <a:lnTo>
                    <a:pt x="0" y="1153"/>
                  </a:lnTo>
                  <a:lnTo>
                    <a:pt x="2048" y="1153"/>
                  </a:lnTo>
                  <a:lnTo>
                    <a:pt x="2048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7" name="Google Shape;8747;p103"/>
            <p:cNvSpPr/>
            <p:nvPr/>
          </p:nvSpPr>
          <p:spPr>
            <a:xfrm>
              <a:off x="1576054" y="3330783"/>
              <a:ext cx="32886" cy="18498"/>
            </a:xfrm>
            <a:custGeom>
              <a:avLst/>
              <a:gdLst/>
              <a:ahLst/>
              <a:cxnLst/>
              <a:rect l="l" t="t" r="r" b="b"/>
              <a:pathLst>
                <a:path w="2048" h="1152" extrusionOk="0">
                  <a:moveTo>
                    <a:pt x="0" y="0"/>
                  </a:moveTo>
                  <a:lnTo>
                    <a:pt x="0" y="1152"/>
                  </a:lnTo>
                  <a:lnTo>
                    <a:pt x="2048" y="1152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8" name="Google Shape;8748;p103"/>
            <p:cNvSpPr/>
            <p:nvPr/>
          </p:nvSpPr>
          <p:spPr>
            <a:xfrm>
              <a:off x="1587696" y="3268432"/>
              <a:ext cx="5492" cy="20570"/>
            </a:xfrm>
            <a:custGeom>
              <a:avLst/>
              <a:gdLst/>
              <a:ahLst/>
              <a:cxnLst/>
              <a:rect l="l" t="t" r="r" b="b"/>
              <a:pathLst>
                <a:path w="342" h="1281" extrusionOk="0">
                  <a:moveTo>
                    <a:pt x="0" y="1"/>
                  </a:moveTo>
                  <a:lnTo>
                    <a:pt x="0" y="1281"/>
                  </a:lnTo>
                  <a:lnTo>
                    <a:pt x="342" y="1281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9" name="Google Shape;8749;p103"/>
            <p:cNvSpPr/>
            <p:nvPr/>
          </p:nvSpPr>
          <p:spPr>
            <a:xfrm>
              <a:off x="1672640" y="3268432"/>
              <a:ext cx="4801" cy="20570"/>
            </a:xfrm>
            <a:custGeom>
              <a:avLst/>
              <a:gdLst/>
              <a:ahLst/>
              <a:cxnLst/>
              <a:rect l="l" t="t" r="r" b="b"/>
              <a:pathLst>
                <a:path w="299" h="1281" extrusionOk="0">
                  <a:moveTo>
                    <a:pt x="0" y="1"/>
                  </a:moveTo>
                  <a:lnTo>
                    <a:pt x="0" y="1281"/>
                  </a:lnTo>
                  <a:lnTo>
                    <a:pt x="299" y="1281"/>
                  </a:lnTo>
                  <a:lnTo>
                    <a:pt x="299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0" name="Google Shape;8750;p103"/>
            <p:cNvSpPr/>
            <p:nvPr/>
          </p:nvSpPr>
          <p:spPr>
            <a:xfrm>
              <a:off x="1660998" y="3268432"/>
              <a:ext cx="5492" cy="20570"/>
            </a:xfrm>
            <a:custGeom>
              <a:avLst/>
              <a:gdLst/>
              <a:ahLst/>
              <a:cxnLst/>
              <a:rect l="l" t="t" r="r" b="b"/>
              <a:pathLst>
                <a:path w="342" h="1281" extrusionOk="0">
                  <a:moveTo>
                    <a:pt x="0" y="1"/>
                  </a:moveTo>
                  <a:lnTo>
                    <a:pt x="0" y="1281"/>
                  </a:lnTo>
                  <a:lnTo>
                    <a:pt x="341" y="1281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1" name="Google Shape;8751;p103"/>
            <p:cNvSpPr/>
            <p:nvPr/>
          </p:nvSpPr>
          <p:spPr>
            <a:xfrm>
              <a:off x="1639754" y="3300627"/>
              <a:ext cx="58931" cy="18514"/>
            </a:xfrm>
            <a:custGeom>
              <a:avLst/>
              <a:gdLst/>
              <a:ahLst/>
              <a:cxnLst/>
              <a:rect l="l" t="t" r="r" b="b"/>
              <a:pathLst>
                <a:path w="3670" h="1153" extrusionOk="0">
                  <a:moveTo>
                    <a:pt x="1" y="1"/>
                  </a:moveTo>
                  <a:lnTo>
                    <a:pt x="1" y="1153"/>
                  </a:lnTo>
                  <a:lnTo>
                    <a:pt x="3669" y="1153"/>
                  </a:lnTo>
                  <a:lnTo>
                    <a:pt x="3669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2" name="Google Shape;8752;p103"/>
            <p:cNvSpPr/>
            <p:nvPr/>
          </p:nvSpPr>
          <p:spPr>
            <a:xfrm>
              <a:off x="1639754" y="3330783"/>
              <a:ext cx="58931" cy="18498"/>
            </a:xfrm>
            <a:custGeom>
              <a:avLst/>
              <a:gdLst/>
              <a:ahLst/>
              <a:cxnLst/>
              <a:rect l="l" t="t" r="r" b="b"/>
              <a:pathLst>
                <a:path w="3670" h="1152" extrusionOk="0">
                  <a:moveTo>
                    <a:pt x="1" y="0"/>
                  </a:moveTo>
                  <a:lnTo>
                    <a:pt x="1" y="1152"/>
                  </a:lnTo>
                  <a:lnTo>
                    <a:pt x="3669" y="1152"/>
                  </a:lnTo>
                  <a:lnTo>
                    <a:pt x="3669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3" name="Google Shape;8753;p103"/>
            <p:cNvSpPr/>
            <p:nvPr/>
          </p:nvSpPr>
          <p:spPr>
            <a:xfrm>
              <a:off x="2090504" y="3340370"/>
              <a:ext cx="31521" cy="11658"/>
            </a:xfrm>
            <a:custGeom>
              <a:avLst/>
              <a:gdLst/>
              <a:ahLst/>
              <a:cxnLst/>
              <a:rect l="l" t="t" r="r" b="b"/>
              <a:pathLst>
                <a:path w="1963" h="726" extrusionOk="0">
                  <a:moveTo>
                    <a:pt x="0" y="0"/>
                  </a:moveTo>
                  <a:lnTo>
                    <a:pt x="0" y="726"/>
                  </a:lnTo>
                  <a:lnTo>
                    <a:pt x="1963" y="726"/>
                  </a:lnTo>
                  <a:lnTo>
                    <a:pt x="1963" y="0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4" name="Google Shape;8754;p103"/>
            <p:cNvSpPr/>
            <p:nvPr/>
          </p:nvSpPr>
          <p:spPr>
            <a:xfrm>
              <a:off x="2090504" y="3058817"/>
              <a:ext cx="17824" cy="11658"/>
            </a:xfrm>
            <a:custGeom>
              <a:avLst/>
              <a:gdLst/>
              <a:ahLst/>
              <a:cxnLst/>
              <a:rect l="l" t="t" r="r" b="b"/>
              <a:pathLst>
                <a:path w="1110" h="726" extrusionOk="0">
                  <a:moveTo>
                    <a:pt x="0" y="1"/>
                  </a:moveTo>
                  <a:lnTo>
                    <a:pt x="0" y="726"/>
                  </a:lnTo>
                  <a:lnTo>
                    <a:pt x="1109" y="726"/>
                  </a:lnTo>
                  <a:lnTo>
                    <a:pt x="1109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5" name="Google Shape;8755;p103"/>
            <p:cNvSpPr/>
            <p:nvPr/>
          </p:nvSpPr>
          <p:spPr>
            <a:xfrm>
              <a:off x="1971309" y="3192400"/>
              <a:ext cx="14404" cy="126067"/>
            </a:xfrm>
            <a:custGeom>
              <a:avLst/>
              <a:gdLst/>
              <a:ahLst/>
              <a:cxnLst/>
              <a:rect l="l" t="t" r="r" b="b"/>
              <a:pathLst>
                <a:path w="897" h="7851" extrusionOk="0">
                  <a:moveTo>
                    <a:pt x="0" y="1"/>
                  </a:moveTo>
                  <a:lnTo>
                    <a:pt x="128" y="7850"/>
                  </a:lnTo>
                  <a:lnTo>
                    <a:pt x="896" y="7850"/>
                  </a:lnTo>
                  <a:lnTo>
                    <a:pt x="768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6" name="Google Shape;8756;p103"/>
            <p:cNvSpPr/>
            <p:nvPr/>
          </p:nvSpPr>
          <p:spPr>
            <a:xfrm>
              <a:off x="1961033" y="3158149"/>
              <a:ext cx="30156" cy="16459"/>
            </a:xfrm>
            <a:custGeom>
              <a:avLst/>
              <a:gdLst/>
              <a:ahLst/>
              <a:cxnLst/>
              <a:rect l="l" t="t" r="r" b="b"/>
              <a:pathLst>
                <a:path w="1878" h="1025" extrusionOk="0">
                  <a:moveTo>
                    <a:pt x="0" y="1"/>
                  </a:moveTo>
                  <a:lnTo>
                    <a:pt x="0" y="1024"/>
                  </a:lnTo>
                  <a:lnTo>
                    <a:pt x="1877" y="1024"/>
                  </a:lnTo>
                  <a:lnTo>
                    <a:pt x="1877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7" name="Google Shape;8757;p103"/>
            <p:cNvSpPr/>
            <p:nvPr/>
          </p:nvSpPr>
          <p:spPr>
            <a:xfrm>
              <a:off x="2019257" y="3333513"/>
              <a:ext cx="32902" cy="16459"/>
            </a:xfrm>
            <a:custGeom>
              <a:avLst/>
              <a:gdLst/>
              <a:ahLst/>
              <a:cxnLst/>
              <a:rect l="l" t="t" r="r" b="b"/>
              <a:pathLst>
                <a:path w="2049" h="1025" extrusionOk="0">
                  <a:moveTo>
                    <a:pt x="1" y="1"/>
                  </a:moveTo>
                  <a:lnTo>
                    <a:pt x="1" y="1025"/>
                  </a:lnTo>
                  <a:lnTo>
                    <a:pt x="2048" y="1025"/>
                  </a:lnTo>
                  <a:lnTo>
                    <a:pt x="2048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8" name="Google Shape;8758;p103"/>
            <p:cNvSpPr/>
            <p:nvPr/>
          </p:nvSpPr>
          <p:spPr>
            <a:xfrm>
              <a:off x="2018567" y="3080736"/>
              <a:ext cx="30846" cy="17840"/>
            </a:xfrm>
            <a:custGeom>
              <a:avLst/>
              <a:gdLst/>
              <a:ahLst/>
              <a:cxnLst/>
              <a:rect l="l" t="t" r="r" b="b"/>
              <a:pathLst>
                <a:path w="1921" h="1111" extrusionOk="0">
                  <a:moveTo>
                    <a:pt x="1921" y="1"/>
                  </a:moveTo>
                  <a:lnTo>
                    <a:pt x="1" y="86"/>
                  </a:lnTo>
                  <a:lnTo>
                    <a:pt x="1" y="1110"/>
                  </a:lnTo>
                  <a:lnTo>
                    <a:pt x="1921" y="1025"/>
                  </a:lnTo>
                  <a:lnTo>
                    <a:pt x="1921" y="1"/>
                  </a:lnTo>
                  <a:close/>
                </a:path>
              </a:pathLst>
            </a:custGeom>
            <a:solidFill>
              <a:srgbClr val="F469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9" name="Google Shape;8759;p103"/>
            <p:cNvSpPr/>
            <p:nvPr/>
          </p:nvSpPr>
          <p:spPr>
            <a:xfrm>
              <a:off x="1961033" y="3333513"/>
              <a:ext cx="36322" cy="16459"/>
            </a:xfrm>
            <a:custGeom>
              <a:avLst/>
              <a:gdLst/>
              <a:ahLst/>
              <a:cxnLst/>
              <a:rect l="l" t="t" r="r" b="b"/>
              <a:pathLst>
                <a:path w="2262" h="1025" extrusionOk="0">
                  <a:moveTo>
                    <a:pt x="0" y="1"/>
                  </a:moveTo>
                  <a:lnTo>
                    <a:pt x="0" y="1025"/>
                  </a:lnTo>
                  <a:lnTo>
                    <a:pt x="2261" y="1025"/>
                  </a:lnTo>
                  <a:lnTo>
                    <a:pt x="2261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0" name="Google Shape;8760;p103"/>
            <p:cNvSpPr/>
            <p:nvPr/>
          </p:nvSpPr>
          <p:spPr>
            <a:xfrm>
              <a:off x="1882945" y="3330093"/>
              <a:ext cx="46599" cy="19189"/>
            </a:xfrm>
            <a:custGeom>
              <a:avLst/>
              <a:gdLst/>
              <a:ahLst/>
              <a:cxnLst/>
              <a:rect l="l" t="t" r="r" b="b"/>
              <a:pathLst>
                <a:path w="2902" h="1195" extrusionOk="0">
                  <a:moveTo>
                    <a:pt x="0" y="0"/>
                  </a:moveTo>
                  <a:lnTo>
                    <a:pt x="0" y="1195"/>
                  </a:lnTo>
                  <a:lnTo>
                    <a:pt x="2901" y="1195"/>
                  </a:lnTo>
                  <a:lnTo>
                    <a:pt x="2901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1" name="Google Shape;8761;p103"/>
            <p:cNvSpPr/>
            <p:nvPr/>
          </p:nvSpPr>
          <p:spPr>
            <a:xfrm>
              <a:off x="1738395" y="3138286"/>
              <a:ext cx="32902" cy="23299"/>
            </a:xfrm>
            <a:custGeom>
              <a:avLst/>
              <a:gdLst/>
              <a:ahLst/>
              <a:cxnLst/>
              <a:rect l="l" t="t" r="r" b="b"/>
              <a:pathLst>
                <a:path w="2049" h="1451" extrusionOk="0">
                  <a:moveTo>
                    <a:pt x="1" y="0"/>
                  </a:moveTo>
                  <a:lnTo>
                    <a:pt x="1" y="1366"/>
                  </a:lnTo>
                  <a:lnTo>
                    <a:pt x="2048" y="1451"/>
                  </a:lnTo>
                  <a:lnTo>
                    <a:pt x="2048" y="8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2" name="Google Shape;8762;p103"/>
            <p:cNvSpPr/>
            <p:nvPr/>
          </p:nvSpPr>
          <p:spPr>
            <a:xfrm>
              <a:off x="1737721" y="3327347"/>
              <a:ext cx="48638" cy="23315"/>
            </a:xfrm>
            <a:custGeom>
              <a:avLst/>
              <a:gdLst/>
              <a:ahLst/>
              <a:cxnLst/>
              <a:rect l="l" t="t" r="r" b="b"/>
              <a:pathLst>
                <a:path w="3029" h="1452" extrusionOk="0">
                  <a:moveTo>
                    <a:pt x="0" y="1"/>
                  </a:moveTo>
                  <a:lnTo>
                    <a:pt x="0" y="1409"/>
                  </a:lnTo>
                  <a:lnTo>
                    <a:pt x="3029" y="1451"/>
                  </a:lnTo>
                  <a:lnTo>
                    <a:pt x="3029" y="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3" name="Google Shape;8763;p103"/>
            <p:cNvSpPr/>
            <p:nvPr/>
          </p:nvSpPr>
          <p:spPr>
            <a:xfrm>
              <a:off x="2095289" y="3321181"/>
              <a:ext cx="14404" cy="11674"/>
            </a:xfrm>
            <a:custGeom>
              <a:avLst/>
              <a:gdLst/>
              <a:ahLst/>
              <a:cxnLst/>
              <a:rect l="l" t="t" r="r" b="b"/>
              <a:pathLst>
                <a:path w="897" h="727" extrusionOk="0">
                  <a:moveTo>
                    <a:pt x="1" y="1"/>
                  </a:moveTo>
                  <a:lnTo>
                    <a:pt x="1" y="726"/>
                  </a:lnTo>
                  <a:lnTo>
                    <a:pt x="897" y="726"/>
                  </a:lnTo>
                  <a:lnTo>
                    <a:pt x="897" y="1"/>
                  </a:lnTo>
                  <a:close/>
                </a:path>
              </a:pathLst>
            </a:custGeom>
            <a:solidFill>
              <a:srgbClr val="FF7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4" name="Google Shape;8764;p103"/>
            <p:cNvSpPr/>
            <p:nvPr/>
          </p:nvSpPr>
          <p:spPr>
            <a:xfrm>
              <a:off x="1656197" y="3103345"/>
              <a:ext cx="27410" cy="23091"/>
            </a:xfrm>
            <a:custGeom>
              <a:avLst/>
              <a:gdLst/>
              <a:ahLst/>
              <a:cxnLst/>
              <a:rect l="l" t="t" r="r" b="b"/>
              <a:pathLst>
                <a:path w="1707" h="1438" extrusionOk="0">
                  <a:moveTo>
                    <a:pt x="768" y="1"/>
                  </a:moveTo>
                  <a:cubicBezTo>
                    <a:pt x="342" y="43"/>
                    <a:pt x="0" y="385"/>
                    <a:pt x="43" y="811"/>
                  </a:cubicBezTo>
                  <a:cubicBezTo>
                    <a:pt x="98" y="1195"/>
                    <a:pt x="435" y="1438"/>
                    <a:pt x="770" y="1438"/>
                  </a:cubicBezTo>
                  <a:cubicBezTo>
                    <a:pt x="957" y="1438"/>
                    <a:pt x="1143" y="1363"/>
                    <a:pt x="1280" y="1195"/>
                  </a:cubicBezTo>
                  <a:cubicBezTo>
                    <a:pt x="1707" y="726"/>
                    <a:pt x="1366" y="1"/>
                    <a:pt x="768" y="1"/>
                  </a:cubicBez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5" name="Google Shape;8765;p103"/>
            <p:cNvSpPr/>
            <p:nvPr/>
          </p:nvSpPr>
          <p:spPr>
            <a:xfrm>
              <a:off x="1574673" y="3067039"/>
              <a:ext cx="26736" cy="23091"/>
            </a:xfrm>
            <a:custGeom>
              <a:avLst/>
              <a:gdLst/>
              <a:ahLst/>
              <a:cxnLst/>
              <a:rect l="l" t="t" r="r" b="b"/>
              <a:pathLst>
                <a:path w="1665" h="1438" extrusionOk="0">
                  <a:moveTo>
                    <a:pt x="726" y="1"/>
                  </a:moveTo>
                  <a:cubicBezTo>
                    <a:pt x="299" y="43"/>
                    <a:pt x="1" y="385"/>
                    <a:pt x="1" y="811"/>
                  </a:cubicBezTo>
                  <a:cubicBezTo>
                    <a:pt x="56" y="1195"/>
                    <a:pt x="392" y="1438"/>
                    <a:pt x="739" y="1438"/>
                  </a:cubicBezTo>
                  <a:cubicBezTo>
                    <a:pt x="932" y="1438"/>
                    <a:pt x="1128" y="1363"/>
                    <a:pt x="1281" y="1195"/>
                  </a:cubicBezTo>
                  <a:cubicBezTo>
                    <a:pt x="1665" y="726"/>
                    <a:pt x="1366" y="1"/>
                    <a:pt x="726" y="1"/>
                  </a:cubicBezTo>
                  <a:close/>
                </a:path>
              </a:pathLst>
            </a:custGeom>
            <a:solidFill>
              <a:srgbClr val="F2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6" name="Google Shape;8766;p103"/>
            <p:cNvSpPr/>
            <p:nvPr/>
          </p:nvSpPr>
          <p:spPr>
            <a:xfrm>
              <a:off x="1902118" y="3062928"/>
              <a:ext cx="16459" cy="14098"/>
            </a:xfrm>
            <a:custGeom>
              <a:avLst/>
              <a:gdLst/>
              <a:ahLst/>
              <a:cxnLst/>
              <a:rect l="l" t="t" r="r" b="b"/>
              <a:pathLst>
                <a:path w="1025" h="878" extrusionOk="0">
                  <a:moveTo>
                    <a:pt x="427" y="1"/>
                  </a:moveTo>
                  <a:cubicBezTo>
                    <a:pt x="214" y="1"/>
                    <a:pt x="1" y="214"/>
                    <a:pt x="1" y="470"/>
                  </a:cubicBezTo>
                  <a:cubicBezTo>
                    <a:pt x="28" y="719"/>
                    <a:pt x="217" y="878"/>
                    <a:pt x="428" y="878"/>
                  </a:cubicBezTo>
                  <a:cubicBezTo>
                    <a:pt x="542" y="878"/>
                    <a:pt x="663" y="831"/>
                    <a:pt x="768" y="726"/>
                  </a:cubicBezTo>
                  <a:cubicBezTo>
                    <a:pt x="1024" y="470"/>
                    <a:pt x="811" y="1"/>
                    <a:pt x="427" y="1"/>
                  </a:cubicBez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7" name="Google Shape;8767;p103"/>
            <p:cNvSpPr/>
            <p:nvPr/>
          </p:nvSpPr>
          <p:spPr>
            <a:xfrm>
              <a:off x="1904173" y="3168426"/>
              <a:ext cx="16459" cy="14307"/>
            </a:xfrm>
            <a:custGeom>
              <a:avLst/>
              <a:gdLst/>
              <a:ahLst/>
              <a:cxnLst/>
              <a:rect l="l" t="t" r="r" b="b"/>
              <a:pathLst>
                <a:path w="1025" h="891" extrusionOk="0">
                  <a:moveTo>
                    <a:pt x="470" y="0"/>
                  </a:moveTo>
                  <a:cubicBezTo>
                    <a:pt x="214" y="43"/>
                    <a:pt x="1" y="214"/>
                    <a:pt x="43" y="470"/>
                  </a:cubicBezTo>
                  <a:cubicBezTo>
                    <a:pt x="43" y="728"/>
                    <a:pt x="256" y="890"/>
                    <a:pt x="473" y="890"/>
                  </a:cubicBezTo>
                  <a:cubicBezTo>
                    <a:pt x="578" y="890"/>
                    <a:pt x="685" y="852"/>
                    <a:pt x="768" y="768"/>
                  </a:cubicBezTo>
                  <a:cubicBezTo>
                    <a:pt x="1024" y="470"/>
                    <a:pt x="854" y="43"/>
                    <a:pt x="470" y="0"/>
                  </a:cubicBez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8" name="Google Shape;8768;p103"/>
            <p:cNvSpPr/>
            <p:nvPr/>
          </p:nvSpPr>
          <p:spPr>
            <a:xfrm>
              <a:off x="1908284" y="3288311"/>
              <a:ext cx="16459" cy="13617"/>
            </a:xfrm>
            <a:custGeom>
              <a:avLst/>
              <a:gdLst/>
              <a:ahLst/>
              <a:cxnLst/>
              <a:rect l="l" t="t" r="r" b="b"/>
              <a:pathLst>
                <a:path w="1025" h="848" extrusionOk="0">
                  <a:moveTo>
                    <a:pt x="427" y="0"/>
                  </a:moveTo>
                  <a:cubicBezTo>
                    <a:pt x="214" y="0"/>
                    <a:pt x="1" y="213"/>
                    <a:pt x="1" y="427"/>
                  </a:cubicBezTo>
                  <a:cubicBezTo>
                    <a:pt x="29" y="685"/>
                    <a:pt x="251" y="847"/>
                    <a:pt x="472" y="847"/>
                  </a:cubicBezTo>
                  <a:cubicBezTo>
                    <a:pt x="578" y="847"/>
                    <a:pt x="685" y="809"/>
                    <a:pt x="768" y="725"/>
                  </a:cubicBezTo>
                  <a:cubicBezTo>
                    <a:pt x="1024" y="427"/>
                    <a:pt x="811" y="0"/>
                    <a:pt x="427" y="0"/>
                  </a:cubicBezTo>
                  <a:close/>
                </a:path>
              </a:pathLst>
            </a:custGeom>
            <a:solidFill>
              <a:srgbClr val="A68B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9" name="Google Shape;8769;p103"/>
            <p:cNvSpPr/>
            <p:nvPr/>
          </p:nvSpPr>
          <p:spPr>
            <a:xfrm>
              <a:off x="2169957" y="1209941"/>
              <a:ext cx="72628" cy="2295532"/>
            </a:xfrm>
            <a:custGeom>
              <a:avLst/>
              <a:gdLst/>
              <a:ahLst/>
              <a:cxnLst/>
              <a:rect l="l" t="t" r="r" b="b"/>
              <a:pathLst>
                <a:path w="4523" h="142957" extrusionOk="0">
                  <a:moveTo>
                    <a:pt x="1" y="0"/>
                  </a:moveTo>
                  <a:lnTo>
                    <a:pt x="1" y="142957"/>
                  </a:lnTo>
                  <a:lnTo>
                    <a:pt x="4523" y="142957"/>
                  </a:lnTo>
                  <a:lnTo>
                    <a:pt x="45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0" name="Google Shape;8770;p103"/>
            <p:cNvSpPr/>
            <p:nvPr/>
          </p:nvSpPr>
          <p:spPr>
            <a:xfrm>
              <a:off x="377265" y="440658"/>
              <a:ext cx="1922870" cy="666531"/>
            </a:xfrm>
            <a:custGeom>
              <a:avLst/>
              <a:gdLst/>
              <a:ahLst/>
              <a:cxnLst/>
              <a:rect l="l" t="t" r="r" b="b"/>
              <a:pathLst>
                <a:path w="119749" h="41509" extrusionOk="0">
                  <a:moveTo>
                    <a:pt x="0" y="0"/>
                  </a:moveTo>
                  <a:lnTo>
                    <a:pt x="0" y="2602"/>
                  </a:lnTo>
                  <a:cubicBezTo>
                    <a:pt x="0" y="3925"/>
                    <a:pt x="1067" y="5034"/>
                    <a:pt x="2389" y="5034"/>
                  </a:cubicBezTo>
                  <a:cubicBezTo>
                    <a:pt x="2389" y="5759"/>
                    <a:pt x="2944" y="6314"/>
                    <a:pt x="3626" y="6356"/>
                  </a:cubicBezTo>
                  <a:cubicBezTo>
                    <a:pt x="5247" y="6484"/>
                    <a:pt x="5333" y="7935"/>
                    <a:pt x="5290" y="9983"/>
                  </a:cubicBezTo>
                  <a:cubicBezTo>
                    <a:pt x="5290" y="10409"/>
                    <a:pt x="5461" y="10879"/>
                    <a:pt x="5845" y="11134"/>
                  </a:cubicBezTo>
                  <a:cubicBezTo>
                    <a:pt x="6442" y="11604"/>
                    <a:pt x="6101" y="13054"/>
                    <a:pt x="5503" y="14163"/>
                  </a:cubicBezTo>
                  <a:cubicBezTo>
                    <a:pt x="5034" y="14974"/>
                    <a:pt x="4607" y="15912"/>
                    <a:pt x="4607" y="18174"/>
                  </a:cubicBezTo>
                  <a:cubicBezTo>
                    <a:pt x="4607" y="24018"/>
                    <a:pt x="8490" y="26834"/>
                    <a:pt x="10281" y="26834"/>
                  </a:cubicBezTo>
                  <a:lnTo>
                    <a:pt x="10281" y="26919"/>
                  </a:lnTo>
                  <a:cubicBezTo>
                    <a:pt x="10324" y="28497"/>
                    <a:pt x="11262" y="29948"/>
                    <a:pt x="12713" y="30588"/>
                  </a:cubicBezTo>
                  <a:cubicBezTo>
                    <a:pt x="15529" y="31953"/>
                    <a:pt x="15571" y="35835"/>
                    <a:pt x="15571" y="39120"/>
                  </a:cubicBezTo>
                  <a:cubicBezTo>
                    <a:pt x="15571" y="40442"/>
                    <a:pt x="16638" y="41509"/>
                    <a:pt x="17960" y="41509"/>
                  </a:cubicBezTo>
                  <a:lnTo>
                    <a:pt x="119194" y="41509"/>
                  </a:lnTo>
                  <a:lnTo>
                    <a:pt x="1197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1" name="Google Shape;8771;p103"/>
            <p:cNvSpPr/>
            <p:nvPr/>
          </p:nvSpPr>
          <p:spPr>
            <a:xfrm>
              <a:off x="377265" y="472163"/>
              <a:ext cx="1688591" cy="89071"/>
            </a:xfrm>
            <a:custGeom>
              <a:avLst/>
              <a:gdLst/>
              <a:ahLst/>
              <a:cxnLst/>
              <a:rect l="l" t="t" r="r" b="b"/>
              <a:pathLst>
                <a:path w="105159" h="5547" extrusionOk="0">
                  <a:moveTo>
                    <a:pt x="0" y="0"/>
                  </a:moveTo>
                  <a:lnTo>
                    <a:pt x="0" y="640"/>
                  </a:lnTo>
                  <a:cubicBezTo>
                    <a:pt x="0" y="1963"/>
                    <a:pt x="1067" y="3072"/>
                    <a:pt x="2389" y="3072"/>
                  </a:cubicBezTo>
                  <a:cubicBezTo>
                    <a:pt x="2389" y="3797"/>
                    <a:pt x="2944" y="4352"/>
                    <a:pt x="3626" y="4394"/>
                  </a:cubicBezTo>
                  <a:cubicBezTo>
                    <a:pt x="4309" y="4394"/>
                    <a:pt x="4949" y="4864"/>
                    <a:pt x="5119" y="5546"/>
                  </a:cubicBezTo>
                  <a:lnTo>
                    <a:pt x="105158" y="5546"/>
                  </a:lnTo>
                  <a:lnTo>
                    <a:pt x="1051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2" name="Google Shape;8772;p103"/>
            <p:cNvSpPr/>
            <p:nvPr/>
          </p:nvSpPr>
          <p:spPr>
            <a:xfrm>
              <a:off x="525910" y="868109"/>
              <a:ext cx="1702978" cy="107569"/>
            </a:xfrm>
            <a:custGeom>
              <a:avLst/>
              <a:gdLst/>
              <a:ahLst/>
              <a:cxnLst/>
              <a:rect l="l" t="t" r="r" b="b"/>
              <a:pathLst>
                <a:path w="106055" h="6699" extrusionOk="0">
                  <a:moveTo>
                    <a:pt x="0" y="0"/>
                  </a:moveTo>
                  <a:cubicBezTo>
                    <a:pt x="299" y="128"/>
                    <a:pt x="640" y="214"/>
                    <a:pt x="982" y="214"/>
                  </a:cubicBezTo>
                  <a:lnTo>
                    <a:pt x="982" y="299"/>
                  </a:lnTo>
                  <a:cubicBezTo>
                    <a:pt x="1024" y="1877"/>
                    <a:pt x="1963" y="3328"/>
                    <a:pt x="3413" y="3968"/>
                  </a:cubicBezTo>
                  <a:cubicBezTo>
                    <a:pt x="4522" y="4522"/>
                    <a:pt x="5333" y="5504"/>
                    <a:pt x="5674" y="6698"/>
                  </a:cubicBezTo>
                  <a:lnTo>
                    <a:pt x="106055" y="6698"/>
                  </a:lnTo>
                  <a:lnTo>
                    <a:pt x="1060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3" name="Google Shape;8773;p103"/>
            <p:cNvSpPr/>
            <p:nvPr/>
          </p:nvSpPr>
          <p:spPr>
            <a:xfrm>
              <a:off x="463574" y="620807"/>
              <a:ext cx="1652975" cy="50035"/>
            </a:xfrm>
            <a:custGeom>
              <a:avLst/>
              <a:gdLst/>
              <a:ahLst/>
              <a:cxnLst/>
              <a:rect l="l" t="t" r="r" b="b"/>
              <a:pathLst>
                <a:path w="102941" h="3116" extrusionOk="0">
                  <a:moveTo>
                    <a:pt x="512" y="1"/>
                  </a:moveTo>
                  <a:cubicBezTo>
                    <a:pt x="982" y="555"/>
                    <a:pt x="683" y="1921"/>
                    <a:pt x="86" y="2944"/>
                  </a:cubicBezTo>
                  <a:lnTo>
                    <a:pt x="0" y="3115"/>
                  </a:lnTo>
                  <a:lnTo>
                    <a:pt x="102940" y="3115"/>
                  </a:lnTo>
                  <a:lnTo>
                    <a:pt x="1029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4" name="Google Shape;8774;p103"/>
            <p:cNvSpPr/>
            <p:nvPr/>
          </p:nvSpPr>
          <p:spPr>
            <a:xfrm>
              <a:off x="435490" y="3332148"/>
              <a:ext cx="1811896" cy="452821"/>
            </a:xfrm>
            <a:custGeom>
              <a:avLst/>
              <a:gdLst/>
              <a:ahLst/>
              <a:cxnLst/>
              <a:rect l="l" t="t" r="r" b="b"/>
              <a:pathLst>
                <a:path w="112838" h="28200" extrusionOk="0">
                  <a:moveTo>
                    <a:pt x="14889" y="0"/>
                  </a:moveTo>
                  <a:cubicBezTo>
                    <a:pt x="12628" y="0"/>
                    <a:pt x="10751" y="1621"/>
                    <a:pt x="10751" y="3669"/>
                  </a:cubicBezTo>
                  <a:lnTo>
                    <a:pt x="10751" y="17705"/>
                  </a:lnTo>
                  <a:cubicBezTo>
                    <a:pt x="9940" y="19710"/>
                    <a:pt x="0" y="22056"/>
                    <a:pt x="0" y="28199"/>
                  </a:cubicBezTo>
                  <a:lnTo>
                    <a:pt x="112838" y="28199"/>
                  </a:lnTo>
                  <a:lnTo>
                    <a:pt x="1128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5" name="Google Shape;8775;p103"/>
            <p:cNvSpPr/>
            <p:nvPr/>
          </p:nvSpPr>
          <p:spPr>
            <a:xfrm>
              <a:off x="609489" y="3332084"/>
              <a:ext cx="1637897" cy="47338"/>
            </a:xfrm>
            <a:custGeom>
              <a:avLst/>
              <a:gdLst/>
              <a:ahLst/>
              <a:cxnLst/>
              <a:rect l="l" t="t" r="r" b="b"/>
              <a:pathLst>
                <a:path w="102002" h="2948" extrusionOk="0">
                  <a:moveTo>
                    <a:pt x="3870" y="0"/>
                  </a:moveTo>
                  <a:cubicBezTo>
                    <a:pt x="2069" y="0"/>
                    <a:pt x="495" y="1215"/>
                    <a:pt x="0" y="2948"/>
                  </a:cubicBezTo>
                  <a:lnTo>
                    <a:pt x="102002" y="2948"/>
                  </a:lnTo>
                  <a:lnTo>
                    <a:pt x="102002" y="4"/>
                  </a:lnTo>
                  <a:lnTo>
                    <a:pt x="4053" y="4"/>
                  </a:lnTo>
                  <a:cubicBezTo>
                    <a:pt x="3992" y="2"/>
                    <a:pt x="3931" y="0"/>
                    <a:pt x="3870" y="0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6" name="Google Shape;8776;p103"/>
            <p:cNvSpPr/>
            <p:nvPr/>
          </p:nvSpPr>
          <p:spPr>
            <a:xfrm>
              <a:off x="597831" y="3588346"/>
              <a:ext cx="1633802" cy="40433"/>
            </a:xfrm>
            <a:custGeom>
              <a:avLst/>
              <a:gdLst/>
              <a:ahLst/>
              <a:cxnLst/>
              <a:rect l="l" t="t" r="r" b="b"/>
              <a:pathLst>
                <a:path w="101747" h="2518" extrusionOk="0">
                  <a:moveTo>
                    <a:pt x="641" y="1"/>
                  </a:moveTo>
                  <a:lnTo>
                    <a:pt x="641" y="1750"/>
                  </a:lnTo>
                  <a:cubicBezTo>
                    <a:pt x="513" y="2048"/>
                    <a:pt x="257" y="2304"/>
                    <a:pt x="1" y="2518"/>
                  </a:cubicBezTo>
                  <a:lnTo>
                    <a:pt x="101746" y="2518"/>
                  </a:lnTo>
                  <a:lnTo>
                    <a:pt x="1017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7" name="Google Shape;8777;p103"/>
            <p:cNvSpPr/>
            <p:nvPr/>
          </p:nvSpPr>
          <p:spPr>
            <a:xfrm>
              <a:off x="435490" y="3727404"/>
              <a:ext cx="1811896" cy="57566"/>
            </a:xfrm>
            <a:custGeom>
              <a:avLst/>
              <a:gdLst/>
              <a:ahLst/>
              <a:cxnLst/>
              <a:rect l="l" t="t" r="r" b="b"/>
              <a:pathLst>
                <a:path w="112838" h="3585" extrusionOk="0">
                  <a:moveTo>
                    <a:pt x="1280" y="1"/>
                  </a:moveTo>
                  <a:cubicBezTo>
                    <a:pt x="469" y="1025"/>
                    <a:pt x="0" y="2262"/>
                    <a:pt x="0" y="3584"/>
                  </a:cubicBezTo>
                  <a:lnTo>
                    <a:pt x="112838" y="3584"/>
                  </a:lnTo>
                  <a:lnTo>
                    <a:pt x="112838" y="1"/>
                  </a:ln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8" name="Google Shape;8778;p103"/>
            <p:cNvSpPr/>
            <p:nvPr/>
          </p:nvSpPr>
          <p:spPr>
            <a:xfrm>
              <a:off x="377940" y="440658"/>
              <a:ext cx="1768750" cy="71247"/>
            </a:xfrm>
            <a:custGeom>
              <a:avLst/>
              <a:gdLst/>
              <a:ahLst/>
              <a:cxnLst/>
              <a:rect l="l" t="t" r="r" b="b"/>
              <a:pathLst>
                <a:path w="110151" h="4437" extrusionOk="0">
                  <a:moveTo>
                    <a:pt x="1" y="0"/>
                  </a:moveTo>
                  <a:lnTo>
                    <a:pt x="1" y="2602"/>
                  </a:lnTo>
                  <a:cubicBezTo>
                    <a:pt x="1" y="3285"/>
                    <a:pt x="299" y="3967"/>
                    <a:pt x="854" y="4437"/>
                  </a:cubicBezTo>
                  <a:lnTo>
                    <a:pt x="110150" y="4437"/>
                  </a:lnTo>
                  <a:lnTo>
                    <a:pt x="110150" y="0"/>
                  </a:ln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9" name="Google Shape;8779;p103"/>
            <p:cNvSpPr/>
            <p:nvPr/>
          </p:nvSpPr>
          <p:spPr>
            <a:xfrm>
              <a:off x="1915140" y="440658"/>
              <a:ext cx="692576" cy="3344312"/>
            </a:xfrm>
            <a:custGeom>
              <a:avLst/>
              <a:gdLst/>
              <a:ahLst/>
              <a:cxnLst/>
              <a:rect l="l" t="t" r="r" b="b"/>
              <a:pathLst>
                <a:path w="43131" h="208271" extrusionOk="0">
                  <a:moveTo>
                    <a:pt x="43" y="0"/>
                  </a:moveTo>
                  <a:lnTo>
                    <a:pt x="43" y="2602"/>
                  </a:lnTo>
                  <a:cubicBezTo>
                    <a:pt x="0" y="3925"/>
                    <a:pt x="1067" y="4991"/>
                    <a:pt x="2389" y="5034"/>
                  </a:cubicBezTo>
                  <a:cubicBezTo>
                    <a:pt x="2389" y="5717"/>
                    <a:pt x="2901" y="6314"/>
                    <a:pt x="3626" y="6356"/>
                  </a:cubicBezTo>
                  <a:cubicBezTo>
                    <a:pt x="5247" y="6442"/>
                    <a:pt x="5290" y="7935"/>
                    <a:pt x="5290" y="9983"/>
                  </a:cubicBezTo>
                  <a:cubicBezTo>
                    <a:pt x="5290" y="10409"/>
                    <a:pt x="5461" y="10836"/>
                    <a:pt x="5802" y="11134"/>
                  </a:cubicBezTo>
                  <a:cubicBezTo>
                    <a:pt x="6442" y="11604"/>
                    <a:pt x="6101" y="13054"/>
                    <a:pt x="5503" y="14121"/>
                  </a:cubicBezTo>
                  <a:cubicBezTo>
                    <a:pt x="4991" y="14974"/>
                    <a:pt x="4565" y="15912"/>
                    <a:pt x="4565" y="18174"/>
                  </a:cubicBezTo>
                  <a:cubicBezTo>
                    <a:pt x="4565" y="23975"/>
                    <a:pt x="8447" y="26834"/>
                    <a:pt x="10281" y="26834"/>
                  </a:cubicBezTo>
                  <a:lnTo>
                    <a:pt x="10281" y="26919"/>
                  </a:lnTo>
                  <a:cubicBezTo>
                    <a:pt x="10281" y="28497"/>
                    <a:pt x="11220" y="29948"/>
                    <a:pt x="12670" y="30588"/>
                  </a:cubicBezTo>
                  <a:cubicBezTo>
                    <a:pt x="15486" y="31910"/>
                    <a:pt x="15529" y="35835"/>
                    <a:pt x="15529" y="39120"/>
                  </a:cubicBezTo>
                  <a:cubicBezTo>
                    <a:pt x="15529" y="40442"/>
                    <a:pt x="16595" y="41509"/>
                    <a:pt x="17918" y="41509"/>
                  </a:cubicBezTo>
                  <a:lnTo>
                    <a:pt x="18302" y="41509"/>
                  </a:lnTo>
                  <a:lnTo>
                    <a:pt x="18302" y="180071"/>
                  </a:lnTo>
                  <a:lnTo>
                    <a:pt x="16638" y="180071"/>
                  </a:lnTo>
                  <a:cubicBezTo>
                    <a:pt x="14377" y="180071"/>
                    <a:pt x="12542" y="181692"/>
                    <a:pt x="12542" y="183740"/>
                  </a:cubicBezTo>
                  <a:lnTo>
                    <a:pt x="12542" y="197776"/>
                  </a:lnTo>
                  <a:cubicBezTo>
                    <a:pt x="11689" y="199781"/>
                    <a:pt x="1749" y="202084"/>
                    <a:pt x="1749" y="208270"/>
                  </a:cubicBezTo>
                  <a:lnTo>
                    <a:pt x="43130" y="208270"/>
                  </a:lnTo>
                  <a:lnTo>
                    <a:pt x="4313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0" name="Google Shape;8780;p103"/>
            <p:cNvSpPr/>
            <p:nvPr/>
          </p:nvSpPr>
          <p:spPr>
            <a:xfrm>
              <a:off x="2125429" y="440658"/>
              <a:ext cx="496658" cy="3344312"/>
            </a:xfrm>
            <a:custGeom>
              <a:avLst/>
              <a:gdLst/>
              <a:ahLst/>
              <a:cxnLst/>
              <a:rect l="l" t="t" r="r" b="b"/>
              <a:pathLst>
                <a:path w="30930" h="208271" extrusionOk="0">
                  <a:moveTo>
                    <a:pt x="21161" y="0"/>
                  </a:moveTo>
                  <a:cubicBezTo>
                    <a:pt x="30930" y="21800"/>
                    <a:pt x="26621" y="57805"/>
                    <a:pt x="26621" y="113691"/>
                  </a:cubicBezTo>
                  <a:cubicBezTo>
                    <a:pt x="26621" y="142317"/>
                    <a:pt x="23678" y="200122"/>
                    <a:pt x="1" y="208270"/>
                  </a:cubicBezTo>
                  <a:lnTo>
                    <a:pt x="30034" y="208270"/>
                  </a:lnTo>
                  <a:lnTo>
                    <a:pt x="30034" y="0"/>
                  </a:lnTo>
                  <a:close/>
                </a:path>
              </a:pathLst>
            </a:custGeom>
            <a:solidFill>
              <a:srgbClr val="631F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1" name="Google Shape;8781;p103"/>
            <p:cNvSpPr/>
            <p:nvPr/>
          </p:nvSpPr>
          <p:spPr>
            <a:xfrm>
              <a:off x="1915140" y="440658"/>
              <a:ext cx="516522" cy="537750"/>
            </a:xfrm>
            <a:custGeom>
              <a:avLst/>
              <a:gdLst/>
              <a:ahLst/>
              <a:cxnLst/>
              <a:rect l="l" t="t" r="r" b="b"/>
              <a:pathLst>
                <a:path w="32167" h="33489" extrusionOk="0">
                  <a:moveTo>
                    <a:pt x="43" y="0"/>
                  </a:moveTo>
                  <a:lnTo>
                    <a:pt x="43" y="2602"/>
                  </a:lnTo>
                  <a:cubicBezTo>
                    <a:pt x="0" y="3925"/>
                    <a:pt x="1067" y="5034"/>
                    <a:pt x="2389" y="5034"/>
                  </a:cubicBezTo>
                  <a:cubicBezTo>
                    <a:pt x="2389" y="5717"/>
                    <a:pt x="2901" y="6314"/>
                    <a:pt x="3626" y="6356"/>
                  </a:cubicBezTo>
                  <a:cubicBezTo>
                    <a:pt x="5247" y="6484"/>
                    <a:pt x="5290" y="7935"/>
                    <a:pt x="5290" y="9983"/>
                  </a:cubicBezTo>
                  <a:cubicBezTo>
                    <a:pt x="5290" y="10409"/>
                    <a:pt x="5461" y="10879"/>
                    <a:pt x="5802" y="11134"/>
                  </a:cubicBezTo>
                  <a:cubicBezTo>
                    <a:pt x="6442" y="11646"/>
                    <a:pt x="6101" y="13097"/>
                    <a:pt x="5503" y="14163"/>
                  </a:cubicBezTo>
                  <a:cubicBezTo>
                    <a:pt x="4991" y="15017"/>
                    <a:pt x="4565" y="15912"/>
                    <a:pt x="4565" y="18216"/>
                  </a:cubicBezTo>
                  <a:cubicBezTo>
                    <a:pt x="4565" y="24018"/>
                    <a:pt x="8447" y="26834"/>
                    <a:pt x="10281" y="26834"/>
                  </a:cubicBezTo>
                  <a:lnTo>
                    <a:pt x="10281" y="26919"/>
                  </a:lnTo>
                  <a:cubicBezTo>
                    <a:pt x="10281" y="28497"/>
                    <a:pt x="11220" y="29948"/>
                    <a:pt x="12670" y="30588"/>
                  </a:cubicBezTo>
                  <a:cubicBezTo>
                    <a:pt x="13719" y="31131"/>
                    <a:pt x="14520" y="32064"/>
                    <a:pt x="14880" y="33160"/>
                  </a:cubicBezTo>
                  <a:lnTo>
                    <a:pt x="14880" y="33160"/>
                  </a:lnTo>
                  <a:cubicBezTo>
                    <a:pt x="7602" y="7407"/>
                    <a:pt x="18615" y="552"/>
                    <a:pt x="32166" y="0"/>
                  </a:cubicBezTo>
                  <a:close/>
                  <a:moveTo>
                    <a:pt x="14880" y="33160"/>
                  </a:moveTo>
                  <a:cubicBezTo>
                    <a:pt x="14911" y="33269"/>
                    <a:pt x="14943" y="33379"/>
                    <a:pt x="14974" y="33489"/>
                  </a:cubicBezTo>
                  <a:cubicBezTo>
                    <a:pt x="14947" y="33378"/>
                    <a:pt x="14916" y="33268"/>
                    <a:pt x="14880" y="33160"/>
                  </a:cubicBezTo>
                  <a:close/>
                </a:path>
              </a:pathLst>
            </a:custGeom>
            <a:solidFill>
              <a:srgbClr val="631F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2" name="Google Shape;8782;p103"/>
            <p:cNvSpPr/>
            <p:nvPr/>
          </p:nvSpPr>
          <p:spPr>
            <a:xfrm>
              <a:off x="643739" y="1585333"/>
              <a:ext cx="1561174" cy="98657"/>
            </a:xfrm>
            <a:custGeom>
              <a:avLst/>
              <a:gdLst/>
              <a:ahLst/>
              <a:cxnLst/>
              <a:rect l="l" t="t" r="r" b="b"/>
              <a:pathLst>
                <a:path w="97224" h="6144" extrusionOk="0">
                  <a:moveTo>
                    <a:pt x="3072" y="0"/>
                  </a:moveTo>
                  <a:cubicBezTo>
                    <a:pt x="1408" y="0"/>
                    <a:pt x="0" y="1365"/>
                    <a:pt x="0" y="3072"/>
                  </a:cubicBezTo>
                  <a:cubicBezTo>
                    <a:pt x="0" y="4778"/>
                    <a:pt x="1408" y="6143"/>
                    <a:pt x="3072" y="6143"/>
                  </a:cubicBezTo>
                  <a:lnTo>
                    <a:pt x="97224" y="6143"/>
                  </a:lnTo>
                  <a:lnTo>
                    <a:pt x="972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3" name="Google Shape;8783;p103"/>
            <p:cNvSpPr/>
            <p:nvPr/>
          </p:nvSpPr>
          <p:spPr>
            <a:xfrm>
              <a:off x="643739" y="2031972"/>
              <a:ext cx="1561174" cy="98657"/>
            </a:xfrm>
            <a:custGeom>
              <a:avLst/>
              <a:gdLst/>
              <a:ahLst/>
              <a:cxnLst/>
              <a:rect l="l" t="t" r="r" b="b"/>
              <a:pathLst>
                <a:path w="97224" h="6144" extrusionOk="0">
                  <a:moveTo>
                    <a:pt x="3072" y="0"/>
                  </a:moveTo>
                  <a:cubicBezTo>
                    <a:pt x="1365" y="0"/>
                    <a:pt x="0" y="1365"/>
                    <a:pt x="0" y="3072"/>
                  </a:cubicBezTo>
                  <a:cubicBezTo>
                    <a:pt x="0" y="4778"/>
                    <a:pt x="1365" y="6143"/>
                    <a:pt x="3072" y="6143"/>
                  </a:cubicBezTo>
                  <a:lnTo>
                    <a:pt x="97224" y="6143"/>
                  </a:lnTo>
                  <a:lnTo>
                    <a:pt x="972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4" name="Google Shape;8784;p103"/>
            <p:cNvSpPr/>
            <p:nvPr/>
          </p:nvSpPr>
          <p:spPr>
            <a:xfrm>
              <a:off x="643739" y="2478596"/>
              <a:ext cx="1561174" cy="98673"/>
            </a:xfrm>
            <a:custGeom>
              <a:avLst/>
              <a:gdLst/>
              <a:ahLst/>
              <a:cxnLst/>
              <a:rect l="l" t="t" r="r" b="b"/>
              <a:pathLst>
                <a:path w="97224" h="6145" extrusionOk="0">
                  <a:moveTo>
                    <a:pt x="3072" y="1"/>
                  </a:moveTo>
                  <a:cubicBezTo>
                    <a:pt x="1365" y="1"/>
                    <a:pt x="0" y="1366"/>
                    <a:pt x="0" y="3073"/>
                  </a:cubicBezTo>
                  <a:cubicBezTo>
                    <a:pt x="0" y="4779"/>
                    <a:pt x="1365" y="6144"/>
                    <a:pt x="3072" y="6144"/>
                  </a:cubicBezTo>
                  <a:lnTo>
                    <a:pt x="97224" y="6144"/>
                  </a:lnTo>
                  <a:lnTo>
                    <a:pt x="972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5" name="Google Shape;8785;p103"/>
            <p:cNvSpPr/>
            <p:nvPr/>
          </p:nvSpPr>
          <p:spPr>
            <a:xfrm>
              <a:off x="643739" y="2925235"/>
              <a:ext cx="1561174" cy="98657"/>
            </a:xfrm>
            <a:custGeom>
              <a:avLst/>
              <a:gdLst/>
              <a:ahLst/>
              <a:cxnLst/>
              <a:rect l="l" t="t" r="r" b="b"/>
              <a:pathLst>
                <a:path w="97224" h="6144" extrusionOk="0">
                  <a:moveTo>
                    <a:pt x="3072" y="1"/>
                  </a:moveTo>
                  <a:cubicBezTo>
                    <a:pt x="1365" y="1"/>
                    <a:pt x="0" y="1366"/>
                    <a:pt x="0" y="3072"/>
                  </a:cubicBezTo>
                  <a:cubicBezTo>
                    <a:pt x="0" y="4779"/>
                    <a:pt x="1365" y="6144"/>
                    <a:pt x="3072" y="6144"/>
                  </a:cubicBezTo>
                  <a:lnTo>
                    <a:pt x="97224" y="6144"/>
                  </a:lnTo>
                  <a:lnTo>
                    <a:pt x="972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6" name="Google Shape;8786;p103"/>
            <p:cNvSpPr/>
            <p:nvPr/>
          </p:nvSpPr>
          <p:spPr>
            <a:xfrm>
              <a:off x="643739" y="1148970"/>
              <a:ext cx="1561174" cy="99348"/>
            </a:xfrm>
            <a:custGeom>
              <a:avLst/>
              <a:gdLst/>
              <a:ahLst/>
              <a:cxnLst/>
              <a:rect l="l" t="t" r="r" b="b"/>
              <a:pathLst>
                <a:path w="97224" h="6187" extrusionOk="0">
                  <a:moveTo>
                    <a:pt x="3072" y="0"/>
                  </a:moveTo>
                  <a:cubicBezTo>
                    <a:pt x="1365" y="0"/>
                    <a:pt x="0" y="1408"/>
                    <a:pt x="0" y="3115"/>
                  </a:cubicBezTo>
                  <a:cubicBezTo>
                    <a:pt x="0" y="4778"/>
                    <a:pt x="1365" y="6186"/>
                    <a:pt x="3072" y="6186"/>
                  </a:cubicBezTo>
                  <a:lnTo>
                    <a:pt x="97224" y="6186"/>
                  </a:lnTo>
                  <a:lnTo>
                    <a:pt x="972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7" name="Google Shape;8787;p103"/>
            <p:cNvSpPr/>
            <p:nvPr/>
          </p:nvSpPr>
          <p:spPr>
            <a:xfrm>
              <a:off x="2145308" y="1585333"/>
              <a:ext cx="79469" cy="98657"/>
            </a:xfrm>
            <a:custGeom>
              <a:avLst/>
              <a:gdLst/>
              <a:ahLst/>
              <a:cxnLst/>
              <a:rect l="l" t="t" r="r" b="b"/>
              <a:pathLst>
                <a:path w="4949" h="6144" extrusionOk="0">
                  <a:moveTo>
                    <a:pt x="3072" y="0"/>
                  </a:moveTo>
                  <a:cubicBezTo>
                    <a:pt x="1365" y="0"/>
                    <a:pt x="0" y="1365"/>
                    <a:pt x="0" y="3072"/>
                  </a:cubicBezTo>
                  <a:cubicBezTo>
                    <a:pt x="0" y="4778"/>
                    <a:pt x="1365" y="6143"/>
                    <a:pt x="3072" y="6143"/>
                  </a:cubicBezTo>
                  <a:lnTo>
                    <a:pt x="4949" y="6143"/>
                  </a:lnTo>
                  <a:lnTo>
                    <a:pt x="49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8" name="Google Shape;8788;p103"/>
            <p:cNvSpPr/>
            <p:nvPr/>
          </p:nvSpPr>
          <p:spPr>
            <a:xfrm>
              <a:off x="2145308" y="2031972"/>
              <a:ext cx="79469" cy="98657"/>
            </a:xfrm>
            <a:custGeom>
              <a:avLst/>
              <a:gdLst/>
              <a:ahLst/>
              <a:cxnLst/>
              <a:rect l="l" t="t" r="r" b="b"/>
              <a:pathLst>
                <a:path w="4949" h="6144" extrusionOk="0">
                  <a:moveTo>
                    <a:pt x="3072" y="0"/>
                  </a:moveTo>
                  <a:cubicBezTo>
                    <a:pt x="1365" y="0"/>
                    <a:pt x="0" y="1365"/>
                    <a:pt x="0" y="3072"/>
                  </a:cubicBezTo>
                  <a:cubicBezTo>
                    <a:pt x="0" y="4778"/>
                    <a:pt x="1365" y="6143"/>
                    <a:pt x="3072" y="6143"/>
                  </a:cubicBezTo>
                  <a:lnTo>
                    <a:pt x="4949" y="6143"/>
                  </a:lnTo>
                  <a:lnTo>
                    <a:pt x="49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9" name="Google Shape;8789;p103"/>
            <p:cNvSpPr/>
            <p:nvPr/>
          </p:nvSpPr>
          <p:spPr>
            <a:xfrm>
              <a:off x="2145308" y="2478596"/>
              <a:ext cx="79469" cy="98673"/>
            </a:xfrm>
            <a:custGeom>
              <a:avLst/>
              <a:gdLst/>
              <a:ahLst/>
              <a:cxnLst/>
              <a:rect l="l" t="t" r="r" b="b"/>
              <a:pathLst>
                <a:path w="4949" h="6145" extrusionOk="0">
                  <a:moveTo>
                    <a:pt x="3072" y="1"/>
                  </a:moveTo>
                  <a:cubicBezTo>
                    <a:pt x="1365" y="1"/>
                    <a:pt x="0" y="1366"/>
                    <a:pt x="0" y="3073"/>
                  </a:cubicBezTo>
                  <a:cubicBezTo>
                    <a:pt x="0" y="4779"/>
                    <a:pt x="1365" y="6144"/>
                    <a:pt x="3072" y="6144"/>
                  </a:cubicBezTo>
                  <a:lnTo>
                    <a:pt x="4949" y="6144"/>
                  </a:lnTo>
                  <a:lnTo>
                    <a:pt x="49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0" name="Google Shape;8790;p103"/>
            <p:cNvSpPr/>
            <p:nvPr/>
          </p:nvSpPr>
          <p:spPr>
            <a:xfrm>
              <a:off x="2145308" y="2925235"/>
              <a:ext cx="79469" cy="98657"/>
            </a:xfrm>
            <a:custGeom>
              <a:avLst/>
              <a:gdLst/>
              <a:ahLst/>
              <a:cxnLst/>
              <a:rect l="l" t="t" r="r" b="b"/>
              <a:pathLst>
                <a:path w="4949" h="6144" extrusionOk="0">
                  <a:moveTo>
                    <a:pt x="3072" y="1"/>
                  </a:moveTo>
                  <a:cubicBezTo>
                    <a:pt x="1365" y="1"/>
                    <a:pt x="0" y="1366"/>
                    <a:pt x="0" y="3072"/>
                  </a:cubicBezTo>
                  <a:cubicBezTo>
                    <a:pt x="0" y="4779"/>
                    <a:pt x="1365" y="6144"/>
                    <a:pt x="3072" y="6144"/>
                  </a:cubicBezTo>
                  <a:lnTo>
                    <a:pt x="4949" y="6144"/>
                  </a:lnTo>
                  <a:lnTo>
                    <a:pt x="49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1" name="Google Shape;8791;p103"/>
            <p:cNvSpPr/>
            <p:nvPr/>
          </p:nvSpPr>
          <p:spPr>
            <a:xfrm>
              <a:off x="2145308" y="1148970"/>
              <a:ext cx="79469" cy="99348"/>
            </a:xfrm>
            <a:custGeom>
              <a:avLst/>
              <a:gdLst/>
              <a:ahLst/>
              <a:cxnLst/>
              <a:rect l="l" t="t" r="r" b="b"/>
              <a:pathLst>
                <a:path w="4949" h="6187" extrusionOk="0">
                  <a:moveTo>
                    <a:pt x="3072" y="0"/>
                  </a:moveTo>
                  <a:cubicBezTo>
                    <a:pt x="1365" y="0"/>
                    <a:pt x="0" y="1408"/>
                    <a:pt x="0" y="3115"/>
                  </a:cubicBezTo>
                  <a:cubicBezTo>
                    <a:pt x="0" y="4778"/>
                    <a:pt x="1365" y="6186"/>
                    <a:pt x="3072" y="6186"/>
                  </a:cubicBezTo>
                  <a:lnTo>
                    <a:pt x="4949" y="6186"/>
                  </a:lnTo>
                  <a:lnTo>
                    <a:pt x="49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2" name="Google Shape;8792;p103"/>
            <p:cNvSpPr/>
            <p:nvPr/>
          </p:nvSpPr>
          <p:spPr>
            <a:xfrm>
              <a:off x="1332863" y="1148970"/>
              <a:ext cx="337737" cy="99348"/>
            </a:xfrm>
            <a:custGeom>
              <a:avLst/>
              <a:gdLst/>
              <a:ahLst/>
              <a:cxnLst/>
              <a:rect l="l" t="t" r="r" b="b"/>
              <a:pathLst>
                <a:path w="21033" h="6187" extrusionOk="0">
                  <a:moveTo>
                    <a:pt x="3072" y="0"/>
                  </a:moveTo>
                  <a:cubicBezTo>
                    <a:pt x="1408" y="43"/>
                    <a:pt x="1" y="1408"/>
                    <a:pt x="43" y="3115"/>
                  </a:cubicBezTo>
                  <a:cubicBezTo>
                    <a:pt x="1" y="4778"/>
                    <a:pt x="1408" y="6186"/>
                    <a:pt x="3072" y="6186"/>
                  </a:cubicBezTo>
                  <a:lnTo>
                    <a:pt x="19454" y="6186"/>
                  </a:lnTo>
                  <a:cubicBezTo>
                    <a:pt x="18558" y="5632"/>
                    <a:pt x="18131" y="4480"/>
                    <a:pt x="18473" y="3115"/>
                  </a:cubicBezTo>
                  <a:cubicBezTo>
                    <a:pt x="18857" y="1749"/>
                    <a:pt x="19753" y="640"/>
                    <a:pt x="21032" y="0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3" name="Google Shape;8793;p103"/>
            <p:cNvSpPr/>
            <p:nvPr/>
          </p:nvSpPr>
          <p:spPr>
            <a:xfrm>
              <a:off x="1063659" y="1148970"/>
              <a:ext cx="168523" cy="99348"/>
            </a:xfrm>
            <a:custGeom>
              <a:avLst/>
              <a:gdLst/>
              <a:ahLst/>
              <a:cxnLst/>
              <a:rect l="l" t="t" r="r" b="b"/>
              <a:pathLst>
                <a:path w="10495" h="6187" extrusionOk="0">
                  <a:moveTo>
                    <a:pt x="3114" y="0"/>
                  </a:moveTo>
                  <a:cubicBezTo>
                    <a:pt x="1365" y="0"/>
                    <a:pt x="0" y="1408"/>
                    <a:pt x="0" y="3115"/>
                  </a:cubicBezTo>
                  <a:cubicBezTo>
                    <a:pt x="0" y="4778"/>
                    <a:pt x="1365" y="6186"/>
                    <a:pt x="3072" y="6186"/>
                  </a:cubicBezTo>
                  <a:lnTo>
                    <a:pt x="8959" y="6186"/>
                  </a:lnTo>
                  <a:cubicBezTo>
                    <a:pt x="8020" y="5632"/>
                    <a:pt x="7594" y="4480"/>
                    <a:pt x="7935" y="3115"/>
                  </a:cubicBezTo>
                  <a:cubicBezTo>
                    <a:pt x="8319" y="1749"/>
                    <a:pt x="9215" y="640"/>
                    <a:pt x="10495" y="0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4" name="Google Shape;8794;p103"/>
            <p:cNvSpPr/>
            <p:nvPr/>
          </p:nvSpPr>
          <p:spPr>
            <a:xfrm>
              <a:off x="1332863" y="1584643"/>
              <a:ext cx="337737" cy="99348"/>
            </a:xfrm>
            <a:custGeom>
              <a:avLst/>
              <a:gdLst/>
              <a:ahLst/>
              <a:cxnLst/>
              <a:rect l="l" t="t" r="r" b="b"/>
              <a:pathLst>
                <a:path w="21033" h="6187" extrusionOk="0">
                  <a:moveTo>
                    <a:pt x="3072" y="1"/>
                  </a:moveTo>
                  <a:cubicBezTo>
                    <a:pt x="1366" y="1"/>
                    <a:pt x="1" y="1408"/>
                    <a:pt x="1" y="3115"/>
                  </a:cubicBezTo>
                  <a:cubicBezTo>
                    <a:pt x="1" y="4821"/>
                    <a:pt x="1408" y="6186"/>
                    <a:pt x="3072" y="6186"/>
                  </a:cubicBezTo>
                  <a:lnTo>
                    <a:pt x="19454" y="6186"/>
                  </a:lnTo>
                  <a:cubicBezTo>
                    <a:pt x="18558" y="5632"/>
                    <a:pt x="18131" y="4480"/>
                    <a:pt x="18473" y="3115"/>
                  </a:cubicBezTo>
                  <a:cubicBezTo>
                    <a:pt x="18857" y="1750"/>
                    <a:pt x="19753" y="641"/>
                    <a:pt x="21032" y="1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5" name="Google Shape;8795;p103"/>
            <p:cNvSpPr/>
            <p:nvPr/>
          </p:nvSpPr>
          <p:spPr>
            <a:xfrm>
              <a:off x="1063659" y="1584643"/>
              <a:ext cx="168523" cy="99348"/>
            </a:xfrm>
            <a:custGeom>
              <a:avLst/>
              <a:gdLst/>
              <a:ahLst/>
              <a:cxnLst/>
              <a:rect l="l" t="t" r="r" b="b"/>
              <a:pathLst>
                <a:path w="10495" h="6187" extrusionOk="0">
                  <a:moveTo>
                    <a:pt x="3114" y="1"/>
                  </a:moveTo>
                  <a:cubicBezTo>
                    <a:pt x="1365" y="1"/>
                    <a:pt x="0" y="1408"/>
                    <a:pt x="0" y="3115"/>
                  </a:cubicBezTo>
                  <a:cubicBezTo>
                    <a:pt x="0" y="4821"/>
                    <a:pt x="1365" y="6186"/>
                    <a:pt x="3072" y="6186"/>
                  </a:cubicBezTo>
                  <a:lnTo>
                    <a:pt x="8959" y="6186"/>
                  </a:lnTo>
                  <a:cubicBezTo>
                    <a:pt x="8020" y="5632"/>
                    <a:pt x="7594" y="4480"/>
                    <a:pt x="7935" y="3115"/>
                  </a:cubicBezTo>
                  <a:cubicBezTo>
                    <a:pt x="8319" y="1750"/>
                    <a:pt x="9215" y="641"/>
                    <a:pt x="10495" y="1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6" name="Google Shape;8796;p103"/>
            <p:cNvSpPr/>
            <p:nvPr/>
          </p:nvSpPr>
          <p:spPr>
            <a:xfrm>
              <a:off x="1332863" y="2031972"/>
              <a:ext cx="337737" cy="98657"/>
            </a:xfrm>
            <a:custGeom>
              <a:avLst/>
              <a:gdLst/>
              <a:ahLst/>
              <a:cxnLst/>
              <a:rect l="l" t="t" r="r" b="b"/>
              <a:pathLst>
                <a:path w="21033" h="6144" extrusionOk="0">
                  <a:moveTo>
                    <a:pt x="3072" y="0"/>
                  </a:moveTo>
                  <a:cubicBezTo>
                    <a:pt x="1408" y="0"/>
                    <a:pt x="1" y="1365"/>
                    <a:pt x="1" y="3072"/>
                  </a:cubicBezTo>
                  <a:cubicBezTo>
                    <a:pt x="1" y="4778"/>
                    <a:pt x="1408" y="6143"/>
                    <a:pt x="3072" y="6143"/>
                  </a:cubicBezTo>
                  <a:lnTo>
                    <a:pt x="19454" y="6143"/>
                  </a:lnTo>
                  <a:cubicBezTo>
                    <a:pt x="18558" y="5589"/>
                    <a:pt x="18131" y="4437"/>
                    <a:pt x="18473" y="3072"/>
                  </a:cubicBezTo>
                  <a:cubicBezTo>
                    <a:pt x="18857" y="1707"/>
                    <a:pt x="19753" y="597"/>
                    <a:pt x="21032" y="0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7" name="Google Shape;8797;p103"/>
            <p:cNvSpPr/>
            <p:nvPr/>
          </p:nvSpPr>
          <p:spPr>
            <a:xfrm>
              <a:off x="1063659" y="2031956"/>
              <a:ext cx="168523" cy="98673"/>
            </a:xfrm>
            <a:custGeom>
              <a:avLst/>
              <a:gdLst/>
              <a:ahLst/>
              <a:cxnLst/>
              <a:rect l="l" t="t" r="r" b="b"/>
              <a:pathLst>
                <a:path w="10495" h="6145" extrusionOk="0">
                  <a:moveTo>
                    <a:pt x="3037" y="0"/>
                  </a:moveTo>
                  <a:cubicBezTo>
                    <a:pt x="1325" y="0"/>
                    <a:pt x="0" y="1392"/>
                    <a:pt x="0" y="3073"/>
                  </a:cubicBezTo>
                  <a:cubicBezTo>
                    <a:pt x="0" y="4779"/>
                    <a:pt x="1365" y="6144"/>
                    <a:pt x="3072" y="6144"/>
                  </a:cubicBezTo>
                  <a:lnTo>
                    <a:pt x="8959" y="6144"/>
                  </a:lnTo>
                  <a:cubicBezTo>
                    <a:pt x="8020" y="5590"/>
                    <a:pt x="7594" y="4438"/>
                    <a:pt x="7935" y="3073"/>
                  </a:cubicBezTo>
                  <a:cubicBezTo>
                    <a:pt x="8319" y="1708"/>
                    <a:pt x="9215" y="598"/>
                    <a:pt x="10495" y="1"/>
                  </a:cubicBezTo>
                  <a:lnTo>
                    <a:pt x="3114" y="1"/>
                  </a:lnTo>
                  <a:cubicBezTo>
                    <a:pt x="3088" y="0"/>
                    <a:pt x="3063" y="0"/>
                    <a:pt x="3037" y="0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8" name="Google Shape;8798;p103"/>
            <p:cNvSpPr/>
            <p:nvPr/>
          </p:nvSpPr>
          <p:spPr>
            <a:xfrm>
              <a:off x="1332863" y="2478596"/>
              <a:ext cx="337737" cy="98673"/>
            </a:xfrm>
            <a:custGeom>
              <a:avLst/>
              <a:gdLst/>
              <a:ahLst/>
              <a:cxnLst/>
              <a:rect l="l" t="t" r="r" b="b"/>
              <a:pathLst>
                <a:path w="21033" h="6145" extrusionOk="0">
                  <a:moveTo>
                    <a:pt x="3072" y="1"/>
                  </a:moveTo>
                  <a:cubicBezTo>
                    <a:pt x="1366" y="1"/>
                    <a:pt x="1" y="1366"/>
                    <a:pt x="1" y="3073"/>
                  </a:cubicBezTo>
                  <a:cubicBezTo>
                    <a:pt x="1" y="4779"/>
                    <a:pt x="1408" y="6144"/>
                    <a:pt x="3072" y="6144"/>
                  </a:cubicBezTo>
                  <a:lnTo>
                    <a:pt x="19454" y="6144"/>
                  </a:lnTo>
                  <a:cubicBezTo>
                    <a:pt x="18558" y="5632"/>
                    <a:pt x="18131" y="4438"/>
                    <a:pt x="18473" y="3073"/>
                  </a:cubicBezTo>
                  <a:cubicBezTo>
                    <a:pt x="18857" y="1750"/>
                    <a:pt x="19753" y="598"/>
                    <a:pt x="21032" y="1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9" name="Google Shape;8799;p103"/>
            <p:cNvSpPr/>
            <p:nvPr/>
          </p:nvSpPr>
          <p:spPr>
            <a:xfrm>
              <a:off x="1063659" y="2478596"/>
              <a:ext cx="168523" cy="98673"/>
            </a:xfrm>
            <a:custGeom>
              <a:avLst/>
              <a:gdLst/>
              <a:ahLst/>
              <a:cxnLst/>
              <a:rect l="l" t="t" r="r" b="b"/>
              <a:pathLst>
                <a:path w="10495" h="6145" extrusionOk="0">
                  <a:moveTo>
                    <a:pt x="3114" y="1"/>
                  </a:moveTo>
                  <a:cubicBezTo>
                    <a:pt x="1365" y="1"/>
                    <a:pt x="0" y="1366"/>
                    <a:pt x="0" y="3073"/>
                  </a:cubicBezTo>
                  <a:cubicBezTo>
                    <a:pt x="0" y="4779"/>
                    <a:pt x="1365" y="6144"/>
                    <a:pt x="3072" y="6144"/>
                  </a:cubicBezTo>
                  <a:lnTo>
                    <a:pt x="8959" y="6144"/>
                  </a:lnTo>
                  <a:cubicBezTo>
                    <a:pt x="8020" y="5632"/>
                    <a:pt x="7594" y="4438"/>
                    <a:pt x="7935" y="3073"/>
                  </a:cubicBezTo>
                  <a:cubicBezTo>
                    <a:pt x="8319" y="1750"/>
                    <a:pt x="9215" y="598"/>
                    <a:pt x="10495" y="1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0" name="Google Shape;8800;p103"/>
            <p:cNvSpPr/>
            <p:nvPr/>
          </p:nvSpPr>
          <p:spPr>
            <a:xfrm>
              <a:off x="1332863" y="2925235"/>
              <a:ext cx="337737" cy="98657"/>
            </a:xfrm>
            <a:custGeom>
              <a:avLst/>
              <a:gdLst/>
              <a:ahLst/>
              <a:cxnLst/>
              <a:rect l="l" t="t" r="r" b="b"/>
              <a:pathLst>
                <a:path w="21033" h="6144" extrusionOk="0">
                  <a:moveTo>
                    <a:pt x="3072" y="1"/>
                  </a:moveTo>
                  <a:cubicBezTo>
                    <a:pt x="1408" y="1"/>
                    <a:pt x="1" y="1366"/>
                    <a:pt x="1" y="3072"/>
                  </a:cubicBezTo>
                  <a:cubicBezTo>
                    <a:pt x="1" y="4779"/>
                    <a:pt x="1408" y="6144"/>
                    <a:pt x="3072" y="6144"/>
                  </a:cubicBezTo>
                  <a:lnTo>
                    <a:pt x="19454" y="6144"/>
                  </a:lnTo>
                  <a:cubicBezTo>
                    <a:pt x="18558" y="5632"/>
                    <a:pt x="18131" y="4438"/>
                    <a:pt x="18473" y="3072"/>
                  </a:cubicBezTo>
                  <a:cubicBezTo>
                    <a:pt x="18857" y="1750"/>
                    <a:pt x="19753" y="598"/>
                    <a:pt x="21032" y="1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1" name="Google Shape;8801;p103"/>
            <p:cNvSpPr/>
            <p:nvPr/>
          </p:nvSpPr>
          <p:spPr>
            <a:xfrm>
              <a:off x="1063659" y="2925235"/>
              <a:ext cx="168523" cy="98657"/>
            </a:xfrm>
            <a:custGeom>
              <a:avLst/>
              <a:gdLst/>
              <a:ahLst/>
              <a:cxnLst/>
              <a:rect l="l" t="t" r="r" b="b"/>
              <a:pathLst>
                <a:path w="10495" h="6144" extrusionOk="0">
                  <a:moveTo>
                    <a:pt x="3114" y="1"/>
                  </a:moveTo>
                  <a:cubicBezTo>
                    <a:pt x="1365" y="1"/>
                    <a:pt x="0" y="1366"/>
                    <a:pt x="0" y="3072"/>
                  </a:cubicBezTo>
                  <a:cubicBezTo>
                    <a:pt x="0" y="4779"/>
                    <a:pt x="1365" y="6144"/>
                    <a:pt x="3072" y="6144"/>
                  </a:cubicBezTo>
                  <a:lnTo>
                    <a:pt x="8959" y="6144"/>
                  </a:lnTo>
                  <a:cubicBezTo>
                    <a:pt x="8020" y="5632"/>
                    <a:pt x="7594" y="4438"/>
                    <a:pt x="7935" y="3072"/>
                  </a:cubicBezTo>
                  <a:cubicBezTo>
                    <a:pt x="8319" y="1750"/>
                    <a:pt x="9215" y="598"/>
                    <a:pt x="10495" y="1"/>
                  </a:cubicBezTo>
                  <a:close/>
                </a:path>
              </a:pathLst>
            </a:custGeom>
            <a:solidFill>
              <a:srgbClr val="B550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2" name="Google Shape;8802;p103"/>
            <p:cNvSpPr/>
            <p:nvPr/>
          </p:nvSpPr>
          <p:spPr>
            <a:xfrm>
              <a:off x="595101" y="631774"/>
              <a:ext cx="141129" cy="264435"/>
            </a:xfrm>
            <a:custGeom>
              <a:avLst/>
              <a:gdLst/>
              <a:ahLst/>
              <a:cxnLst/>
              <a:rect l="l" t="t" r="r" b="b"/>
              <a:pathLst>
                <a:path w="8789" h="16468" extrusionOk="0">
                  <a:moveTo>
                    <a:pt x="5461" y="0"/>
                  </a:moveTo>
                  <a:cubicBezTo>
                    <a:pt x="2133" y="0"/>
                    <a:pt x="0" y="3712"/>
                    <a:pt x="683" y="8234"/>
                  </a:cubicBezTo>
                  <a:cubicBezTo>
                    <a:pt x="1408" y="12799"/>
                    <a:pt x="4607" y="16467"/>
                    <a:pt x="7935" y="16467"/>
                  </a:cubicBezTo>
                  <a:cubicBezTo>
                    <a:pt x="8191" y="16467"/>
                    <a:pt x="8490" y="16425"/>
                    <a:pt x="8788" y="16382"/>
                  </a:cubicBezTo>
                  <a:cubicBezTo>
                    <a:pt x="5759" y="15785"/>
                    <a:pt x="3029" y="12372"/>
                    <a:pt x="2389" y="8234"/>
                  </a:cubicBezTo>
                  <a:cubicBezTo>
                    <a:pt x="1792" y="4096"/>
                    <a:pt x="3498" y="683"/>
                    <a:pt x="6314" y="128"/>
                  </a:cubicBezTo>
                  <a:cubicBezTo>
                    <a:pt x="6015" y="43"/>
                    <a:pt x="5717" y="0"/>
                    <a:pt x="5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3" name="Google Shape;8803;p103"/>
            <p:cNvSpPr/>
            <p:nvPr/>
          </p:nvSpPr>
          <p:spPr>
            <a:xfrm>
              <a:off x="823214" y="631774"/>
              <a:ext cx="140439" cy="264435"/>
            </a:xfrm>
            <a:custGeom>
              <a:avLst/>
              <a:gdLst/>
              <a:ahLst/>
              <a:cxnLst/>
              <a:rect l="l" t="t" r="r" b="b"/>
              <a:pathLst>
                <a:path w="8746" h="16468" extrusionOk="0">
                  <a:moveTo>
                    <a:pt x="5461" y="0"/>
                  </a:moveTo>
                  <a:cubicBezTo>
                    <a:pt x="2133" y="0"/>
                    <a:pt x="0" y="3712"/>
                    <a:pt x="683" y="8234"/>
                  </a:cubicBezTo>
                  <a:cubicBezTo>
                    <a:pt x="1365" y="12799"/>
                    <a:pt x="4607" y="16467"/>
                    <a:pt x="7935" y="16467"/>
                  </a:cubicBezTo>
                  <a:cubicBezTo>
                    <a:pt x="8191" y="16467"/>
                    <a:pt x="8490" y="16425"/>
                    <a:pt x="8746" y="16382"/>
                  </a:cubicBezTo>
                  <a:cubicBezTo>
                    <a:pt x="5759" y="15785"/>
                    <a:pt x="3029" y="12372"/>
                    <a:pt x="2389" y="8234"/>
                  </a:cubicBezTo>
                  <a:cubicBezTo>
                    <a:pt x="1792" y="4096"/>
                    <a:pt x="3498" y="683"/>
                    <a:pt x="6314" y="128"/>
                  </a:cubicBezTo>
                  <a:cubicBezTo>
                    <a:pt x="6015" y="43"/>
                    <a:pt x="5717" y="0"/>
                    <a:pt x="5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4" name="Google Shape;8804;p103"/>
            <p:cNvSpPr/>
            <p:nvPr/>
          </p:nvSpPr>
          <p:spPr>
            <a:xfrm>
              <a:off x="1051327" y="631774"/>
              <a:ext cx="140439" cy="264435"/>
            </a:xfrm>
            <a:custGeom>
              <a:avLst/>
              <a:gdLst/>
              <a:ahLst/>
              <a:cxnLst/>
              <a:rect l="l" t="t" r="r" b="b"/>
              <a:pathLst>
                <a:path w="8746" h="16468" extrusionOk="0">
                  <a:moveTo>
                    <a:pt x="5418" y="0"/>
                  </a:moveTo>
                  <a:cubicBezTo>
                    <a:pt x="2133" y="0"/>
                    <a:pt x="0" y="3712"/>
                    <a:pt x="683" y="8234"/>
                  </a:cubicBezTo>
                  <a:cubicBezTo>
                    <a:pt x="1365" y="12799"/>
                    <a:pt x="4607" y="16467"/>
                    <a:pt x="7892" y="16467"/>
                  </a:cubicBezTo>
                  <a:cubicBezTo>
                    <a:pt x="8191" y="16467"/>
                    <a:pt x="8490" y="16425"/>
                    <a:pt x="8746" y="16382"/>
                  </a:cubicBezTo>
                  <a:cubicBezTo>
                    <a:pt x="5759" y="15785"/>
                    <a:pt x="3029" y="12372"/>
                    <a:pt x="2389" y="8234"/>
                  </a:cubicBezTo>
                  <a:cubicBezTo>
                    <a:pt x="1749" y="4096"/>
                    <a:pt x="3498" y="683"/>
                    <a:pt x="6314" y="128"/>
                  </a:cubicBezTo>
                  <a:cubicBezTo>
                    <a:pt x="6015" y="43"/>
                    <a:pt x="5717" y="0"/>
                    <a:pt x="5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5" name="Google Shape;8805;p103"/>
            <p:cNvSpPr/>
            <p:nvPr/>
          </p:nvSpPr>
          <p:spPr>
            <a:xfrm>
              <a:off x="1279440" y="631774"/>
              <a:ext cx="140439" cy="264435"/>
            </a:xfrm>
            <a:custGeom>
              <a:avLst/>
              <a:gdLst/>
              <a:ahLst/>
              <a:cxnLst/>
              <a:rect l="l" t="t" r="r" b="b"/>
              <a:pathLst>
                <a:path w="8746" h="16468" extrusionOk="0">
                  <a:moveTo>
                    <a:pt x="5418" y="0"/>
                  </a:moveTo>
                  <a:cubicBezTo>
                    <a:pt x="2133" y="0"/>
                    <a:pt x="0" y="3712"/>
                    <a:pt x="683" y="8234"/>
                  </a:cubicBezTo>
                  <a:cubicBezTo>
                    <a:pt x="1365" y="12799"/>
                    <a:pt x="4607" y="16467"/>
                    <a:pt x="7892" y="16467"/>
                  </a:cubicBezTo>
                  <a:cubicBezTo>
                    <a:pt x="8191" y="16467"/>
                    <a:pt x="8447" y="16425"/>
                    <a:pt x="8746" y="16382"/>
                  </a:cubicBezTo>
                  <a:cubicBezTo>
                    <a:pt x="5759" y="15785"/>
                    <a:pt x="3029" y="12372"/>
                    <a:pt x="2389" y="8234"/>
                  </a:cubicBezTo>
                  <a:cubicBezTo>
                    <a:pt x="1749" y="4096"/>
                    <a:pt x="3456" y="683"/>
                    <a:pt x="6271" y="128"/>
                  </a:cubicBezTo>
                  <a:cubicBezTo>
                    <a:pt x="6015" y="43"/>
                    <a:pt x="5717" y="0"/>
                    <a:pt x="5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6" name="Google Shape;8806;p103"/>
            <p:cNvSpPr/>
            <p:nvPr/>
          </p:nvSpPr>
          <p:spPr>
            <a:xfrm>
              <a:off x="1506862" y="631774"/>
              <a:ext cx="141129" cy="264435"/>
            </a:xfrm>
            <a:custGeom>
              <a:avLst/>
              <a:gdLst/>
              <a:ahLst/>
              <a:cxnLst/>
              <a:rect l="l" t="t" r="r" b="b"/>
              <a:pathLst>
                <a:path w="8789" h="16468" extrusionOk="0">
                  <a:moveTo>
                    <a:pt x="5461" y="0"/>
                  </a:moveTo>
                  <a:cubicBezTo>
                    <a:pt x="2133" y="0"/>
                    <a:pt x="0" y="3712"/>
                    <a:pt x="726" y="8234"/>
                  </a:cubicBezTo>
                  <a:cubicBezTo>
                    <a:pt x="1408" y="12799"/>
                    <a:pt x="4608" y="16467"/>
                    <a:pt x="7935" y="16467"/>
                  </a:cubicBezTo>
                  <a:cubicBezTo>
                    <a:pt x="8234" y="16467"/>
                    <a:pt x="8490" y="16425"/>
                    <a:pt x="8789" y="16382"/>
                  </a:cubicBezTo>
                  <a:cubicBezTo>
                    <a:pt x="5802" y="15785"/>
                    <a:pt x="3029" y="12372"/>
                    <a:pt x="2432" y="8234"/>
                  </a:cubicBezTo>
                  <a:cubicBezTo>
                    <a:pt x="1792" y="4096"/>
                    <a:pt x="3499" y="683"/>
                    <a:pt x="6314" y="128"/>
                  </a:cubicBezTo>
                  <a:cubicBezTo>
                    <a:pt x="6016" y="43"/>
                    <a:pt x="5760" y="0"/>
                    <a:pt x="5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7" name="Google Shape;8807;p103"/>
            <p:cNvSpPr/>
            <p:nvPr/>
          </p:nvSpPr>
          <p:spPr>
            <a:xfrm>
              <a:off x="1734975" y="631774"/>
              <a:ext cx="140439" cy="264435"/>
            </a:xfrm>
            <a:custGeom>
              <a:avLst/>
              <a:gdLst/>
              <a:ahLst/>
              <a:cxnLst/>
              <a:rect l="l" t="t" r="r" b="b"/>
              <a:pathLst>
                <a:path w="8746" h="16468" extrusionOk="0">
                  <a:moveTo>
                    <a:pt x="5461" y="0"/>
                  </a:moveTo>
                  <a:cubicBezTo>
                    <a:pt x="2133" y="0"/>
                    <a:pt x="0" y="3712"/>
                    <a:pt x="683" y="8234"/>
                  </a:cubicBezTo>
                  <a:cubicBezTo>
                    <a:pt x="1366" y="12799"/>
                    <a:pt x="4608" y="16467"/>
                    <a:pt x="7935" y="16467"/>
                  </a:cubicBezTo>
                  <a:cubicBezTo>
                    <a:pt x="8191" y="16467"/>
                    <a:pt x="8490" y="16425"/>
                    <a:pt x="8746" y="16382"/>
                  </a:cubicBezTo>
                  <a:cubicBezTo>
                    <a:pt x="5760" y="15785"/>
                    <a:pt x="3029" y="12372"/>
                    <a:pt x="2389" y="8234"/>
                  </a:cubicBezTo>
                  <a:cubicBezTo>
                    <a:pt x="1792" y="4096"/>
                    <a:pt x="3499" y="683"/>
                    <a:pt x="6314" y="128"/>
                  </a:cubicBezTo>
                  <a:cubicBezTo>
                    <a:pt x="6016" y="43"/>
                    <a:pt x="5717" y="0"/>
                    <a:pt x="54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8" name="Google Shape;8808;p103"/>
            <p:cNvSpPr/>
            <p:nvPr/>
          </p:nvSpPr>
          <p:spPr>
            <a:xfrm>
              <a:off x="2272725" y="1131163"/>
              <a:ext cx="296630" cy="2564752"/>
            </a:xfrm>
            <a:custGeom>
              <a:avLst/>
              <a:gdLst/>
              <a:ahLst/>
              <a:cxnLst/>
              <a:rect l="l" t="t" r="r" b="b"/>
              <a:pathLst>
                <a:path w="18473" h="159723" extrusionOk="0">
                  <a:moveTo>
                    <a:pt x="17789" y="555"/>
                  </a:moveTo>
                  <a:lnTo>
                    <a:pt x="17789" y="159082"/>
                  </a:lnTo>
                  <a:lnTo>
                    <a:pt x="683" y="159082"/>
                  </a:lnTo>
                  <a:lnTo>
                    <a:pt x="683" y="555"/>
                  </a:lnTo>
                  <a:close/>
                  <a:moveTo>
                    <a:pt x="0" y="0"/>
                  </a:moveTo>
                  <a:lnTo>
                    <a:pt x="0" y="159722"/>
                  </a:lnTo>
                  <a:lnTo>
                    <a:pt x="18472" y="159722"/>
                  </a:lnTo>
                  <a:lnTo>
                    <a:pt x="18472" y="0"/>
                  </a:lnTo>
                  <a:close/>
                </a:path>
              </a:pathLst>
            </a:custGeom>
            <a:solidFill>
              <a:srgbClr val="51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9" name="Google Shape;8809;p103"/>
            <p:cNvSpPr/>
            <p:nvPr/>
          </p:nvSpPr>
          <p:spPr>
            <a:xfrm>
              <a:off x="-184458" y="667888"/>
              <a:ext cx="366496" cy="318741"/>
            </a:xfrm>
            <a:custGeom>
              <a:avLst/>
              <a:gdLst/>
              <a:ahLst/>
              <a:cxnLst/>
              <a:rect l="l" t="t" r="r" b="b"/>
              <a:pathLst>
                <a:path w="22824" h="19850" extrusionOk="0">
                  <a:moveTo>
                    <a:pt x="18135" y="1"/>
                  </a:moveTo>
                  <a:cubicBezTo>
                    <a:pt x="17587" y="1"/>
                    <a:pt x="17193" y="140"/>
                    <a:pt x="17193" y="140"/>
                  </a:cubicBezTo>
                  <a:cubicBezTo>
                    <a:pt x="17193" y="140"/>
                    <a:pt x="17150" y="1889"/>
                    <a:pt x="15060" y="3041"/>
                  </a:cubicBezTo>
                  <a:cubicBezTo>
                    <a:pt x="12969" y="4193"/>
                    <a:pt x="9642" y="4193"/>
                    <a:pt x="7167" y="5174"/>
                  </a:cubicBezTo>
                  <a:cubicBezTo>
                    <a:pt x="4693" y="6156"/>
                    <a:pt x="5376" y="7179"/>
                    <a:pt x="5376" y="7179"/>
                  </a:cubicBezTo>
                  <a:cubicBezTo>
                    <a:pt x="5376" y="7179"/>
                    <a:pt x="4860" y="7030"/>
                    <a:pt x="4333" y="7030"/>
                  </a:cubicBezTo>
                  <a:cubicBezTo>
                    <a:pt x="3927" y="7030"/>
                    <a:pt x="3514" y="7119"/>
                    <a:pt x="3328" y="7435"/>
                  </a:cubicBezTo>
                  <a:cubicBezTo>
                    <a:pt x="3029" y="7777"/>
                    <a:pt x="3115" y="8289"/>
                    <a:pt x="3456" y="8545"/>
                  </a:cubicBezTo>
                  <a:cubicBezTo>
                    <a:pt x="1835" y="8630"/>
                    <a:pt x="726" y="9867"/>
                    <a:pt x="1024" y="10550"/>
                  </a:cubicBezTo>
                  <a:cubicBezTo>
                    <a:pt x="1125" y="10836"/>
                    <a:pt x="1400" y="10923"/>
                    <a:pt x="1695" y="10923"/>
                  </a:cubicBezTo>
                  <a:cubicBezTo>
                    <a:pt x="2146" y="10923"/>
                    <a:pt x="2645" y="10720"/>
                    <a:pt x="2645" y="10720"/>
                  </a:cubicBezTo>
                  <a:lnTo>
                    <a:pt x="2645" y="10720"/>
                  </a:lnTo>
                  <a:cubicBezTo>
                    <a:pt x="0" y="13152"/>
                    <a:pt x="2645" y="17333"/>
                    <a:pt x="2645" y="17333"/>
                  </a:cubicBezTo>
                  <a:cubicBezTo>
                    <a:pt x="2645" y="17333"/>
                    <a:pt x="2261" y="18570"/>
                    <a:pt x="4693" y="19679"/>
                  </a:cubicBezTo>
                  <a:lnTo>
                    <a:pt x="14121" y="19850"/>
                  </a:lnTo>
                  <a:cubicBezTo>
                    <a:pt x="16937" y="16224"/>
                    <a:pt x="20648" y="12171"/>
                    <a:pt x="20648" y="9824"/>
                  </a:cubicBezTo>
                  <a:cubicBezTo>
                    <a:pt x="20221" y="9696"/>
                    <a:pt x="19966" y="9483"/>
                    <a:pt x="20051" y="8971"/>
                  </a:cubicBezTo>
                  <a:cubicBezTo>
                    <a:pt x="21544" y="8033"/>
                    <a:pt x="21331" y="5942"/>
                    <a:pt x="21331" y="5942"/>
                  </a:cubicBezTo>
                  <a:lnTo>
                    <a:pt x="20435" y="5857"/>
                  </a:lnTo>
                  <a:cubicBezTo>
                    <a:pt x="22824" y="3596"/>
                    <a:pt x="21800" y="1676"/>
                    <a:pt x="21800" y="1676"/>
                  </a:cubicBezTo>
                  <a:lnTo>
                    <a:pt x="21800" y="1676"/>
                  </a:lnTo>
                  <a:lnTo>
                    <a:pt x="21032" y="2401"/>
                  </a:lnTo>
                  <a:cubicBezTo>
                    <a:pt x="20368" y="382"/>
                    <a:pt x="19041" y="1"/>
                    <a:pt x="181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0" name="Google Shape;8810;p103"/>
            <p:cNvSpPr/>
            <p:nvPr/>
          </p:nvSpPr>
          <p:spPr>
            <a:xfrm>
              <a:off x="-184458" y="742748"/>
              <a:ext cx="329516" cy="243881"/>
            </a:xfrm>
            <a:custGeom>
              <a:avLst/>
              <a:gdLst/>
              <a:ahLst/>
              <a:cxnLst/>
              <a:rect l="l" t="t" r="r" b="b"/>
              <a:pathLst>
                <a:path w="20521" h="15188" extrusionOk="0">
                  <a:moveTo>
                    <a:pt x="8788" y="0"/>
                  </a:moveTo>
                  <a:cubicBezTo>
                    <a:pt x="8234" y="128"/>
                    <a:pt x="7679" y="299"/>
                    <a:pt x="7167" y="512"/>
                  </a:cubicBezTo>
                  <a:cubicBezTo>
                    <a:pt x="4693" y="1494"/>
                    <a:pt x="5333" y="2517"/>
                    <a:pt x="5333" y="2517"/>
                  </a:cubicBezTo>
                  <a:cubicBezTo>
                    <a:pt x="5333" y="2517"/>
                    <a:pt x="4846" y="2386"/>
                    <a:pt x="4340" y="2386"/>
                  </a:cubicBezTo>
                  <a:cubicBezTo>
                    <a:pt x="3935" y="2386"/>
                    <a:pt x="3517" y="2470"/>
                    <a:pt x="3328" y="2773"/>
                  </a:cubicBezTo>
                  <a:cubicBezTo>
                    <a:pt x="3029" y="3115"/>
                    <a:pt x="3115" y="3627"/>
                    <a:pt x="3456" y="3883"/>
                  </a:cubicBezTo>
                  <a:cubicBezTo>
                    <a:pt x="1835" y="4011"/>
                    <a:pt x="726" y="5205"/>
                    <a:pt x="1024" y="5930"/>
                  </a:cubicBezTo>
                  <a:cubicBezTo>
                    <a:pt x="1125" y="6217"/>
                    <a:pt x="1400" y="6304"/>
                    <a:pt x="1695" y="6304"/>
                  </a:cubicBezTo>
                  <a:cubicBezTo>
                    <a:pt x="2146" y="6304"/>
                    <a:pt x="2645" y="6101"/>
                    <a:pt x="2645" y="6101"/>
                  </a:cubicBezTo>
                  <a:lnTo>
                    <a:pt x="2645" y="6101"/>
                  </a:lnTo>
                  <a:cubicBezTo>
                    <a:pt x="0" y="8490"/>
                    <a:pt x="2645" y="12671"/>
                    <a:pt x="2645" y="12671"/>
                  </a:cubicBezTo>
                  <a:cubicBezTo>
                    <a:pt x="2645" y="12671"/>
                    <a:pt x="2261" y="13951"/>
                    <a:pt x="4693" y="15017"/>
                  </a:cubicBezTo>
                  <a:lnTo>
                    <a:pt x="14121" y="15188"/>
                  </a:lnTo>
                  <a:cubicBezTo>
                    <a:pt x="16638" y="11903"/>
                    <a:pt x="19923" y="8277"/>
                    <a:pt x="20520" y="5888"/>
                  </a:cubicBezTo>
                  <a:lnTo>
                    <a:pt x="20520" y="5888"/>
                  </a:lnTo>
                  <a:cubicBezTo>
                    <a:pt x="19710" y="6016"/>
                    <a:pt x="18899" y="6058"/>
                    <a:pt x="18088" y="6058"/>
                  </a:cubicBezTo>
                  <a:cubicBezTo>
                    <a:pt x="13012" y="6058"/>
                    <a:pt x="8916" y="3371"/>
                    <a:pt x="87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1" name="Google Shape;8811;p103"/>
            <p:cNvSpPr/>
            <p:nvPr/>
          </p:nvSpPr>
          <p:spPr>
            <a:xfrm>
              <a:off x="-105006" y="881115"/>
              <a:ext cx="679569" cy="463789"/>
            </a:xfrm>
            <a:custGeom>
              <a:avLst/>
              <a:gdLst/>
              <a:ahLst/>
              <a:cxnLst/>
              <a:rect l="l" t="t" r="r" b="b"/>
              <a:pathLst>
                <a:path w="42321" h="28883" extrusionOk="0">
                  <a:moveTo>
                    <a:pt x="34513" y="1"/>
                  </a:moveTo>
                  <a:cubicBezTo>
                    <a:pt x="34513" y="1"/>
                    <a:pt x="24488" y="9258"/>
                    <a:pt x="23336" y="10282"/>
                  </a:cubicBezTo>
                  <a:cubicBezTo>
                    <a:pt x="22142" y="11306"/>
                    <a:pt x="1" y="17065"/>
                    <a:pt x="769" y="23080"/>
                  </a:cubicBezTo>
                  <a:cubicBezTo>
                    <a:pt x="1180" y="26145"/>
                    <a:pt x="7846" y="28883"/>
                    <a:pt x="12561" y="28883"/>
                  </a:cubicBezTo>
                  <a:cubicBezTo>
                    <a:pt x="13227" y="28883"/>
                    <a:pt x="13855" y="28828"/>
                    <a:pt x="14420" y="28712"/>
                  </a:cubicBezTo>
                  <a:cubicBezTo>
                    <a:pt x="19241" y="27730"/>
                    <a:pt x="30802" y="22398"/>
                    <a:pt x="31826" y="21502"/>
                  </a:cubicBezTo>
                  <a:cubicBezTo>
                    <a:pt x="32807" y="20606"/>
                    <a:pt x="38694" y="18046"/>
                    <a:pt x="42320" y="6571"/>
                  </a:cubicBezTo>
                  <a:lnTo>
                    <a:pt x="34513" y="1"/>
                  </a:lnTo>
                  <a:close/>
                </a:path>
              </a:pathLst>
            </a:custGeom>
            <a:solidFill>
              <a:srgbClr val="F2EF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2" name="Google Shape;8812;p103"/>
            <p:cNvSpPr/>
            <p:nvPr/>
          </p:nvSpPr>
          <p:spPr>
            <a:xfrm>
              <a:off x="-94729" y="927024"/>
              <a:ext cx="669293" cy="417880"/>
            </a:xfrm>
            <a:custGeom>
              <a:avLst/>
              <a:gdLst/>
              <a:ahLst/>
              <a:cxnLst/>
              <a:rect l="l" t="t" r="r" b="b"/>
              <a:pathLst>
                <a:path w="41681" h="26024" extrusionOk="0">
                  <a:moveTo>
                    <a:pt x="37286" y="0"/>
                  </a:moveTo>
                  <a:cubicBezTo>
                    <a:pt x="34727" y="3882"/>
                    <a:pt x="29479" y="9258"/>
                    <a:pt x="1195" y="17534"/>
                  </a:cubicBezTo>
                  <a:cubicBezTo>
                    <a:pt x="428" y="18387"/>
                    <a:pt x="1" y="19283"/>
                    <a:pt x="129" y="20179"/>
                  </a:cubicBezTo>
                  <a:cubicBezTo>
                    <a:pt x="540" y="23281"/>
                    <a:pt x="7174" y="26024"/>
                    <a:pt x="11881" y="26024"/>
                  </a:cubicBezTo>
                  <a:cubicBezTo>
                    <a:pt x="12546" y="26024"/>
                    <a:pt x="13173" y="25969"/>
                    <a:pt x="13738" y="25853"/>
                  </a:cubicBezTo>
                  <a:cubicBezTo>
                    <a:pt x="18601" y="24871"/>
                    <a:pt x="30162" y="19496"/>
                    <a:pt x="31186" y="18643"/>
                  </a:cubicBezTo>
                  <a:cubicBezTo>
                    <a:pt x="32167" y="17747"/>
                    <a:pt x="38012" y="15187"/>
                    <a:pt x="41680" y="3712"/>
                  </a:cubicBezTo>
                  <a:lnTo>
                    <a:pt x="37286" y="0"/>
                  </a:lnTo>
                  <a:close/>
                </a:path>
              </a:pathLst>
            </a:custGeom>
            <a:solidFill>
              <a:srgbClr val="DDD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3" name="Google Shape;8813;p103"/>
            <p:cNvSpPr/>
            <p:nvPr/>
          </p:nvSpPr>
          <p:spPr>
            <a:xfrm>
              <a:off x="-289266" y="1682786"/>
              <a:ext cx="530219" cy="1355847"/>
            </a:xfrm>
            <a:custGeom>
              <a:avLst/>
              <a:gdLst/>
              <a:ahLst/>
              <a:cxnLst/>
              <a:rect l="l" t="t" r="r" b="b"/>
              <a:pathLst>
                <a:path w="33020" h="84437" extrusionOk="0">
                  <a:moveTo>
                    <a:pt x="21372" y="1"/>
                  </a:moveTo>
                  <a:cubicBezTo>
                    <a:pt x="21134" y="1"/>
                    <a:pt x="20920" y="24"/>
                    <a:pt x="20733" y="74"/>
                  </a:cubicBezTo>
                  <a:cubicBezTo>
                    <a:pt x="6997" y="3786"/>
                    <a:pt x="0" y="11422"/>
                    <a:pt x="0" y="11422"/>
                  </a:cubicBezTo>
                  <a:cubicBezTo>
                    <a:pt x="0" y="11422"/>
                    <a:pt x="214" y="57283"/>
                    <a:pt x="10452" y="82964"/>
                  </a:cubicBezTo>
                  <a:cubicBezTo>
                    <a:pt x="11498" y="83923"/>
                    <a:pt x="12511" y="84437"/>
                    <a:pt x="13479" y="84437"/>
                  </a:cubicBezTo>
                  <a:cubicBezTo>
                    <a:pt x="14406" y="84437"/>
                    <a:pt x="15291" y="83966"/>
                    <a:pt x="16126" y="82964"/>
                  </a:cubicBezTo>
                  <a:cubicBezTo>
                    <a:pt x="32593" y="40730"/>
                    <a:pt x="33020" y="4810"/>
                    <a:pt x="33020" y="4810"/>
                  </a:cubicBezTo>
                  <a:cubicBezTo>
                    <a:pt x="33020" y="4810"/>
                    <a:pt x="24781" y="1"/>
                    <a:pt x="213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4" name="Google Shape;8814;p103"/>
            <p:cNvSpPr/>
            <p:nvPr/>
          </p:nvSpPr>
          <p:spPr>
            <a:xfrm>
              <a:off x="-239953" y="2249808"/>
              <a:ext cx="424737" cy="789515"/>
            </a:xfrm>
            <a:custGeom>
              <a:avLst/>
              <a:gdLst/>
              <a:ahLst/>
              <a:cxnLst/>
              <a:rect l="l" t="t" r="r" b="b"/>
              <a:pathLst>
                <a:path w="26451" h="49168" extrusionOk="0">
                  <a:moveTo>
                    <a:pt x="26450" y="0"/>
                  </a:moveTo>
                  <a:lnTo>
                    <a:pt x="26450" y="0"/>
                  </a:lnTo>
                  <a:cubicBezTo>
                    <a:pt x="23379" y="3669"/>
                    <a:pt x="19753" y="6869"/>
                    <a:pt x="15785" y="9556"/>
                  </a:cubicBezTo>
                  <a:cubicBezTo>
                    <a:pt x="10965" y="12841"/>
                    <a:pt x="5632" y="15273"/>
                    <a:pt x="1" y="16766"/>
                  </a:cubicBezTo>
                  <a:cubicBezTo>
                    <a:pt x="1537" y="27687"/>
                    <a:pt x="3883" y="38864"/>
                    <a:pt x="7381" y="47695"/>
                  </a:cubicBezTo>
                  <a:cubicBezTo>
                    <a:pt x="8427" y="48654"/>
                    <a:pt x="9440" y="49168"/>
                    <a:pt x="10408" y="49168"/>
                  </a:cubicBezTo>
                  <a:cubicBezTo>
                    <a:pt x="11335" y="49168"/>
                    <a:pt x="12220" y="48697"/>
                    <a:pt x="13055" y="47695"/>
                  </a:cubicBezTo>
                  <a:cubicBezTo>
                    <a:pt x="19070" y="32252"/>
                    <a:pt x="23550" y="16297"/>
                    <a:pt x="264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5" name="Google Shape;8815;p103"/>
            <p:cNvSpPr/>
            <p:nvPr/>
          </p:nvSpPr>
          <p:spPr>
            <a:xfrm>
              <a:off x="-104315" y="1998396"/>
              <a:ext cx="213741" cy="1035773"/>
            </a:xfrm>
            <a:custGeom>
              <a:avLst/>
              <a:gdLst/>
              <a:ahLst/>
              <a:cxnLst/>
              <a:rect l="l" t="t" r="r" b="b"/>
              <a:pathLst>
                <a:path w="13311" h="64504" extrusionOk="0">
                  <a:moveTo>
                    <a:pt x="1" y="1"/>
                  </a:moveTo>
                  <a:lnTo>
                    <a:pt x="5632" y="3798"/>
                  </a:lnTo>
                  <a:cubicBezTo>
                    <a:pt x="5632" y="3798"/>
                    <a:pt x="4011" y="45776"/>
                    <a:pt x="1323" y="64504"/>
                  </a:cubicBezTo>
                  <a:lnTo>
                    <a:pt x="2816" y="63608"/>
                  </a:lnTo>
                  <a:cubicBezTo>
                    <a:pt x="2688" y="63053"/>
                    <a:pt x="7808" y="3968"/>
                    <a:pt x="7808" y="3968"/>
                  </a:cubicBezTo>
                  <a:lnTo>
                    <a:pt x="13311" y="1451"/>
                  </a:lnTo>
                  <a:lnTo>
                    <a:pt x="13311" y="1451"/>
                  </a:lnTo>
                  <a:cubicBezTo>
                    <a:pt x="13310" y="1451"/>
                    <a:pt x="7294" y="2735"/>
                    <a:pt x="6540" y="2735"/>
                  </a:cubicBezTo>
                  <a:cubicBezTo>
                    <a:pt x="6516" y="2735"/>
                    <a:pt x="6498" y="2734"/>
                    <a:pt x="6485" y="2731"/>
                  </a:cubicBezTo>
                  <a:cubicBezTo>
                    <a:pt x="6101" y="2603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6" name="Google Shape;8816;p103"/>
            <p:cNvSpPr/>
            <p:nvPr/>
          </p:nvSpPr>
          <p:spPr>
            <a:xfrm>
              <a:off x="-78960" y="2996964"/>
              <a:ext cx="155517" cy="57084"/>
            </a:xfrm>
            <a:custGeom>
              <a:avLst/>
              <a:gdLst/>
              <a:ahLst/>
              <a:cxnLst/>
              <a:rect l="l" t="t" r="r" b="b"/>
              <a:pathLst>
                <a:path w="9685" h="3555" extrusionOk="0">
                  <a:moveTo>
                    <a:pt x="2405" y="0"/>
                  </a:moveTo>
                  <a:cubicBezTo>
                    <a:pt x="2205" y="0"/>
                    <a:pt x="2041" y="31"/>
                    <a:pt x="1920" y="99"/>
                  </a:cubicBezTo>
                  <a:cubicBezTo>
                    <a:pt x="725" y="781"/>
                    <a:pt x="0" y="3554"/>
                    <a:pt x="0" y="3554"/>
                  </a:cubicBezTo>
                  <a:lnTo>
                    <a:pt x="9684" y="3554"/>
                  </a:lnTo>
                  <a:cubicBezTo>
                    <a:pt x="8348" y="2256"/>
                    <a:pt x="4106" y="0"/>
                    <a:pt x="240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7" name="Google Shape;8817;p103"/>
            <p:cNvSpPr/>
            <p:nvPr/>
          </p:nvSpPr>
          <p:spPr>
            <a:xfrm>
              <a:off x="-200901" y="2996964"/>
              <a:ext cx="132908" cy="57084"/>
            </a:xfrm>
            <a:custGeom>
              <a:avLst/>
              <a:gdLst/>
              <a:ahLst/>
              <a:cxnLst/>
              <a:rect l="l" t="t" r="r" b="b"/>
              <a:pathLst>
                <a:path w="8277" h="3555" extrusionOk="0">
                  <a:moveTo>
                    <a:pt x="6368" y="0"/>
                  </a:moveTo>
                  <a:cubicBezTo>
                    <a:pt x="4686" y="0"/>
                    <a:pt x="993" y="2256"/>
                    <a:pt x="1" y="3554"/>
                  </a:cubicBezTo>
                  <a:lnTo>
                    <a:pt x="8277" y="3554"/>
                  </a:lnTo>
                  <a:cubicBezTo>
                    <a:pt x="8277" y="3554"/>
                    <a:pt x="8106" y="781"/>
                    <a:pt x="6869" y="99"/>
                  </a:cubicBezTo>
                  <a:cubicBezTo>
                    <a:pt x="6735" y="31"/>
                    <a:pt x="6565" y="0"/>
                    <a:pt x="63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8" name="Google Shape;8818;p103"/>
            <p:cNvSpPr/>
            <p:nvPr/>
          </p:nvSpPr>
          <p:spPr>
            <a:xfrm>
              <a:off x="-355711" y="1100236"/>
              <a:ext cx="612417" cy="796789"/>
            </a:xfrm>
            <a:custGeom>
              <a:avLst/>
              <a:gdLst/>
              <a:ahLst/>
              <a:cxnLst/>
              <a:rect l="l" t="t" r="r" b="b"/>
              <a:pathLst>
                <a:path w="38139" h="49621" extrusionOk="0">
                  <a:moveTo>
                    <a:pt x="21367" y="0"/>
                  </a:moveTo>
                  <a:cubicBezTo>
                    <a:pt x="16800" y="0"/>
                    <a:pt x="5189" y="3983"/>
                    <a:pt x="3584" y="6832"/>
                  </a:cubicBezTo>
                  <a:cubicBezTo>
                    <a:pt x="0" y="13445"/>
                    <a:pt x="3498" y="49621"/>
                    <a:pt x="3498" y="49621"/>
                  </a:cubicBezTo>
                  <a:cubicBezTo>
                    <a:pt x="11860" y="48938"/>
                    <a:pt x="25213" y="40449"/>
                    <a:pt x="25213" y="40449"/>
                  </a:cubicBezTo>
                  <a:lnTo>
                    <a:pt x="27132" y="36823"/>
                  </a:lnTo>
                  <a:lnTo>
                    <a:pt x="28668" y="41430"/>
                  </a:lnTo>
                  <a:cubicBezTo>
                    <a:pt x="28668" y="41430"/>
                    <a:pt x="34897" y="46165"/>
                    <a:pt x="37200" y="47275"/>
                  </a:cubicBezTo>
                  <a:cubicBezTo>
                    <a:pt x="37200" y="47275"/>
                    <a:pt x="38139" y="34092"/>
                    <a:pt x="37712" y="25432"/>
                  </a:cubicBezTo>
                  <a:cubicBezTo>
                    <a:pt x="37286" y="16217"/>
                    <a:pt x="36304" y="9306"/>
                    <a:pt x="35750" y="8325"/>
                  </a:cubicBezTo>
                  <a:cubicBezTo>
                    <a:pt x="35195" y="7301"/>
                    <a:pt x="25981" y="604"/>
                    <a:pt x="22141" y="49"/>
                  </a:cubicBezTo>
                  <a:cubicBezTo>
                    <a:pt x="21914" y="16"/>
                    <a:pt x="21654" y="0"/>
                    <a:pt x="213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9" name="Google Shape;8819;p103"/>
            <p:cNvSpPr/>
            <p:nvPr/>
          </p:nvSpPr>
          <p:spPr>
            <a:xfrm>
              <a:off x="49130" y="1611362"/>
              <a:ext cx="33576" cy="49329"/>
            </a:xfrm>
            <a:custGeom>
              <a:avLst/>
              <a:gdLst/>
              <a:ahLst/>
              <a:cxnLst/>
              <a:rect l="l" t="t" r="r" b="b"/>
              <a:pathLst>
                <a:path w="2091" h="3072" extrusionOk="0">
                  <a:moveTo>
                    <a:pt x="1067" y="0"/>
                  </a:moveTo>
                  <a:cubicBezTo>
                    <a:pt x="470" y="0"/>
                    <a:pt x="1" y="683"/>
                    <a:pt x="1" y="1536"/>
                  </a:cubicBezTo>
                  <a:cubicBezTo>
                    <a:pt x="1" y="2389"/>
                    <a:pt x="470" y="3072"/>
                    <a:pt x="1067" y="3072"/>
                  </a:cubicBezTo>
                  <a:cubicBezTo>
                    <a:pt x="1622" y="3072"/>
                    <a:pt x="2091" y="2389"/>
                    <a:pt x="2091" y="1536"/>
                  </a:cubicBezTo>
                  <a:cubicBezTo>
                    <a:pt x="2091" y="683"/>
                    <a:pt x="1622" y="0"/>
                    <a:pt x="106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0" name="Google Shape;8820;p103"/>
            <p:cNvSpPr/>
            <p:nvPr/>
          </p:nvSpPr>
          <p:spPr>
            <a:xfrm>
              <a:off x="52550" y="1607942"/>
              <a:ext cx="30156" cy="43853"/>
            </a:xfrm>
            <a:custGeom>
              <a:avLst/>
              <a:gdLst/>
              <a:ahLst/>
              <a:cxnLst/>
              <a:rect l="l" t="t" r="r" b="b"/>
              <a:pathLst>
                <a:path w="1878" h="2731" extrusionOk="0">
                  <a:moveTo>
                    <a:pt x="939" y="0"/>
                  </a:moveTo>
                  <a:cubicBezTo>
                    <a:pt x="428" y="0"/>
                    <a:pt x="1" y="597"/>
                    <a:pt x="1" y="1365"/>
                  </a:cubicBezTo>
                  <a:cubicBezTo>
                    <a:pt x="1" y="2090"/>
                    <a:pt x="428" y="2730"/>
                    <a:pt x="939" y="2730"/>
                  </a:cubicBezTo>
                  <a:cubicBezTo>
                    <a:pt x="1451" y="2730"/>
                    <a:pt x="1878" y="2090"/>
                    <a:pt x="1878" y="1365"/>
                  </a:cubicBezTo>
                  <a:cubicBezTo>
                    <a:pt x="1878" y="597"/>
                    <a:pt x="1451" y="0"/>
                    <a:pt x="939" y="0"/>
                  </a:cubicBezTo>
                  <a:close/>
                </a:path>
              </a:pathLst>
            </a:custGeom>
            <a:solidFill>
              <a:srgbClr val="DDD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1" name="Google Shape;8821;p103"/>
            <p:cNvSpPr/>
            <p:nvPr/>
          </p:nvSpPr>
          <p:spPr>
            <a:xfrm>
              <a:off x="51186" y="1525728"/>
              <a:ext cx="32902" cy="49345"/>
            </a:xfrm>
            <a:custGeom>
              <a:avLst/>
              <a:gdLst/>
              <a:ahLst/>
              <a:cxnLst/>
              <a:rect l="l" t="t" r="r" b="b"/>
              <a:pathLst>
                <a:path w="2049" h="3073" extrusionOk="0">
                  <a:moveTo>
                    <a:pt x="1024" y="1"/>
                  </a:moveTo>
                  <a:cubicBezTo>
                    <a:pt x="470" y="1"/>
                    <a:pt x="1" y="683"/>
                    <a:pt x="1" y="1537"/>
                  </a:cubicBezTo>
                  <a:cubicBezTo>
                    <a:pt x="1" y="2390"/>
                    <a:pt x="470" y="3072"/>
                    <a:pt x="1024" y="3072"/>
                  </a:cubicBezTo>
                  <a:cubicBezTo>
                    <a:pt x="1622" y="3072"/>
                    <a:pt x="2048" y="2390"/>
                    <a:pt x="2048" y="1537"/>
                  </a:cubicBezTo>
                  <a:cubicBezTo>
                    <a:pt x="2048" y="683"/>
                    <a:pt x="1622" y="1"/>
                    <a:pt x="102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2" name="Google Shape;8822;p103"/>
            <p:cNvSpPr/>
            <p:nvPr/>
          </p:nvSpPr>
          <p:spPr>
            <a:xfrm>
              <a:off x="55296" y="1524363"/>
              <a:ext cx="30156" cy="43179"/>
            </a:xfrm>
            <a:custGeom>
              <a:avLst/>
              <a:gdLst/>
              <a:ahLst/>
              <a:cxnLst/>
              <a:rect l="l" t="t" r="r" b="b"/>
              <a:pathLst>
                <a:path w="1878" h="2689" extrusionOk="0">
                  <a:moveTo>
                    <a:pt x="939" y="0"/>
                  </a:moveTo>
                  <a:cubicBezTo>
                    <a:pt x="427" y="0"/>
                    <a:pt x="1" y="598"/>
                    <a:pt x="1" y="1323"/>
                  </a:cubicBezTo>
                  <a:cubicBezTo>
                    <a:pt x="1" y="2091"/>
                    <a:pt x="427" y="2688"/>
                    <a:pt x="939" y="2688"/>
                  </a:cubicBezTo>
                  <a:cubicBezTo>
                    <a:pt x="1451" y="2688"/>
                    <a:pt x="1878" y="2091"/>
                    <a:pt x="1878" y="1323"/>
                  </a:cubicBezTo>
                  <a:cubicBezTo>
                    <a:pt x="1878" y="598"/>
                    <a:pt x="1451" y="0"/>
                    <a:pt x="939" y="0"/>
                  </a:cubicBezTo>
                  <a:close/>
                </a:path>
              </a:pathLst>
            </a:custGeom>
            <a:solidFill>
              <a:srgbClr val="DDD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3" name="Google Shape;8823;p103"/>
            <p:cNvSpPr/>
            <p:nvPr/>
          </p:nvSpPr>
          <p:spPr>
            <a:xfrm>
              <a:off x="-298852" y="1099658"/>
              <a:ext cx="387050" cy="120576"/>
            </a:xfrm>
            <a:custGeom>
              <a:avLst/>
              <a:gdLst/>
              <a:ahLst/>
              <a:cxnLst/>
              <a:rect l="l" t="t" r="r" b="b"/>
              <a:pathLst>
                <a:path w="24104" h="7509" extrusionOk="0">
                  <a:moveTo>
                    <a:pt x="17887" y="1"/>
                  </a:moveTo>
                  <a:cubicBezTo>
                    <a:pt x="13363" y="1"/>
                    <a:pt x="1655" y="4006"/>
                    <a:pt x="43" y="6868"/>
                  </a:cubicBezTo>
                  <a:cubicBezTo>
                    <a:pt x="43" y="6911"/>
                    <a:pt x="0" y="6996"/>
                    <a:pt x="0" y="7039"/>
                  </a:cubicBezTo>
                  <a:cubicBezTo>
                    <a:pt x="2389" y="7337"/>
                    <a:pt x="4821" y="7508"/>
                    <a:pt x="7252" y="7508"/>
                  </a:cubicBezTo>
                  <a:cubicBezTo>
                    <a:pt x="16552" y="7508"/>
                    <a:pt x="24103" y="5290"/>
                    <a:pt x="24103" y="2559"/>
                  </a:cubicBezTo>
                  <a:cubicBezTo>
                    <a:pt x="24103" y="2517"/>
                    <a:pt x="24103" y="2474"/>
                    <a:pt x="24103" y="2431"/>
                  </a:cubicBezTo>
                  <a:cubicBezTo>
                    <a:pt x="22013" y="1237"/>
                    <a:pt x="19965" y="256"/>
                    <a:pt x="18600" y="42"/>
                  </a:cubicBezTo>
                  <a:cubicBezTo>
                    <a:pt x="18389" y="14"/>
                    <a:pt x="18150" y="1"/>
                    <a:pt x="178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4" name="Google Shape;8824;p103"/>
            <p:cNvSpPr/>
            <p:nvPr/>
          </p:nvSpPr>
          <p:spPr>
            <a:xfrm>
              <a:off x="-355037" y="1185614"/>
              <a:ext cx="280878" cy="711411"/>
            </a:xfrm>
            <a:custGeom>
              <a:avLst/>
              <a:gdLst/>
              <a:ahLst/>
              <a:cxnLst/>
              <a:rect l="l" t="t" r="r" b="b"/>
              <a:pathLst>
                <a:path w="17492" h="44304" extrusionOk="0">
                  <a:moveTo>
                    <a:pt x="9905" y="1"/>
                  </a:moveTo>
                  <a:cubicBezTo>
                    <a:pt x="8635" y="1"/>
                    <a:pt x="3954" y="1499"/>
                    <a:pt x="3456" y="1728"/>
                  </a:cubicBezTo>
                  <a:cubicBezTo>
                    <a:pt x="1" y="8895"/>
                    <a:pt x="3456" y="44304"/>
                    <a:pt x="3456" y="44304"/>
                  </a:cubicBezTo>
                  <a:cubicBezTo>
                    <a:pt x="5845" y="44091"/>
                    <a:pt x="8661" y="43280"/>
                    <a:pt x="11434" y="42171"/>
                  </a:cubicBezTo>
                  <a:cubicBezTo>
                    <a:pt x="13695" y="36198"/>
                    <a:pt x="17492" y="31207"/>
                    <a:pt x="17492" y="25832"/>
                  </a:cubicBezTo>
                  <a:cubicBezTo>
                    <a:pt x="17492" y="11626"/>
                    <a:pt x="13482" y="3392"/>
                    <a:pt x="10197" y="65"/>
                  </a:cubicBezTo>
                  <a:cubicBezTo>
                    <a:pt x="10153" y="21"/>
                    <a:pt x="10051" y="1"/>
                    <a:pt x="990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5" name="Google Shape;8825;p103"/>
            <p:cNvSpPr/>
            <p:nvPr/>
          </p:nvSpPr>
          <p:spPr>
            <a:xfrm>
              <a:off x="-145406" y="1091613"/>
              <a:ext cx="282917" cy="403991"/>
            </a:xfrm>
            <a:custGeom>
              <a:avLst/>
              <a:gdLst/>
              <a:ahLst/>
              <a:cxnLst/>
              <a:rect l="l" t="t" r="r" b="b"/>
              <a:pathLst>
                <a:path w="17619" h="25159" extrusionOk="0">
                  <a:moveTo>
                    <a:pt x="8481" y="0"/>
                  </a:moveTo>
                  <a:cubicBezTo>
                    <a:pt x="6606" y="0"/>
                    <a:pt x="3425" y="869"/>
                    <a:pt x="0" y="2292"/>
                  </a:cubicBezTo>
                  <a:cubicBezTo>
                    <a:pt x="3711" y="10270"/>
                    <a:pt x="8063" y="17906"/>
                    <a:pt x="13012" y="25159"/>
                  </a:cubicBezTo>
                  <a:cubicBezTo>
                    <a:pt x="13012" y="25159"/>
                    <a:pt x="17107" y="13555"/>
                    <a:pt x="17619" y="4895"/>
                  </a:cubicBezTo>
                  <a:cubicBezTo>
                    <a:pt x="14974" y="2378"/>
                    <a:pt x="11092" y="330"/>
                    <a:pt x="9044" y="31"/>
                  </a:cubicBezTo>
                  <a:cubicBezTo>
                    <a:pt x="8873" y="11"/>
                    <a:pt x="8684" y="0"/>
                    <a:pt x="8481" y="0"/>
                  </a:cubicBezTo>
                  <a:close/>
                </a:path>
              </a:pathLst>
            </a:custGeom>
            <a:solidFill>
              <a:srgbClr val="F2EF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6" name="Google Shape;8826;p103"/>
            <p:cNvSpPr/>
            <p:nvPr/>
          </p:nvSpPr>
          <p:spPr>
            <a:xfrm>
              <a:off x="-145406" y="1091420"/>
              <a:ext cx="273331" cy="131511"/>
            </a:xfrm>
            <a:custGeom>
              <a:avLst/>
              <a:gdLst/>
              <a:ahLst/>
              <a:cxnLst/>
              <a:rect l="l" t="t" r="r" b="b"/>
              <a:pathLst>
                <a:path w="17022" h="8190" extrusionOk="0">
                  <a:moveTo>
                    <a:pt x="8383" y="0"/>
                  </a:moveTo>
                  <a:cubicBezTo>
                    <a:pt x="6497" y="0"/>
                    <a:pt x="3366" y="867"/>
                    <a:pt x="0" y="2304"/>
                  </a:cubicBezTo>
                  <a:cubicBezTo>
                    <a:pt x="853" y="4182"/>
                    <a:pt x="1749" y="6059"/>
                    <a:pt x="2645" y="7808"/>
                  </a:cubicBezTo>
                  <a:cubicBezTo>
                    <a:pt x="2649" y="7807"/>
                    <a:pt x="2654" y="7807"/>
                    <a:pt x="2659" y="7807"/>
                  </a:cubicBezTo>
                  <a:cubicBezTo>
                    <a:pt x="2911" y="7807"/>
                    <a:pt x="5061" y="8190"/>
                    <a:pt x="7662" y="8190"/>
                  </a:cubicBezTo>
                  <a:cubicBezTo>
                    <a:pt x="11123" y="8190"/>
                    <a:pt x="15381" y="7512"/>
                    <a:pt x="17022" y="4352"/>
                  </a:cubicBezTo>
                  <a:cubicBezTo>
                    <a:pt x="14419" y="2091"/>
                    <a:pt x="10964" y="299"/>
                    <a:pt x="9044" y="43"/>
                  </a:cubicBezTo>
                  <a:cubicBezTo>
                    <a:pt x="8846" y="14"/>
                    <a:pt x="8625" y="0"/>
                    <a:pt x="8383" y="0"/>
                  </a:cubicBezTo>
                  <a:close/>
                </a:path>
              </a:pathLst>
            </a:custGeom>
            <a:solidFill>
              <a:srgbClr val="DDD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7" name="Google Shape;8827;p103"/>
            <p:cNvSpPr/>
            <p:nvPr/>
          </p:nvSpPr>
          <p:spPr>
            <a:xfrm>
              <a:off x="-359822" y="1165140"/>
              <a:ext cx="490492" cy="762715"/>
            </a:xfrm>
            <a:custGeom>
              <a:avLst/>
              <a:gdLst/>
              <a:ahLst/>
              <a:cxnLst/>
              <a:rect l="l" t="t" r="r" b="b"/>
              <a:pathLst>
                <a:path w="30546" h="47499" extrusionOk="0">
                  <a:moveTo>
                    <a:pt x="7992" y="0"/>
                  </a:moveTo>
                  <a:cubicBezTo>
                    <a:pt x="4488" y="0"/>
                    <a:pt x="0" y="7482"/>
                    <a:pt x="0" y="12133"/>
                  </a:cubicBezTo>
                  <a:cubicBezTo>
                    <a:pt x="0" y="17167"/>
                    <a:pt x="2986" y="30008"/>
                    <a:pt x="3626" y="31245"/>
                  </a:cubicBezTo>
                  <a:cubicBezTo>
                    <a:pt x="4309" y="32439"/>
                    <a:pt x="12798" y="41057"/>
                    <a:pt x="23336" y="47499"/>
                  </a:cubicBezTo>
                  <a:lnTo>
                    <a:pt x="30545" y="40161"/>
                  </a:lnTo>
                  <a:cubicBezTo>
                    <a:pt x="30545" y="40161"/>
                    <a:pt x="17363" y="24974"/>
                    <a:pt x="16595" y="23566"/>
                  </a:cubicBezTo>
                  <a:cubicBezTo>
                    <a:pt x="15827" y="22115"/>
                    <a:pt x="14292" y="742"/>
                    <a:pt x="8276" y="17"/>
                  </a:cubicBezTo>
                  <a:cubicBezTo>
                    <a:pt x="8182" y="6"/>
                    <a:pt x="8088" y="0"/>
                    <a:pt x="7992" y="0"/>
                  </a:cubicBezTo>
                  <a:close/>
                </a:path>
              </a:pathLst>
            </a:custGeom>
            <a:solidFill>
              <a:srgbClr val="F2EF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8" name="Google Shape;8828;p103"/>
            <p:cNvSpPr/>
            <p:nvPr/>
          </p:nvSpPr>
          <p:spPr>
            <a:xfrm>
              <a:off x="-359822" y="1164723"/>
              <a:ext cx="431577" cy="763133"/>
            </a:xfrm>
            <a:custGeom>
              <a:avLst/>
              <a:gdLst/>
              <a:ahLst/>
              <a:cxnLst/>
              <a:rect l="l" t="t" r="r" b="b"/>
              <a:pathLst>
                <a:path w="26877" h="47525" extrusionOk="0">
                  <a:moveTo>
                    <a:pt x="8063" y="0"/>
                  </a:moveTo>
                  <a:cubicBezTo>
                    <a:pt x="4394" y="43"/>
                    <a:pt x="0" y="7466"/>
                    <a:pt x="0" y="12159"/>
                  </a:cubicBezTo>
                  <a:cubicBezTo>
                    <a:pt x="0" y="17193"/>
                    <a:pt x="2986" y="30034"/>
                    <a:pt x="3626" y="31228"/>
                  </a:cubicBezTo>
                  <a:cubicBezTo>
                    <a:pt x="4309" y="32423"/>
                    <a:pt x="12798" y="41083"/>
                    <a:pt x="23336" y="47525"/>
                  </a:cubicBezTo>
                  <a:lnTo>
                    <a:pt x="26876" y="43898"/>
                  </a:lnTo>
                  <a:cubicBezTo>
                    <a:pt x="16809" y="37499"/>
                    <a:pt x="7167" y="28626"/>
                    <a:pt x="6527" y="27431"/>
                  </a:cubicBezTo>
                  <a:cubicBezTo>
                    <a:pt x="5887" y="26237"/>
                    <a:pt x="6570" y="17961"/>
                    <a:pt x="6570" y="12927"/>
                  </a:cubicBezTo>
                  <a:cubicBezTo>
                    <a:pt x="6570" y="10666"/>
                    <a:pt x="9172" y="4651"/>
                    <a:pt x="11817" y="3371"/>
                  </a:cubicBezTo>
                  <a:cubicBezTo>
                    <a:pt x="11305" y="1792"/>
                    <a:pt x="9812" y="0"/>
                    <a:pt x="8063" y="0"/>
                  </a:cubicBezTo>
                  <a:close/>
                </a:path>
              </a:pathLst>
            </a:custGeom>
            <a:solidFill>
              <a:srgbClr val="DDD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9" name="Google Shape;8829;p103"/>
            <p:cNvSpPr/>
            <p:nvPr/>
          </p:nvSpPr>
          <p:spPr>
            <a:xfrm>
              <a:off x="46673" y="1929895"/>
              <a:ext cx="92893" cy="52267"/>
            </a:xfrm>
            <a:custGeom>
              <a:avLst/>
              <a:gdLst/>
              <a:ahLst/>
              <a:cxnLst/>
              <a:rect l="l" t="t" r="r" b="b"/>
              <a:pathLst>
                <a:path w="5785" h="3255" extrusionOk="0">
                  <a:moveTo>
                    <a:pt x="4633" y="1"/>
                  </a:moveTo>
                  <a:lnTo>
                    <a:pt x="367" y="1152"/>
                  </a:lnTo>
                  <a:cubicBezTo>
                    <a:pt x="1" y="2581"/>
                    <a:pt x="483" y="3255"/>
                    <a:pt x="2247" y="3255"/>
                  </a:cubicBezTo>
                  <a:cubicBezTo>
                    <a:pt x="2538" y="3255"/>
                    <a:pt x="2863" y="3236"/>
                    <a:pt x="3225" y="3200"/>
                  </a:cubicBezTo>
                  <a:cubicBezTo>
                    <a:pt x="5785" y="2944"/>
                    <a:pt x="4633" y="1"/>
                    <a:pt x="4633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0" name="Google Shape;8830;p103"/>
            <p:cNvSpPr/>
            <p:nvPr/>
          </p:nvSpPr>
          <p:spPr>
            <a:xfrm>
              <a:off x="87652" y="1932641"/>
              <a:ext cx="93021" cy="52717"/>
            </a:xfrm>
            <a:custGeom>
              <a:avLst/>
              <a:gdLst/>
              <a:ahLst/>
              <a:cxnLst/>
              <a:rect l="l" t="t" r="r" b="b"/>
              <a:pathLst>
                <a:path w="5793" h="3283" extrusionOk="0">
                  <a:moveTo>
                    <a:pt x="4641" y="0"/>
                  </a:moveTo>
                  <a:lnTo>
                    <a:pt x="375" y="1195"/>
                  </a:lnTo>
                  <a:cubicBezTo>
                    <a:pt x="1" y="2615"/>
                    <a:pt x="511" y="3282"/>
                    <a:pt x="2365" y="3282"/>
                  </a:cubicBezTo>
                  <a:cubicBezTo>
                    <a:pt x="2627" y="3282"/>
                    <a:pt x="2916" y="3269"/>
                    <a:pt x="3233" y="3243"/>
                  </a:cubicBezTo>
                  <a:cubicBezTo>
                    <a:pt x="5792" y="2987"/>
                    <a:pt x="4641" y="0"/>
                    <a:pt x="4641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1" name="Google Shape;8831;p103"/>
            <p:cNvSpPr/>
            <p:nvPr/>
          </p:nvSpPr>
          <p:spPr>
            <a:xfrm>
              <a:off x="132902" y="1913452"/>
              <a:ext cx="84077" cy="73768"/>
            </a:xfrm>
            <a:custGeom>
              <a:avLst/>
              <a:gdLst/>
              <a:ahLst/>
              <a:cxnLst/>
              <a:rect l="l" t="t" r="r" b="b"/>
              <a:pathLst>
                <a:path w="5236" h="4594" extrusionOk="0">
                  <a:moveTo>
                    <a:pt x="5150" y="1"/>
                  </a:moveTo>
                  <a:lnTo>
                    <a:pt x="372" y="1494"/>
                  </a:lnTo>
                  <a:cubicBezTo>
                    <a:pt x="1" y="2979"/>
                    <a:pt x="341" y="4593"/>
                    <a:pt x="2010" y="4593"/>
                  </a:cubicBezTo>
                  <a:cubicBezTo>
                    <a:pt x="2258" y="4593"/>
                    <a:pt x="2537" y="4558"/>
                    <a:pt x="2846" y="4480"/>
                  </a:cubicBezTo>
                  <a:cubicBezTo>
                    <a:pt x="5235" y="3883"/>
                    <a:pt x="5150" y="1"/>
                    <a:pt x="5150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2" name="Google Shape;8832;p103"/>
            <p:cNvSpPr/>
            <p:nvPr/>
          </p:nvSpPr>
          <p:spPr>
            <a:xfrm>
              <a:off x="20997" y="1806220"/>
              <a:ext cx="202148" cy="168925"/>
            </a:xfrm>
            <a:custGeom>
              <a:avLst/>
              <a:gdLst/>
              <a:ahLst/>
              <a:cxnLst/>
              <a:rect l="l" t="t" r="r" b="b"/>
              <a:pathLst>
                <a:path w="12589" h="10520" extrusionOk="0">
                  <a:moveTo>
                    <a:pt x="6076" y="0"/>
                  </a:moveTo>
                  <a:cubicBezTo>
                    <a:pt x="3984" y="0"/>
                    <a:pt x="0" y="4288"/>
                    <a:pt x="558" y="6082"/>
                  </a:cubicBezTo>
                  <a:cubicBezTo>
                    <a:pt x="3032" y="7105"/>
                    <a:pt x="2990" y="10177"/>
                    <a:pt x="3800" y="10390"/>
                  </a:cubicBezTo>
                  <a:cubicBezTo>
                    <a:pt x="4125" y="10459"/>
                    <a:pt x="5186" y="10520"/>
                    <a:pt x="6406" y="10520"/>
                  </a:cubicBezTo>
                  <a:cubicBezTo>
                    <a:pt x="8235" y="10520"/>
                    <a:pt x="10421" y="10382"/>
                    <a:pt x="11010" y="9921"/>
                  </a:cubicBezTo>
                  <a:cubicBezTo>
                    <a:pt x="11991" y="9153"/>
                    <a:pt x="12588" y="6721"/>
                    <a:pt x="12034" y="5399"/>
                  </a:cubicBezTo>
                  <a:cubicBezTo>
                    <a:pt x="11223" y="3522"/>
                    <a:pt x="10285" y="1474"/>
                    <a:pt x="6488" y="66"/>
                  </a:cubicBezTo>
                  <a:cubicBezTo>
                    <a:pt x="6362" y="21"/>
                    <a:pt x="6224" y="0"/>
                    <a:pt x="6076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3" name="Google Shape;8833;p103"/>
            <p:cNvSpPr/>
            <p:nvPr/>
          </p:nvSpPr>
          <p:spPr>
            <a:xfrm>
              <a:off x="20997" y="1806220"/>
              <a:ext cx="118569" cy="168909"/>
            </a:xfrm>
            <a:custGeom>
              <a:avLst/>
              <a:gdLst/>
              <a:ahLst/>
              <a:cxnLst/>
              <a:rect l="l" t="t" r="r" b="b"/>
              <a:pathLst>
                <a:path w="7384" h="10519" extrusionOk="0">
                  <a:moveTo>
                    <a:pt x="6076" y="0"/>
                  </a:moveTo>
                  <a:cubicBezTo>
                    <a:pt x="3984" y="0"/>
                    <a:pt x="0" y="4288"/>
                    <a:pt x="558" y="6082"/>
                  </a:cubicBezTo>
                  <a:cubicBezTo>
                    <a:pt x="3032" y="7105"/>
                    <a:pt x="2947" y="10177"/>
                    <a:pt x="3800" y="10390"/>
                  </a:cubicBezTo>
                  <a:cubicBezTo>
                    <a:pt x="4398" y="10476"/>
                    <a:pt x="4952" y="10518"/>
                    <a:pt x="5549" y="10518"/>
                  </a:cubicBezTo>
                  <a:cubicBezTo>
                    <a:pt x="4782" y="9281"/>
                    <a:pt x="4398" y="7873"/>
                    <a:pt x="4398" y="6423"/>
                  </a:cubicBezTo>
                  <a:cubicBezTo>
                    <a:pt x="4312" y="4034"/>
                    <a:pt x="5464" y="1815"/>
                    <a:pt x="7384" y="450"/>
                  </a:cubicBezTo>
                  <a:cubicBezTo>
                    <a:pt x="7128" y="322"/>
                    <a:pt x="6829" y="194"/>
                    <a:pt x="6488" y="66"/>
                  </a:cubicBezTo>
                  <a:cubicBezTo>
                    <a:pt x="6362" y="21"/>
                    <a:pt x="6224" y="0"/>
                    <a:pt x="6076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4" name="Google Shape;8834;p103"/>
            <p:cNvSpPr/>
            <p:nvPr/>
          </p:nvSpPr>
          <p:spPr>
            <a:xfrm>
              <a:off x="448496" y="817849"/>
              <a:ext cx="230184" cy="188611"/>
            </a:xfrm>
            <a:custGeom>
              <a:avLst/>
              <a:gdLst/>
              <a:ahLst/>
              <a:cxnLst/>
              <a:rect l="l" t="t" r="r" b="b"/>
              <a:pathLst>
                <a:path w="14335" h="11746" extrusionOk="0">
                  <a:moveTo>
                    <a:pt x="7849" y="0"/>
                  </a:moveTo>
                  <a:cubicBezTo>
                    <a:pt x="6809" y="0"/>
                    <a:pt x="5272" y="387"/>
                    <a:pt x="4224" y="699"/>
                  </a:cubicBezTo>
                  <a:cubicBezTo>
                    <a:pt x="2646" y="1211"/>
                    <a:pt x="2432" y="1509"/>
                    <a:pt x="86" y="3898"/>
                  </a:cubicBezTo>
                  <a:cubicBezTo>
                    <a:pt x="1" y="5562"/>
                    <a:pt x="1963" y="9572"/>
                    <a:pt x="4395" y="10937"/>
                  </a:cubicBezTo>
                  <a:cubicBezTo>
                    <a:pt x="4902" y="11208"/>
                    <a:pt x="5997" y="11746"/>
                    <a:pt x="6664" y="11746"/>
                  </a:cubicBezTo>
                  <a:cubicBezTo>
                    <a:pt x="6839" y="11746"/>
                    <a:pt x="6985" y="11709"/>
                    <a:pt x="7082" y="11620"/>
                  </a:cubicBezTo>
                  <a:cubicBezTo>
                    <a:pt x="6826" y="10596"/>
                    <a:pt x="6912" y="9018"/>
                    <a:pt x="8064" y="8975"/>
                  </a:cubicBezTo>
                  <a:cubicBezTo>
                    <a:pt x="8490" y="8975"/>
                    <a:pt x="8960" y="8975"/>
                    <a:pt x="9343" y="10425"/>
                  </a:cubicBezTo>
                  <a:cubicBezTo>
                    <a:pt x="14335" y="7908"/>
                    <a:pt x="9343" y="1125"/>
                    <a:pt x="8917" y="357"/>
                  </a:cubicBezTo>
                  <a:cubicBezTo>
                    <a:pt x="8773" y="99"/>
                    <a:pt x="8375" y="0"/>
                    <a:pt x="7849" y="0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5" name="Google Shape;8835;p103"/>
            <p:cNvSpPr/>
            <p:nvPr/>
          </p:nvSpPr>
          <p:spPr>
            <a:xfrm>
              <a:off x="448496" y="874275"/>
              <a:ext cx="192513" cy="132539"/>
            </a:xfrm>
            <a:custGeom>
              <a:avLst/>
              <a:gdLst/>
              <a:ahLst/>
              <a:cxnLst/>
              <a:rect l="l" t="t" r="r" b="b"/>
              <a:pathLst>
                <a:path w="11989" h="8254" extrusionOk="0">
                  <a:moveTo>
                    <a:pt x="470" y="0"/>
                  </a:moveTo>
                  <a:lnTo>
                    <a:pt x="86" y="427"/>
                  </a:lnTo>
                  <a:cubicBezTo>
                    <a:pt x="1" y="2048"/>
                    <a:pt x="1963" y="6058"/>
                    <a:pt x="4395" y="7423"/>
                  </a:cubicBezTo>
                  <a:cubicBezTo>
                    <a:pt x="4912" y="7699"/>
                    <a:pt x="6042" y="8253"/>
                    <a:pt x="6704" y="8253"/>
                  </a:cubicBezTo>
                  <a:cubicBezTo>
                    <a:pt x="6861" y="8253"/>
                    <a:pt x="6992" y="8222"/>
                    <a:pt x="7082" y="8149"/>
                  </a:cubicBezTo>
                  <a:cubicBezTo>
                    <a:pt x="6826" y="7125"/>
                    <a:pt x="6912" y="5546"/>
                    <a:pt x="8064" y="5461"/>
                  </a:cubicBezTo>
                  <a:cubicBezTo>
                    <a:pt x="8490" y="5461"/>
                    <a:pt x="8960" y="5504"/>
                    <a:pt x="9343" y="6911"/>
                  </a:cubicBezTo>
                  <a:cubicBezTo>
                    <a:pt x="11988" y="5589"/>
                    <a:pt x="11818" y="3072"/>
                    <a:pt x="11007" y="854"/>
                  </a:cubicBezTo>
                  <a:lnTo>
                    <a:pt x="11007" y="854"/>
                  </a:lnTo>
                  <a:cubicBezTo>
                    <a:pt x="10069" y="1579"/>
                    <a:pt x="8960" y="2133"/>
                    <a:pt x="7808" y="2389"/>
                  </a:cubicBezTo>
                  <a:cubicBezTo>
                    <a:pt x="7050" y="2589"/>
                    <a:pt x="6299" y="2683"/>
                    <a:pt x="5581" y="2683"/>
                  </a:cubicBezTo>
                  <a:cubicBezTo>
                    <a:pt x="3226" y="2683"/>
                    <a:pt x="1222" y="1667"/>
                    <a:pt x="470" y="0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6" name="Google Shape;8836;p103"/>
            <p:cNvSpPr/>
            <p:nvPr/>
          </p:nvSpPr>
          <p:spPr>
            <a:xfrm>
              <a:off x="31322" y="1168834"/>
              <a:ext cx="54130" cy="337047"/>
            </a:xfrm>
            <a:custGeom>
              <a:avLst/>
              <a:gdLst/>
              <a:ahLst/>
              <a:cxnLst/>
              <a:rect l="l" t="t" r="r" b="b"/>
              <a:pathLst>
                <a:path w="3371" h="20990" extrusionOk="0">
                  <a:moveTo>
                    <a:pt x="128" y="0"/>
                  </a:moveTo>
                  <a:cubicBezTo>
                    <a:pt x="86" y="5418"/>
                    <a:pt x="0" y="14505"/>
                    <a:pt x="214" y="17747"/>
                  </a:cubicBezTo>
                  <a:cubicBezTo>
                    <a:pt x="1323" y="19411"/>
                    <a:pt x="2219" y="20990"/>
                    <a:pt x="2219" y="20990"/>
                  </a:cubicBezTo>
                  <a:cubicBezTo>
                    <a:pt x="2773" y="19411"/>
                    <a:pt x="3157" y="17747"/>
                    <a:pt x="3371" y="16041"/>
                  </a:cubicBezTo>
                  <a:lnTo>
                    <a:pt x="76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7" name="Google Shape;8837;p103"/>
            <p:cNvSpPr/>
            <p:nvPr/>
          </p:nvSpPr>
          <p:spPr>
            <a:xfrm>
              <a:off x="-93348" y="992779"/>
              <a:ext cx="176745" cy="161426"/>
            </a:xfrm>
            <a:custGeom>
              <a:avLst/>
              <a:gdLst/>
              <a:ahLst/>
              <a:cxnLst/>
              <a:rect l="l" t="t" r="r" b="b"/>
              <a:pathLst>
                <a:path w="11007" h="10053" extrusionOk="0">
                  <a:moveTo>
                    <a:pt x="853" y="1"/>
                  </a:moveTo>
                  <a:cubicBezTo>
                    <a:pt x="853" y="1"/>
                    <a:pt x="640" y="4992"/>
                    <a:pt x="0" y="7338"/>
                  </a:cubicBezTo>
                  <a:cubicBezTo>
                    <a:pt x="2663" y="9080"/>
                    <a:pt x="5050" y="10053"/>
                    <a:pt x="7110" y="10053"/>
                  </a:cubicBezTo>
                  <a:cubicBezTo>
                    <a:pt x="8582" y="10053"/>
                    <a:pt x="9887" y="9557"/>
                    <a:pt x="11007" y="8490"/>
                  </a:cubicBezTo>
                  <a:lnTo>
                    <a:pt x="10793" y="513"/>
                  </a:lnTo>
                  <a:lnTo>
                    <a:pt x="853" y="1"/>
                  </a:lnTo>
                  <a:close/>
                </a:path>
              </a:pathLst>
            </a:custGeom>
            <a:solidFill>
              <a:srgbClr val="DD7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8" name="Google Shape;8838;p103"/>
            <p:cNvSpPr/>
            <p:nvPr/>
          </p:nvSpPr>
          <p:spPr>
            <a:xfrm>
              <a:off x="-117322" y="1075668"/>
              <a:ext cx="224018" cy="123322"/>
            </a:xfrm>
            <a:custGeom>
              <a:avLst/>
              <a:gdLst/>
              <a:ahLst/>
              <a:cxnLst/>
              <a:rect l="l" t="t" r="r" b="b"/>
              <a:pathLst>
                <a:path w="13951" h="7680" extrusionOk="0">
                  <a:moveTo>
                    <a:pt x="1877" y="1"/>
                  </a:moveTo>
                  <a:lnTo>
                    <a:pt x="0" y="2518"/>
                  </a:lnTo>
                  <a:cubicBezTo>
                    <a:pt x="896" y="4523"/>
                    <a:pt x="3754" y="6144"/>
                    <a:pt x="6996" y="7680"/>
                  </a:cubicBezTo>
                  <a:lnTo>
                    <a:pt x="9855" y="5589"/>
                  </a:lnTo>
                  <a:lnTo>
                    <a:pt x="11945" y="7210"/>
                  </a:lnTo>
                  <a:cubicBezTo>
                    <a:pt x="13012" y="6528"/>
                    <a:pt x="13737" y="5376"/>
                    <a:pt x="13950" y="4139"/>
                  </a:cubicBezTo>
                  <a:lnTo>
                    <a:pt x="12585" y="1280"/>
                  </a:lnTo>
                  <a:cubicBezTo>
                    <a:pt x="12585" y="1280"/>
                    <a:pt x="12286" y="4096"/>
                    <a:pt x="9428" y="4267"/>
                  </a:cubicBezTo>
                  <a:cubicBezTo>
                    <a:pt x="9348" y="4270"/>
                    <a:pt x="9267" y="4271"/>
                    <a:pt x="9188" y="4271"/>
                  </a:cubicBezTo>
                  <a:cubicBezTo>
                    <a:pt x="5039" y="4271"/>
                    <a:pt x="1877" y="1"/>
                    <a:pt x="1877" y="1"/>
                  </a:cubicBezTo>
                  <a:close/>
                </a:path>
              </a:pathLst>
            </a:custGeom>
            <a:solidFill>
              <a:srgbClr val="EDE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9" name="Google Shape;8839;p103"/>
            <p:cNvSpPr/>
            <p:nvPr/>
          </p:nvSpPr>
          <p:spPr>
            <a:xfrm>
              <a:off x="9404" y="1142804"/>
              <a:ext cx="52074" cy="65097"/>
            </a:xfrm>
            <a:custGeom>
              <a:avLst/>
              <a:gdLst/>
              <a:ahLst/>
              <a:cxnLst/>
              <a:rect l="l" t="t" r="r" b="b"/>
              <a:pathLst>
                <a:path w="3243" h="4054" extrusionOk="0">
                  <a:moveTo>
                    <a:pt x="2773" y="0"/>
                  </a:moveTo>
                  <a:lnTo>
                    <a:pt x="854" y="86"/>
                  </a:lnTo>
                  <a:lnTo>
                    <a:pt x="0" y="2859"/>
                  </a:lnTo>
                  <a:lnTo>
                    <a:pt x="1707" y="4053"/>
                  </a:lnTo>
                  <a:lnTo>
                    <a:pt x="3243" y="2517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0" name="Google Shape;8840;p103"/>
            <p:cNvSpPr/>
            <p:nvPr/>
          </p:nvSpPr>
          <p:spPr>
            <a:xfrm>
              <a:off x="-58423" y="772888"/>
              <a:ext cx="199370" cy="258221"/>
            </a:xfrm>
            <a:custGeom>
              <a:avLst/>
              <a:gdLst/>
              <a:ahLst/>
              <a:cxnLst/>
              <a:rect l="l" t="t" r="r" b="b"/>
              <a:pathLst>
                <a:path w="12416" h="16081" extrusionOk="0">
                  <a:moveTo>
                    <a:pt x="10879" y="1"/>
                  </a:moveTo>
                  <a:cubicBezTo>
                    <a:pt x="9941" y="1707"/>
                    <a:pt x="3499" y="1366"/>
                    <a:pt x="854" y="3029"/>
                  </a:cubicBezTo>
                  <a:cubicBezTo>
                    <a:pt x="86" y="6357"/>
                    <a:pt x="1" y="10751"/>
                    <a:pt x="598" y="15529"/>
                  </a:cubicBezTo>
                  <a:cubicBezTo>
                    <a:pt x="598" y="15529"/>
                    <a:pt x="5385" y="16081"/>
                    <a:pt x="8821" y="16081"/>
                  </a:cubicBezTo>
                  <a:cubicBezTo>
                    <a:pt x="10706" y="16081"/>
                    <a:pt x="12184" y="15915"/>
                    <a:pt x="12245" y="15401"/>
                  </a:cubicBezTo>
                  <a:cubicBezTo>
                    <a:pt x="12415" y="13951"/>
                    <a:pt x="11903" y="1622"/>
                    <a:pt x="10879" y="1"/>
                  </a:cubicBezTo>
                  <a:close/>
                </a:path>
              </a:pathLst>
            </a:custGeom>
            <a:solidFill>
              <a:srgbClr val="FFA7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1" name="Google Shape;8841;p103"/>
            <p:cNvSpPr/>
            <p:nvPr/>
          </p:nvSpPr>
          <p:spPr>
            <a:xfrm>
              <a:off x="-114592" y="806063"/>
              <a:ext cx="271291" cy="329291"/>
            </a:xfrm>
            <a:custGeom>
              <a:avLst/>
              <a:gdLst/>
              <a:ahLst/>
              <a:cxnLst/>
              <a:rect l="l" t="t" r="r" b="b"/>
              <a:pathLst>
                <a:path w="16895" h="20507" extrusionOk="0">
                  <a:moveTo>
                    <a:pt x="3524" y="1"/>
                  </a:moveTo>
                  <a:cubicBezTo>
                    <a:pt x="2719" y="1"/>
                    <a:pt x="1622" y="1177"/>
                    <a:pt x="1622" y="1177"/>
                  </a:cubicBezTo>
                  <a:lnTo>
                    <a:pt x="1" y="8770"/>
                  </a:lnTo>
                  <a:cubicBezTo>
                    <a:pt x="1" y="8770"/>
                    <a:pt x="299" y="16236"/>
                    <a:pt x="726" y="16663"/>
                  </a:cubicBezTo>
                  <a:cubicBezTo>
                    <a:pt x="1195" y="17089"/>
                    <a:pt x="6869" y="20417"/>
                    <a:pt x="10197" y="20502"/>
                  </a:cubicBezTo>
                  <a:cubicBezTo>
                    <a:pt x="10266" y="20505"/>
                    <a:pt x="10335" y="20506"/>
                    <a:pt x="10404" y="20506"/>
                  </a:cubicBezTo>
                  <a:cubicBezTo>
                    <a:pt x="13623" y="20506"/>
                    <a:pt x="16894" y="17644"/>
                    <a:pt x="16894" y="17644"/>
                  </a:cubicBezTo>
                  <a:cubicBezTo>
                    <a:pt x="16894" y="17644"/>
                    <a:pt x="16724" y="11159"/>
                    <a:pt x="16596" y="10903"/>
                  </a:cubicBezTo>
                  <a:lnTo>
                    <a:pt x="15743" y="9538"/>
                  </a:lnTo>
                  <a:lnTo>
                    <a:pt x="15444" y="10221"/>
                  </a:lnTo>
                  <a:cubicBezTo>
                    <a:pt x="15272" y="10564"/>
                    <a:pt x="14907" y="10770"/>
                    <a:pt x="14526" y="10770"/>
                  </a:cubicBezTo>
                  <a:cubicBezTo>
                    <a:pt x="14434" y="10770"/>
                    <a:pt x="14341" y="10758"/>
                    <a:pt x="14249" y="10733"/>
                  </a:cubicBezTo>
                  <a:cubicBezTo>
                    <a:pt x="13567" y="10477"/>
                    <a:pt x="12842" y="10349"/>
                    <a:pt x="12116" y="10349"/>
                  </a:cubicBezTo>
                  <a:cubicBezTo>
                    <a:pt x="11439" y="10421"/>
                    <a:pt x="10118" y="10823"/>
                    <a:pt x="8758" y="10823"/>
                  </a:cubicBezTo>
                  <a:cubicBezTo>
                    <a:pt x="7719" y="10823"/>
                    <a:pt x="6658" y="10589"/>
                    <a:pt x="5845" y="9794"/>
                  </a:cubicBezTo>
                  <a:cubicBezTo>
                    <a:pt x="5248" y="9154"/>
                    <a:pt x="4821" y="1347"/>
                    <a:pt x="4096" y="324"/>
                  </a:cubicBezTo>
                  <a:cubicBezTo>
                    <a:pt x="3948" y="92"/>
                    <a:pt x="3747" y="1"/>
                    <a:pt x="35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2" name="Google Shape;8842;p103"/>
            <p:cNvSpPr/>
            <p:nvPr/>
          </p:nvSpPr>
          <p:spPr>
            <a:xfrm>
              <a:off x="-114592" y="796267"/>
              <a:ext cx="109625" cy="326690"/>
            </a:xfrm>
            <a:custGeom>
              <a:avLst/>
              <a:gdLst/>
              <a:ahLst/>
              <a:cxnLst/>
              <a:rect l="l" t="t" r="r" b="b"/>
              <a:pathLst>
                <a:path w="6827" h="20345" extrusionOk="0">
                  <a:moveTo>
                    <a:pt x="2842" y="0"/>
                  </a:moveTo>
                  <a:cubicBezTo>
                    <a:pt x="1813" y="0"/>
                    <a:pt x="897" y="635"/>
                    <a:pt x="897" y="635"/>
                  </a:cubicBezTo>
                  <a:lnTo>
                    <a:pt x="1" y="9380"/>
                  </a:lnTo>
                  <a:cubicBezTo>
                    <a:pt x="1" y="9380"/>
                    <a:pt x="257" y="16846"/>
                    <a:pt x="726" y="17273"/>
                  </a:cubicBezTo>
                  <a:cubicBezTo>
                    <a:pt x="2603" y="18552"/>
                    <a:pt x="4693" y="19576"/>
                    <a:pt x="6826" y="20344"/>
                  </a:cubicBezTo>
                  <a:cubicBezTo>
                    <a:pt x="5291" y="17827"/>
                    <a:pt x="4139" y="15097"/>
                    <a:pt x="3456" y="12196"/>
                  </a:cubicBezTo>
                  <a:cubicBezTo>
                    <a:pt x="2432" y="7930"/>
                    <a:pt x="3755" y="4133"/>
                    <a:pt x="4523" y="806"/>
                  </a:cubicBezTo>
                  <a:cubicBezTo>
                    <a:pt x="4020" y="196"/>
                    <a:pt x="3414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3" name="Google Shape;8843;p103"/>
            <p:cNvSpPr/>
            <p:nvPr/>
          </p:nvSpPr>
          <p:spPr>
            <a:xfrm>
              <a:off x="-168899" y="889449"/>
              <a:ext cx="73511" cy="81428"/>
            </a:xfrm>
            <a:custGeom>
              <a:avLst/>
              <a:gdLst/>
              <a:ahLst/>
              <a:cxnLst/>
              <a:rect l="l" t="t" r="r" b="b"/>
              <a:pathLst>
                <a:path w="4578" h="5071" extrusionOk="0">
                  <a:moveTo>
                    <a:pt x="2343" y="1"/>
                  </a:moveTo>
                  <a:cubicBezTo>
                    <a:pt x="1218" y="1"/>
                    <a:pt x="0" y="1093"/>
                    <a:pt x="141" y="2042"/>
                  </a:cubicBezTo>
                  <a:cubicBezTo>
                    <a:pt x="311" y="3193"/>
                    <a:pt x="2615" y="4815"/>
                    <a:pt x="3809" y="5070"/>
                  </a:cubicBezTo>
                  <a:cubicBezTo>
                    <a:pt x="3809" y="5070"/>
                    <a:pt x="4577" y="4772"/>
                    <a:pt x="4577" y="4303"/>
                  </a:cubicBezTo>
                  <a:cubicBezTo>
                    <a:pt x="4577" y="3791"/>
                    <a:pt x="4321" y="847"/>
                    <a:pt x="3041" y="164"/>
                  </a:cubicBezTo>
                  <a:cubicBezTo>
                    <a:pt x="2823" y="51"/>
                    <a:pt x="2585" y="1"/>
                    <a:pt x="2343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4" name="Google Shape;8844;p103"/>
            <p:cNvSpPr/>
            <p:nvPr/>
          </p:nvSpPr>
          <p:spPr>
            <a:xfrm>
              <a:off x="-149276" y="909617"/>
              <a:ext cx="40192" cy="44816"/>
            </a:xfrm>
            <a:custGeom>
              <a:avLst/>
              <a:gdLst/>
              <a:ahLst/>
              <a:cxnLst/>
              <a:rect l="l" t="t" r="r" b="b"/>
              <a:pathLst>
                <a:path w="2503" h="2791" extrusionOk="0">
                  <a:moveTo>
                    <a:pt x="1269" y="0"/>
                  </a:moveTo>
                  <a:cubicBezTo>
                    <a:pt x="638" y="0"/>
                    <a:pt x="1" y="606"/>
                    <a:pt x="70" y="1127"/>
                  </a:cubicBezTo>
                  <a:cubicBezTo>
                    <a:pt x="156" y="1724"/>
                    <a:pt x="1436" y="2663"/>
                    <a:pt x="2118" y="2791"/>
                  </a:cubicBezTo>
                  <a:cubicBezTo>
                    <a:pt x="2118" y="2791"/>
                    <a:pt x="2502" y="2620"/>
                    <a:pt x="2502" y="2364"/>
                  </a:cubicBezTo>
                  <a:cubicBezTo>
                    <a:pt x="2502" y="2065"/>
                    <a:pt x="2374" y="444"/>
                    <a:pt x="1691" y="103"/>
                  </a:cubicBezTo>
                  <a:cubicBezTo>
                    <a:pt x="1557" y="32"/>
                    <a:pt x="1413" y="0"/>
                    <a:pt x="1269" y="0"/>
                  </a:cubicBezTo>
                  <a:close/>
                </a:path>
              </a:pathLst>
            </a:custGeom>
            <a:solidFill>
              <a:srgbClr val="CC4F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5" name="Google Shape;8845;p103"/>
            <p:cNvSpPr/>
            <p:nvPr/>
          </p:nvSpPr>
          <p:spPr>
            <a:xfrm>
              <a:off x="-132400" y="932146"/>
              <a:ext cx="24680" cy="27763"/>
            </a:xfrm>
            <a:custGeom>
              <a:avLst/>
              <a:gdLst/>
              <a:ahLst/>
              <a:cxnLst/>
              <a:rect l="l" t="t" r="r" b="b"/>
              <a:pathLst>
                <a:path w="1537" h="1729" extrusionOk="0">
                  <a:moveTo>
                    <a:pt x="690" y="1"/>
                  </a:moveTo>
                  <a:cubicBezTo>
                    <a:pt x="322" y="1"/>
                    <a:pt x="1" y="299"/>
                    <a:pt x="1" y="705"/>
                  </a:cubicBezTo>
                  <a:cubicBezTo>
                    <a:pt x="43" y="1089"/>
                    <a:pt x="854" y="1644"/>
                    <a:pt x="1238" y="1729"/>
                  </a:cubicBezTo>
                  <a:cubicBezTo>
                    <a:pt x="1238" y="1729"/>
                    <a:pt x="1536" y="1644"/>
                    <a:pt x="1536" y="1473"/>
                  </a:cubicBezTo>
                  <a:cubicBezTo>
                    <a:pt x="1536" y="1302"/>
                    <a:pt x="1408" y="278"/>
                    <a:pt x="982" y="65"/>
                  </a:cubicBezTo>
                  <a:cubicBezTo>
                    <a:pt x="885" y="21"/>
                    <a:pt x="786" y="1"/>
                    <a:pt x="690" y="1"/>
                  </a:cubicBezTo>
                  <a:close/>
                </a:path>
              </a:pathLst>
            </a:custGeom>
            <a:solidFill>
              <a:srgbClr val="EA87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6" name="Google Shape;8846;p103"/>
            <p:cNvSpPr/>
            <p:nvPr/>
          </p:nvSpPr>
          <p:spPr>
            <a:xfrm>
              <a:off x="64883" y="874949"/>
              <a:ext cx="57743" cy="109849"/>
            </a:xfrm>
            <a:custGeom>
              <a:avLst/>
              <a:gdLst/>
              <a:ahLst/>
              <a:cxnLst/>
              <a:rect l="l" t="t" r="r" b="b"/>
              <a:pathLst>
                <a:path w="3596" h="6841" extrusionOk="0">
                  <a:moveTo>
                    <a:pt x="854" y="1"/>
                  </a:moveTo>
                  <a:lnTo>
                    <a:pt x="555" y="257"/>
                  </a:lnTo>
                  <a:cubicBezTo>
                    <a:pt x="555" y="257"/>
                    <a:pt x="811" y="4907"/>
                    <a:pt x="555" y="4907"/>
                  </a:cubicBezTo>
                  <a:cubicBezTo>
                    <a:pt x="257" y="4907"/>
                    <a:pt x="1" y="6016"/>
                    <a:pt x="171" y="6187"/>
                  </a:cubicBezTo>
                  <a:cubicBezTo>
                    <a:pt x="330" y="6314"/>
                    <a:pt x="2161" y="6841"/>
                    <a:pt x="3074" y="6841"/>
                  </a:cubicBezTo>
                  <a:cubicBezTo>
                    <a:pt x="3389" y="6841"/>
                    <a:pt x="3595" y="6778"/>
                    <a:pt x="3584" y="6613"/>
                  </a:cubicBezTo>
                  <a:cubicBezTo>
                    <a:pt x="3542" y="6016"/>
                    <a:pt x="1579" y="1451"/>
                    <a:pt x="854" y="1"/>
                  </a:cubicBezTo>
                  <a:close/>
                </a:path>
              </a:pathLst>
            </a:custGeom>
            <a:solidFill>
              <a:srgbClr val="DD7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7" name="Google Shape;8847;p103"/>
            <p:cNvSpPr/>
            <p:nvPr/>
          </p:nvSpPr>
          <p:spPr>
            <a:xfrm>
              <a:off x="138876" y="1426396"/>
              <a:ext cx="85635" cy="74009"/>
            </a:xfrm>
            <a:custGeom>
              <a:avLst/>
              <a:gdLst/>
              <a:ahLst/>
              <a:cxnLst/>
              <a:rect l="l" t="t" r="r" b="b"/>
              <a:pathLst>
                <a:path w="5333" h="4609" extrusionOk="0">
                  <a:moveTo>
                    <a:pt x="0" y="1"/>
                  </a:moveTo>
                  <a:lnTo>
                    <a:pt x="0" y="4566"/>
                  </a:lnTo>
                  <a:lnTo>
                    <a:pt x="5333" y="4608"/>
                  </a:lnTo>
                  <a:lnTo>
                    <a:pt x="5290" y="2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8" name="Google Shape;8848;p103"/>
            <p:cNvSpPr/>
            <p:nvPr/>
          </p:nvSpPr>
          <p:spPr>
            <a:xfrm>
              <a:off x="149152" y="1420230"/>
              <a:ext cx="81524" cy="69208"/>
            </a:xfrm>
            <a:custGeom>
              <a:avLst/>
              <a:gdLst/>
              <a:ahLst/>
              <a:cxnLst/>
              <a:rect l="l" t="t" r="r" b="b"/>
              <a:pathLst>
                <a:path w="5077" h="4310" extrusionOk="0">
                  <a:moveTo>
                    <a:pt x="0" y="1"/>
                  </a:moveTo>
                  <a:lnTo>
                    <a:pt x="43" y="4267"/>
                  </a:lnTo>
                  <a:lnTo>
                    <a:pt x="5077" y="4310"/>
                  </a:lnTo>
                  <a:lnTo>
                    <a:pt x="5034" y="38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DD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9" name="Google Shape;8849;p103"/>
            <p:cNvSpPr/>
            <p:nvPr/>
          </p:nvSpPr>
          <p:spPr>
            <a:xfrm>
              <a:off x="182022" y="1405858"/>
              <a:ext cx="17824" cy="31521"/>
            </a:xfrm>
            <a:custGeom>
              <a:avLst/>
              <a:gdLst/>
              <a:ahLst/>
              <a:cxnLst/>
              <a:rect l="l" t="t" r="r" b="b"/>
              <a:pathLst>
                <a:path w="1110" h="1963" extrusionOk="0">
                  <a:moveTo>
                    <a:pt x="1" y="0"/>
                  </a:moveTo>
                  <a:lnTo>
                    <a:pt x="1" y="1963"/>
                  </a:lnTo>
                  <a:lnTo>
                    <a:pt x="1110" y="1963"/>
                  </a:lnTo>
                  <a:lnTo>
                    <a:pt x="1110" y="1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DD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0" name="Google Shape;8850;p103"/>
            <p:cNvSpPr/>
            <p:nvPr/>
          </p:nvSpPr>
          <p:spPr>
            <a:xfrm>
              <a:off x="157374" y="1427086"/>
              <a:ext cx="22609" cy="35632"/>
            </a:xfrm>
            <a:custGeom>
              <a:avLst/>
              <a:gdLst/>
              <a:ahLst/>
              <a:cxnLst/>
              <a:rect l="l" t="t" r="r" b="b"/>
              <a:pathLst>
                <a:path w="1408" h="2219" extrusionOk="0">
                  <a:moveTo>
                    <a:pt x="0" y="1"/>
                  </a:moveTo>
                  <a:lnTo>
                    <a:pt x="0" y="2219"/>
                  </a:lnTo>
                  <a:lnTo>
                    <a:pt x="1408" y="2219"/>
                  </a:lnTo>
                  <a:lnTo>
                    <a:pt x="1408" y="21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2EF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1" name="Google Shape;8851;p103"/>
            <p:cNvSpPr/>
            <p:nvPr/>
          </p:nvSpPr>
          <p:spPr>
            <a:xfrm>
              <a:off x="33378" y="1168834"/>
              <a:ext cx="18514" cy="52074"/>
            </a:xfrm>
            <a:custGeom>
              <a:avLst/>
              <a:gdLst/>
              <a:ahLst/>
              <a:cxnLst/>
              <a:rect l="l" t="t" r="r" b="b"/>
              <a:pathLst>
                <a:path w="1153" h="3243" extrusionOk="0">
                  <a:moveTo>
                    <a:pt x="0" y="0"/>
                  </a:moveTo>
                  <a:lnTo>
                    <a:pt x="0" y="3243"/>
                  </a:lnTo>
                  <a:cubicBezTo>
                    <a:pt x="384" y="3115"/>
                    <a:pt x="768" y="3029"/>
                    <a:pt x="1152" y="2987"/>
                  </a:cubicBezTo>
                  <a:lnTo>
                    <a:pt x="640" y="0"/>
                  </a:lnTo>
                  <a:close/>
                </a:path>
              </a:pathLst>
            </a:custGeom>
            <a:solidFill>
              <a:srgbClr val="3327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2" name="Google Shape;8852;p103"/>
            <p:cNvSpPr/>
            <p:nvPr/>
          </p:nvSpPr>
          <p:spPr>
            <a:xfrm>
              <a:off x="-279679" y="1549701"/>
              <a:ext cx="97967" cy="95928"/>
            </a:xfrm>
            <a:custGeom>
              <a:avLst/>
              <a:gdLst/>
              <a:ahLst/>
              <a:cxnLst/>
              <a:rect l="l" t="t" r="r" b="b"/>
              <a:pathLst>
                <a:path w="6101" h="5974" extrusionOk="0">
                  <a:moveTo>
                    <a:pt x="6101" y="1"/>
                  </a:moveTo>
                  <a:lnTo>
                    <a:pt x="1" y="2902"/>
                  </a:lnTo>
                  <a:lnTo>
                    <a:pt x="1024" y="5973"/>
                  </a:lnTo>
                  <a:cubicBezTo>
                    <a:pt x="2432" y="3755"/>
                    <a:pt x="4139" y="1750"/>
                    <a:pt x="6101" y="1"/>
                  </a:cubicBezTo>
                  <a:close/>
                </a:path>
              </a:pathLst>
            </a:custGeom>
            <a:solidFill>
              <a:srgbClr val="DDD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3" name="Google Shape;8853;p103"/>
            <p:cNvSpPr/>
            <p:nvPr/>
          </p:nvSpPr>
          <p:spPr>
            <a:xfrm>
              <a:off x="-276259" y="1546972"/>
              <a:ext cx="57566" cy="56876"/>
            </a:xfrm>
            <a:custGeom>
              <a:avLst/>
              <a:gdLst/>
              <a:ahLst/>
              <a:cxnLst/>
              <a:rect l="l" t="t" r="r" b="b"/>
              <a:pathLst>
                <a:path w="3585" h="3542" extrusionOk="0">
                  <a:moveTo>
                    <a:pt x="3584" y="0"/>
                  </a:moveTo>
                  <a:lnTo>
                    <a:pt x="1" y="1707"/>
                  </a:lnTo>
                  <a:lnTo>
                    <a:pt x="598" y="3541"/>
                  </a:lnTo>
                  <a:cubicBezTo>
                    <a:pt x="1451" y="2219"/>
                    <a:pt x="2432" y="1024"/>
                    <a:pt x="3584" y="0"/>
                  </a:cubicBezTo>
                  <a:close/>
                </a:path>
              </a:pathLst>
            </a:custGeom>
            <a:solidFill>
              <a:srgbClr val="DDD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4" name="Google Shape;8854;p103"/>
            <p:cNvSpPr/>
            <p:nvPr/>
          </p:nvSpPr>
          <p:spPr>
            <a:xfrm>
              <a:off x="-257070" y="1607252"/>
              <a:ext cx="63042" cy="41123"/>
            </a:xfrm>
            <a:custGeom>
              <a:avLst/>
              <a:gdLst/>
              <a:ahLst/>
              <a:cxnLst/>
              <a:rect l="l" t="t" r="r" b="b"/>
              <a:pathLst>
                <a:path w="3926" h="2561" extrusionOk="0">
                  <a:moveTo>
                    <a:pt x="3925" y="0"/>
                  </a:moveTo>
                  <a:lnTo>
                    <a:pt x="0" y="640"/>
                  </a:lnTo>
                  <a:lnTo>
                    <a:pt x="43" y="2560"/>
                  </a:lnTo>
                  <a:cubicBezTo>
                    <a:pt x="1237" y="1536"/>
                    <a:pt x="2517" y="683"/>
                    <a:pt x="3925" y="0"/>
                  </a:cubicBezTo>
                  <a:close/>
                </a:path>
              </a:pathLst>
            </a:custGeom>
            <a:solidFill>
              <a:srgbClr val="DDD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5" name="Google Shape;8855;p103"/>
            <p:cNvSpPr/>
            <p:nvPr/>
          </p:nvSpPr>
          <p:spPr>
            <a:xfrm>
              <a:off x="15570" y="889305"/>
              <a:ext cx="24680" cy="41187"/>
            </a:xfrm>
            <a:custGeom>
              <a:avLst/>
              <a:gdLst/>
              <a:ahLst/>
              <a:cxnLst/>
              <a:rect l="l" t="t" r="r" b="b"/>
              <a:pathLst>
                <a:path w="1537" h="2565" extrusionOk="0">
                  <a:moveTo>
                    <a:pt x="682" y="1"/>
                  </a:moveTo>
                  <a:cubicBezTo>
                    <a:pt x="668" y="1"/>
                    <a:pt x="654" y="1"/>
                    <a:pt x="640" y="3"/>
                  </a:cubicBezTo>
                  <a:cubicBezTo>
                    <a:pt x="256" y="3"/>
                    <a:pt x="0" y="643"/>
                    <a:pt x="43" y="1325"/>
                  </a:cubicBezTo>
                  <a:cubicBezTo>
                    <a:pt x="125" y="2024"/>
                    <a:pt x="445" y="2565"/>
                    <a:pt x="850" y="2565"/>
                  </a:cubicBezTo>
                  <a:cubicBezTo>
                    <a:pt x="865" y="2565"/>
                    <a:pt x="881" y="2564"/>
                    <a:pt x="896" y="2562"/>
                  </a:cubicBezTo>
                  <a:cubicBezTo>
                    <a:pt x="1280" y="2520"/>
                    <a:pt x="1536" y="1923"/>
                    <a:pt x="1493" y="1197"/>
                  </a:cubicBezTo>
                  <a:cubicBezTo>
                    <a:pt x="1411" y="540"/>
                    <a:pt x="1052" y="1"/>
                    <a:pt x="682" y="1"/>
                  </a:cubicBezTo>
                  <a:close/>
                </a:path>
              </a:pathLst>
            </a:custGeom>
            <a:solidFill>
              <a:srgbClr val="4C3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6" name="Google Shape;8856;p103"/>
            <p:cNvSpPr/>
            <p:nvPr/>
          </p:nvSpPr>
          <p:spPr>
            <a:xfrm>
              <a:off x="103244" y="871529"/>
              <a:ext cx="23315" cy="41798"/>
            </a:xfrm>
            <a:custGeom>
              <a:avLst/>
              <a:gdLst/>
              <a:ahLst/>
              <a:cxnLst/>
              <a:rect l="l" t="t" r="r" b="b"/>
              <a:pathLst>
                <a:path w="1452" h="2603" extrusionOk="0">
                  <a:moveTo>
                    <a:pt x="726" y="1"/>
                  </a:moveTo>
                  <a:cubicBezTo>
                    <a:pt x="342" y="1"/>
                    <a:pt x="1" y="555"/>
                    <a:pt x="1" y="1280"/>
                  </a:cubicBezTo>
                  <a:cubicBezTo>
                    <a:pt x="1" y="2006"/>
                    <a:pt x="342" y="2603"/>
                    <a:pt x="726" y="2603"/>
                  </a:cubicBezTo>
                  <a:cubicBezTo>
                    <a:pt x="1110" y="2603"/>
                    <a:pt x="1451" y="2006"/>
                    <a:pt x="1451" y="1280"/>
                  </a:cubicBezTo>
                  <a:cubicBezTo>
                    <a:pt x="1451" y="555"/>
                    <a:pt x="1110" y="1"/>
                    <a:pt x="726" y="1"/>
                  </a:cubicBezTo>
                  <a:close/>
                </a:path>
              </a:pathLst>
            </a:custGeom>
            <a:solidFill>
              <a:srgbClr val="4C37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7" name="Google Shape;8857;p103"/>
            <p:cNvSpPr/>
            <p:nvPr/>
          </p:nvSpPr>
          <p:spPr>
            <a:xfrm>
              <a:off x="-22117" y="837054"/>
              <a:ext cx="67843" cy="58610"/>
            </a:xfrm>
            <a:custGeom>
              <a:avLst/>
              <a:gdLst/>
              <a:ahLst/>
              <a:cxnLst/>
              <a:rect l="l" t="t" r="r" b="b"/>
              <a:pathLst>
                <a:path w="4225" h="3650" extrusionOk="0">
                  <a:moveTo>
                    <a:pt x="3487" y="1"/>
                  </a:moveTo>
                  <a:cubicBezTo>
                    <a:pt x="2818" y="1"/>
                    <a:pt x="333" y="1320"/>
                    <a:pt x="172" y="1764"/>
                  </a:cubicBezTo>
                  <a:cubicBezTo>
                    <a:pt x="1" y="2404"/>
                    <a:pt x="129" y="3086"/>
                    <a:pt x="513" y="3598"/>
                  </a:cubicBezTo>
                  <a:cubicBezTo>
                    <a:pt x="559" y="3633"/>
                    <a:pt x="648" y="3649"/>
                    <a:pt x="769" y="3649"/>
                  </a:cubicBezTo>
                  <a:cubicBezTo>
                    <a:pt x="1548" y="3649"/>
                    <a:pt x="3653" y="2957"/>
                    <a:pt x="4096" y="1849"/>
                  </a:cubicBezTo>
                  <a:cubicBezTo>
                    <a:pt x="4224" y="1593"/>
                    <a:pt x="4054" y="185"/>
                    <a:pt x="3584" y="15"/>
                  </a:cubicBezTo>
                  <a:cubicBezTo>
                    <a:pt x="3559" y="5"/>
                    <a:pt x="3526" y="1"/>
                    <a:pt x="34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8" name="Google Shape;8858;p103"/>
            <p:cNvSpPr/>
            <p:nvPr/>
          </p:nvSpPr>
          <p:spPr>
            <a:xfrm>
              <a:off x="77215" y="824802"/>
              <a:ext cx="67843" cy="42874"/>
            </a:xfrm>
            <a:custGeom>
              <a:avLst/>
              <a:gdLst/>
              <a:ahLst/>
              <a:cxnLst/>
              <a:rect l="l" t="t" r="r" b="b"/>
              <a:pathLst>
                <a:path w="4225" h="2670" extrusionOk="0">
                  <a:moveTo>
                    <a:pt x="1037" y="0"/>
                  </a:moveTo>
                  <a:cubicBezTo>
                    <a:pt x="753" y="0"/>
                    <a:pt x="531" y="29"/>
                    <a:pt x="427" y="95"/>
                  </a:cubicBezTo>
                  <a:cubicBezTo>
                    <a:pt x="1" y="436"/>
                    <a:pt x="299" y="1887"/>
                    <a:pt x="470" y="2100"/>
                  </a:cubicBezTo>
                  <a:cubicBezTo>
                    <a:pt x="858" y="2525"/>
                    <a:pt x="1542" y="2670"/>
                    <a:pt x="2210" y="2670"/>
                  </a:cubicBezTo>
                  <a:cubicBezTo>
                    <a:pt x="3085" y="2670"/>
                    <a:pt x="3933" y="2422"/>
                    <a:pt x="4053" y="2228"/>
                  </a:cubicBezTo>
                  <a:cubicBezTo>
                    <a:pt x="4224" y="1716"/>
                    <a:pt x="4224" y="1162"/>
                    <a:pt x="3968" y="650"/>
                  </a:cubicBezTo>
                  <a:cubicBezTo>
                    <a:pt x="3802" y="351"/>
                    <a:pt x="2034" y="0"/>
                    <a:pt x="10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9" name="Google Shape;8859;p103"/>
            <p:cNvSpPr/>
            <p:nvPr/>
          </p:nvSpPr>
          <p:spPr>
            <a:xfrm>
              <a:off x="-2928" y="992089"/>
              <a:ext cx="95911" cy="65193"/>
            </a:xfrm>
            <a:custGeom>
              <a:avLst/>
              <a:gdLst/>
              <a:ahLst/>
              <a:cxnLst/>
              <a:rect l="l" t="t" r="r" b="b"/>
              <a:pathLst>
                <a:path w="5973" h="4060" extrusionOk="0">
                  <a:moveTo>
                    <a:pt x="5973" y="1"/>
                  </a:moveTo>
                  <a:cubicBezTo>
                    <a:pt x="5973" y="1"/>
                    <a:pt x="4075" y="380"/>
                    <a:pt x="2137" y="380"/>
                  </a:cubicBezTo>
                  <a:cubicBezTo>
                    <a:pt x="1396" y="380"/>
                    <a:pt x="649" y="325"/>
                    <a:pt x="0" y="172"/>
                  </a:cubicBezTo>
                  <a:lnTo>
                    <a:pt x="0" y="172"/>
                  </a:lnTo>
                  <a:cubicBezTo>
                    <a:pt x="0" y="172"/>
                    <a:pt x="470" y="3158"/>
                    <a:pt x="1238" y="3670"/>
                  </a:cubicBezTo>
                  <a:cubicBezTo>
                    <a:pt x="1608" y="3931"/>
                    <a:pt x="2457" y="4059"/>
                    <a:pt x="3285" y="4059"/>
                  </a:cubicBezTo>
                  <a:cubicBezTo>
                    <a:pt x="4077" y="4059"/>
                    <a:pt x="4849" y="3942"/>
                    <a:pt x="5162" y="3712"/>
                  </a:cubicBezTo>
                  <a:cubicBezTo>
                    <a:pt x="5845" y="3286"/>
                    <a:pt x="5973" y="1"/>
                    <a:pt x="59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0" name="Google Shape;8860;p103"/>
            <p:cNvSpPr/>
            <p:nvPr/>
          </p:nvSpPr>
          <p:spPr>
            <a:xfrm>
              <a:off x="3238" y="996199"/>
              <a:ext cx="85635" cy="56506"/>
            </a:xfrm>
            <a:custGeom>
              <a:avLst/>
              <a:gdLst/>
              <a:ahLst/>
              <a:cxnLst/>
              <a:rect l="l" t="t" r="r" b="b"/>
              <a:pathLst>
                <a:path w="5333" h="3519" extrusionOk="0">
                  <a:moveTo>
                    <a:pt x="5333" y="1"/>
                  </a:moveTo>
                  <a:lnTo>
                    <a:pt x="5333" y="1"/>
                  </a:lnTo>
                  <a:cubicBezTo>
                    <a:pt x="5333" y="1"/>
                    <a:pt x="3620" y="344"/>
                    <a:pt x="1865" y="344"/>
                  </a:cubicBezTo>
                  <a:cubicBezTo>
                    <a:pt x="1222" y="344"/>
                    <a:pt x="573" y="297"/>
                    <a:pt x="0" y="172"/>
                  </a:cubicBezTo>
                  <a:lnTo>
                    <a:pt x="0" y="172"/>
                  </a:lnTo>
                  <a:cubicBezTo>
                    <a:pt x="0" y="172"/>
                    <a:pt x="427" y="2646"/>
                    <a:pt x="1067" y="3073"/>
                  </a:cubicBezTo>
                  <a:cubicBezTo>
                    <a:pt x="1512" y="3323"/>
                    <a:pt x="2572" y="3518"/>
                    <a:pt x="3422" y="3518"/>
                  </a:cubicBezTo>
                  <a:cubicBezTo>
                    <a:pt x="3877" y="3518"/>
                    <a:pt x="4272" y="3462"/>
                    <a:pt x="4480" y="3328"/>
                  </a:cubicBezTo>
                  <a:cubicBezTo>
                    <a:pt x="5077" y="2945"/>
                    <a:pt x="5333" y="1"/>
                    <a:pt x="5333" y="1"/>
                  </a:cubicBezTo>
                  <a:close/>
                </a:path>
              </a:pathLst>
            </a:custGeom>
            <a:solidFill>
              <a:srgbClr val="F2EFD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1" name="Google Shape;8861;p103"/>
            <p:cNvSpPr/>
            <p:nvPr/>
          </p:nvSpPr>
          <p:spPr>
            <a:xfrm>
              <a:off x="3928" y="1010587"/>
              <a:ext cx="54130" cy="13553"/>
            </a:xfrm>
            <a:custGeom>
              <a:avLst/>
              <a:gdLst/>
              <a:ahLst/>
              <a:cxnLst/>
              <a:rect l="l" t="t" r="r" b="b"/>
              <a:pathLst>
                <a:path w="3371" h="844" extrusionOk="0">
                  <a:moveTo>
                    <a:pt x="0" y="1"/>
                  </a:moveTo>
                  <a:lnTo>
                    <a:pt x="171" y="769"/>
                  </a:lnTo>
                  <a:cubicBezTo>
                    <a:pt x="591" y="819"/>
                    <a:pt x="1012" y="843"/>
                    <a:pt x="1433" y="843"/>
                  </a:cubicBezTo>
                  <a:cubicBezTo>
                    <a:pt x="2079" y="843"/>
                    <a:pt x="2724" y="787"/>
                    <a:pt x="3370" y="683"/>
                  </a:cubicBezTo>
                  <a:cubicBezTo>
                    <a:pt x="2218" y="641"/>
                    <a:pt x="1067" y="385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2" name="Google Shape;8862;p103"/>
            <p:cNvSpPr/>
            <p:nvPr/>
          </p:nvSpPr>
          <p:spPr>
            <a:xfrm>
              <a:off x="-531075" y="3711651"/>
              <a:ext cx="56860" cy="80159"/>
            </a:xfrm>
            <a:custGeom>
              <a:avLst/>
              <a:gdLst/>
              <a:ahLst/>
              <a:cxnLst/>
              <a:rect l="l" t="t" r="r" b="b"/>
              <a:pathLst>
                <a:path w="3541" h="4992" extrusionOk="0">
                  <a:moveTo>
                    <a:pt x="1792" y="0"/>
                  </a:moveTo>
                  <a:cubicBezTo>
                    <a:pt x="811" y="0"/>
                    <a:pt x="0" y="1110"/>
                    <a:pt x="0" y="2517"/>
                  </a:cubicBezTo>
                  <a:cubicBezTo>
                    <a:pt x="0" y="3883"/>
                    <a:pt x="811" y="4992"/>
                    <a:pt x="1792" y="4992"/>
                  </a:cubicBezTo>
                  <a:cubicBezTo>
                    <a:pt x="2773" y="4992"/>
                    <a:pt x="3541" y="3883"/>
                    <a:pt x="3541" y="2517"/>
                  </a:cubicBezTo>
                  <a:cubicBezTo>
                    <a:pt x="3541" y="1110"/>
                    <a:pt x="2773" y="0"/>
                    <a:pt x="1792" y="0"/>
                  </a:cubicBez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3" name="Google Shape;8863;p103"/>
            <p:cNvSpPr/>
            <p:nvPr/>
          </p:nvSpPr>
          <p:spPr>
            <a:xfrm>
              <a:off x="-114592" y="3765765"/>
              <a:ext cx="32211" cy="26045"/>
            </a:xfrm>
            <a:custGeom>
              <a:avLst/>
              <a:gdLst/>
              <a:ahLst/>
              <a:cxnLst/>
              <a:rect l="l" t="t" r="r" b="b"/>
              <a:pathLst>
                <a:path w="2006" h="1622" extrusionOk="0">
                  <a:moveTo>
                    <a:pt x="1" y="1"/>
                  </a:moveTo>
                  <a:lnTo>
                    <a:pt x="1" y="1622"/>
                  </a:lnTo>
                  <a:lnTo>
                    <a:pt x="2006" y="1622"/>
                  </a:lnTo>
                  <a:lnTo>
                    <a:pt x="1622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4" name="Google Shape;8864;p103"/>
            <p:cNvSpPr/>
            <p:nvPr/>
          </p:nvSpPr>
          <p:spPr>
            <a:xfrm>
              <a:off x="-144732" y="3711651"/>
              <a:ext cx="62351" cy="80159"/>
            </a:xfrm>
            <a:custGeom>
              <a:avLst/>
              <a:gdLst/>
              <a:ahLst/>
              <a:cxnLst/>
              <a:rect l="l" t="t" r="r" b="b"/>
              <a:pathLst>
                <a:path w="3883" h="4992" extrusionOk="0">
                  <a:moveTo>
                    <a:pt x="1963" y="0"/>
                  </a:moveTo>
                  <a:cubicBezTo>
                    <a:pt x="897" y="0"/>
                    <a:pt x="1" y="1110"/>
                    <a:pt x="1" y="2517"/>
                  </a:cubicBezTo>
                  <a:cubicBezTo>
                    <a:pt x="1" y="3883"/>
                    <a:pt x="897" y="4992"/>
                    <a:pt x="1963" y="4992"/>
                  </a:cubicBezTo>
                  <a:cubicBezTo>
                    <a:pt x="3030" y="4992"/>
                    <a:pt x="3883" y="3883"/>
                    <a:pt x="3883" y="2517"/>
                  </a:cubicBezTo>
                  <a:cubicBezTo>
                    <a:pt x="3883" y="1110"/>
                    <a:pt x="3030" y="0"/>
                    <a:pt x="1963" y="0"/>
                  </a:cubicBez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5" name="Google Shape;8865;p103"/>
            <p:cNvSpPr/>
            <p:nvPr/>
          </p:nvSpPr>
          <p:spPr>
            <a:xfrm>
              <a:off x="-109791" y="3711651"/>
              <a:ext cx="56876" cy="80159"/>
            </a:xfrm>
            <a:custGeom>
              <a:avLst/>
              <a:gdLst/>
              <a:ahLst/>
              <a:cxnLst/>
              <a:rect l="l" t="t" r="r" b="b"/>
              <a:pathLst>
                <a:path w="3542" h="4992" extrusionOk="0">
                  <a:moveTo>
                    <a:pt x="1792" y="0"/>
                  </a:moveTo>
                  <a:cubicBezTo>
                    <a:pt x="811" y="0"/>
                    <a:pt x="0" y="1110"/>
                    <a:pt x="0" y="2517"/>
                  </a:cubicBezTo>
                  <a:cubicBezTo>
                    <a:pt x="0" y="3883"/>
                    <a:pt x="811" y="4992"/>
                    <a:pt x="1792" y="4992"/>
                  </a:cubicBezTo>
                  <a:cubicBezTo>
                    <a:pt x="2731" y="4992"/>
                    <a:pt x="3541" y="3883"/>
                    <a:pt x="3541" y="2517"/>
                  </a:cubicBezTo>
                  <a:cubicBezTo>
                    <a:pt x="3541" y="1110"/>
                    <a:pt x="2731" y="0"/>
                    <a:pt x="1792" y="0"/>
                  </a:cubicBez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6" name="Google Shape;8866;p103"/>
            <p:cNvSpPr/>
            <p:nvPr/>
          </p:nvSpPr>
          <p:spPr>
            <a:xfrm>
              <a:off x="-14570" y="2016204"/>
              <a:ext cx="403493" cy="43869"/>
            </a:xfrm>
            <a:custGeom>
              <a:avLst/>
              <a:gdLst/>
              <a:ahLst/>
              <a:cxnLst/>
              <a:rect l="l" t="t" r="r" b="b"/>
              <a:pathLst>
                <a:path w="25128" h="2732" extrusionOk="0">
                  <a:moveTo>
                    <a:pt x="896" y="1"/>
                  </a:moveTo>
                  <a:lnTo>
                    <a:pt x="0" y="2731"/>
                  </a:lnTo>
                  <a:lnTo>
                    <a:pt x="24189" y="2731"/>
                  </a:lnTo>
                  <a:lnTo>
                    <a:pt x="25127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7" name="Google Shape;8867;p103"/>
            <p:cNvSpPr/>
            <p:nvPr/>
          </p:nvSpPr>
          <p:spPr>
            <a:xfrm>
              <a:off x="-53622" y="2147056"/>
              <a:ext cx="403493" cy="43853"/>
            </a:xfrm>
            <a:custGeom>
              <a:avLst/>
              <a:gdLst/>
              <a:ahLst/>
              <a:cxnLst/>
              <a:rect l="l" t="t" r="r" b="b"/>
              <a:pathLst>
                <a:path w="25128" h="2731" extrusionOk="0">
                  <a:moveTo>
                    <a:pt x="939" y="0"/>
                  </a:moveTo>
                  <a:lnTo>
                    <a:pt x="1" y="2730"/>
                  </a:lnTo>
                  <a:lnTo>
                    <a:pt x="24189" y="2730"/>
                  </a:lnTo>
                  <a:lnTo>
                    <a:pt x="25128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8" name="Google Shape;8868;p103"/>
            <p:cNvSpPr/>
            <p:nvPr/>
          </p:nvSpPr>
          <p:spPr>
            <a:xfrm>
              <a:off x="-91983" y="2277203"/>
              <a:ext cx="403493" cy="44544"/>
            </a:xfrm>
            <a:custGeom>
              <a:avLst/>
              <a:gdLst/>
              <a:ahLst/>
              <a:cxnLst/>
              <a:rect l="l" t="t" r="r" b="b"/>
              <a:pathLst>
                <a:path w="25128" h="2774" extrusionOk="0">
                  <a:moveTo>
                    <a:pt x="939" y="1"/>
                  </a:moveTo>
                  <a:lnTo>
                    <a:pt x="1" y="2774"/>
                  </a:lnTo>
                  <a:lnTo>
                    <a:pt x="24189" y="2774"/>
                  </a:lnTo>
                  <a:lnTo>
                    <a:pt x="25128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9" name="Google Shape;8869;p103"/>
            <p:cNvSpPr/>
            <p:nvPr/>
          </p:nvSpPr>
          <p:spPr>
            <a:xfrm>
              <a:off x="-131035" y="2408039"/>
              <a:ext cx="403493" cy="43869"/>
            </a:xfrm>
            <a:custGeom>
              <a:avLst/>
              <a:gdLst/>
              <a:ahLst/>
              <a:cxnLst/>
              <a:rect l="l" t="t" r="r" b="b"/>
              <a:pathLst>
                <a:path w="25128" h="2732" extrusionOk="0">
                  <a:moveTo>
                    <a:pt x="939" y="1"/>
                  </a:moveTo>
                  <a:lnTo>
                    <a:pt x="1" y="2731"/>
                  </a:lnTo>
                  <a:lnTo>
                    <a:pt x="24232" y="2731"/>
                  </a:lnTo>
                  <a:lnTo>
                    <a:pt x="25128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0" name="Google Shape;8870;p103"/>
            <p:cNvSpPr/>
            <p:nvPr/>
          </p:nvSpPr>
          <p:spPr>
            <a:xfrm>
              <a:off x="-169396" y="2538892"/>
              <a:ext cx="403493" cy="43853"/>
            </a:xfrm>
            <a:custGeom>
              <a:avLst/>
              <a:gdLst/>
              <a:ahLst/>
              <a:cxnLst/>
              <a:rect l="l" t="t" r="r" b="b"/>
              <a:pathLst>
                <a:path w="25128" h="2731" extrusionOk="0">
                  <a:moveTo>
                    <a:pt x="939" y="0"/>
                  </a:moveTo>
                  <a:lnTo>
                    <a:pt x="1" y="2730"/>
                  </a:lnTo>
                  <a:lnTo>
                    <a:pt x="24189" y="2730"/>
                  </a:lnTo>
                  <a:lnTo>
                    <a:pt x="25128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1" name="Google Shape;8871;p103"/>
            <p:cNvSpPr/>
            <p:nvPr/>
          </p:nvSpPr>
          <p:spPr>
            <a:xfrm>
              <a:off x="-208432" y="2669728"/>
              <a:ext cx="404167" cy="43853"/>
            </a:xfrm>
            <a:custGeom>
              <a:avLst/>
              <a:gdLst/>
              <a:ahLst/>
              <a:cxnLst/>
              <a:rect l="l" t="t" r="r" b="b"/>
              <a:pathLst>
                <a:path w="25170" h="2731" extrusionOk="0">
                  <a:moveTo>
                    <a:pt x="939" y="0"/>
                  </a:moveTo>
                  <a:lnTo>
                    <a:pt x="0" y="2731"/>
                  </a:lnTo>
                  <a:lnTo>
                    <a:pt x="24231" y="2731"/>
                  </a:lnTo>
                  <a:lnTo>
                    <a:pt x="25170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2" name="Google Shape;8872;p103"/>
            <p:cNvSpPr/>
            <p:nvPr/>
          </p:nvSpPr>
          <p:spPr>
            <a:xfrm>
              <a:off x="-246793" y="2800565"/>
              <a:ext cx="403493" cy="43853"/>
            </a:xfrm>
            <a:custGeom>
              <a:avLst/>
              <a:gdLst/>
              <a:ahLst/>
              <a:cxnLst/>
              <a:rect l="l" t="t" r="r" b="b"/>
              <a:pathLst>
                <a:path w="25128" h="2731" extrusionOk="0">
                  <a:moveTo>
                    <a:pt x="939" y="1"/>
                  </a:moveTo>
                  <a:lnTo>
                    <a:pt x="0" y="2731"/>
                  </a:lnTo>
                  <a:lnTo>
                    <a:pt x="24189" y="2731"/>
                  </a:lnTo>
                  <a:lnTo>
                    <a:pt x="25127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3" name="Google Shape;8873;p103"/>
            <p:cNvSpPr/>
            <p:nvPr/>
          </p:nvSpPr>
          <p:spPr>
            <a:xfrm>
              <a:off x="-285155" y="2930727"/>
              <a:ext cx="403493" cy="43853"/>
            </a:xfrm>
            <a:custGeom>
              <a:avLst/>
              <a:gdLst/>
              <a:ahLst/>
              <a:cxnLst/>
              <a:rect l="l" t="t" r="r" b="b"/>
              <a:pathLst>
                <a:path w="25128" h="2731" extrusionOk="0">
                  <a:moveTo>
                    <a:pt x="939" y="0"/>
                  </a:moveTo>
                  <a:lnTo>
                    <a:pt x="0" y="2730"/>
                  </a:lnTo>
                  <a:lnTo>
                    <a:pt x="24189" y="2730"/>
                  </a:lnTo>
                  <a:lnTo>
                    <a:pt x="25127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4" name="Google Shape;8874;p103"/>
            <p:cNvSpPr/>
            <p:nvPr/>
          </p:nvSpPr>
          <p:spPr>
            <a:xfrm>
              <a:off x="-324207" y="3061563"/>
              <a:ext cx="403493" cy="43853"/>
            </a:xfrm>
            <a:custGeom>
              <a:avLst/>
              <a:gdLst/>
              <a:ahLst/>
              <a:cxnLst/>
              <a:rect l="l" t="t" r="r" b="b"/>
              <a:pathLst>
                <a:path w="25128" h="2731" extrusionOk="0">
                  <a:moveTo>
                    <a:pt x="939" y="0"/>
                  </a:moveTo>
                  <a:lnTo>
                    <a:pt x="1" y="2731"/>
                  </a:lnTo>
                  <a:lnTo>
                    <a:pt x="24232" y="2731"/>
                  </a:lnTo>
                  <a:lnTo>
                    <a:pt x="25128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5" name="Google Shape;8875;p103"/>
            <p:cNvSpPr/>
            <p:nvPr/>
          </p:nvSpPr>
          <p:spPr>
            <a:xfrm>
              <a:off x="-362568" y="3192400"/>
              <a:ext cx="403493" cy="43853"/>
            </a:xfrm>
            <a:custGeom>
              <a:avLst/>
              <a:gdLst/>
              <a:ahLst/>
              <a:cxnLst/>
              <a:rect l="l" t="t" r="r" b="b"/>
              <a:pathLst>
                <a:path w="25128" h="2731" extrusionOk="0">
                  <a:moveTo>
                    <a:pt x="939" y="1"/>
                  </a:moveTo>
                  <a:lnTo>
                    <a:pt x="1" y="2731"/>
                  </a:lnTo>
                  <a:lnTo>
                    <a:pt x="24189" y="2731"/>
                  </a:lnTo>
                  <a:lnTo>
                    <a:pt x="25128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6" name="Google Shape;8876;p103"/>
            <p:cNvSpPr/>
            <p:nvPr/>
          </p:nvSpPr>
          <p:spPr>
            <a:xfrm>
              <a:off x="-401620" y="3323236"/>
              <a:ext cx="404183" cy="43869"/>
            </a:xfrm>
            <a:custGeom>
              <a:avLst/>
              <a:gdLst/>
              <a:ahLst/>
              <a:cxnLst/>
              <a:rect l="l" t="t" r="r" b="b"/>
              <a:pathLst>
                <a:path w="25171" h="2732" extrusionOk="0">
                  <a:moveTo>
                    <a:pt x="939" y="1"/>
                  </a:moveTo>
                  <a:lnTo>
                    <a:pt x="1" y="2731"/>
                  </a:lnTo>
                  <a:lnTo>
                    <a:pt x="24232" y="2731"/>
                  </a:lnTo>
                  <a:lnTo>
                    <a:pt x="25171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7" name="Google Shape;8877;p103"/>
            <p:cNvSpPr/>
            <p:nvPr/>
          </p:nvSpPr>
          <p:spPr>
            <a:xfrm>
              <a:off x="-439981" y="3454089"/>
              <a:ext cx="403509" cy="43853"/>
            </a:xfrm>
            <a:custGeom>
              <a:avLst/>
              <a:gdLst/>
              <a:ahLst/>
              <a:cxnLst/>
              <a:rect l="l" t="t" r="r" b="b"/>
              <a:pathLst>
                <a:path w="25129" h="2731" extrusionOk="0">
                  <a:moveTo>
                    <a:pt x="939" y="0"/>
                  </a:moveTo>
                  <a:lnTo>
                    <a:pt x="1" y="2730"/>
                  </a:lnTo>
                  <a:lnTo>
                    <a:pt x="24190" y="2730"/>
                  </a:lnTo>
                  <a:lnTo>
                    <a:pt x="25128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8" name="Google Shape;8878;p103"/>
            <p:cNvSpPr/>
            <p:nvPr/>
          </p:nvSpPr>
          <p:spPr>
            <a:xfrm>
              <a:off x="-478343" y="3584235"/>
              <a:ext cx="403509" cy="44544"/>
            </a:xfrm>
            <a:custGeom>
              <a:avLst/>
              <a:gdLst/>
              <a:ahLst/>
              <a:cxnLst/>
              <a:rect l="l" t="t" r="r" b="b"/>
              <a:pathLst>
                <a:path w="25129" h="2774" extrusionOk="0">
                  <a:moveTo>
                    <a:pt x="939" y="1"/>
                  </a:moveTo>
                  <a:lnTo>
                    <a:pt x="1" y="2774"/>
                  </a:lnTo>
                  <a:lnTo>
                    <a:pt x="24190" y="2774"/>
                  </a:lnTo>
                  <a:lnTo>
                    <a:pt x="25128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9" name="Google Shape;8879;p103"/>
            <p:cNvSpPr/>
            <p:nvPr/>
          </p:nvSpPr>
          <p:spPr>
            <a:xfrm>
              <a:off x="-133765" y="1966891"/>
              <a:ext cx="558994" cy="1770805"/>
            </a:xfrm>
            <a:custGeom>
              <a:avLst/>
              <a:gdLst/>
              <a:ahLst/>
              <a:cxnLst/>
              <a:rect l="l" t="t" r="r" b="b"/>
              <a:pathLst>
                <a:path w="34812" h="110279" extrusionOk="0">
                  <a:moveTo>
                    <a:pt x="32593" y="0"/>
                  </a:moveTo>
                  <a:lnTo>
                    <a:pt x="0" y="110279"/>
                  </a:lnTo>
                  <a:lnTo>
                    <a:pt x="2219" y="110279"/>
                  </a:lnTo>
                  <a:lnTo>
                    <a:pt x="34811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0" name="Google Shape;8880;p103"/>
            <p:cNvSpPr/>
            <p:nvPr/>
          </p:nvSpPr>
          <p:spPr>
            <a:xfrm>
              <a:off x="-105680" y="1966891"/>
              <a:ext cx="558994" cy="1770805"/>
            </a:xfrm>
            <a:custGeom>
              <a:avLst/>
              <a:gdLst/>
              <a:ahLst/>
              <a:cxnLst/>
              <a:rect l="l" t="t" r="r" b="b"/>
              <a:pathLst>
                <a:path w="34812" h="110279" extrusionOk="0">
                  <a:moveTo>
                    <a:pt x="32550" y="0"/>
                  </a:moveTo>
                  <a:lnTo>
                    <a:pt x="0" y="110279"/>
                  </a:lnTo>
                  <a:lnTo>
                    <a:pt x="2219" y="110279"/>
                  </a:lnTo>
                  <a:lnTo>
                    <a:pt x="34811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1" name="Google Shape;8881;p103"/>
            <p:cNvSpPr/>
            <p:nvPr/>
          </p:nvSpPr>
          <p:spPr>
            <a:xfrm>
              <a:off x="-34433" y="1931260"/>
              <a:ext cx="661746" cy="68533"/>
            </a:xfrm>
            <a:custGeom>
              <a:avLst/>
              <a:gdLst/>
              <a:ahLst/>
              <a:cxnLst/>
              <a:rect l="l" t="t" r="r" b="b"/>
              <a:pathLst>
                <a:path w="41211" h="4268" extrusionOk="0">
                  <a:moveTo>
                    <a:pt x="1280" y="1"/>
                  </a:moveTo>
                  <a:lnTo>
                    <a:pt x="0" y="4267"/>
                  </a:lnTo>
                  <a:lnTo>
                    <a:pt x="41210" y="4267"/>
                  </a:lnTo>
                  <a:lnTo>
                    <a:pt x="412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2" name="Google Shape;8882;p103"/>
            <p:cNvSpPr/>
            <p:nvPr/>
          </p:nvSpPr>
          <p:spPr>
            <a:xfrm>
              <a:off x="164214" y="2830705"/>
              <a:ext cx="406239" cy="23315"/>
            </a:xfrm>
            <a:custGeom>
              <a:avLst/>
              <a:gdLst/>
              <a:ahLst/>
              <a:cxnLst/>
              <a:rect l="l" t="t" r="r" b="b"/>
              <a:pathLst>
                <a:path w="25299" h="1452" extrusionOk="0">
                  <a:moveTo>
                    <a:pt x="1" y="1"/>
                  </a:moveTo>
                  <a:lnTo>
                    <a:pt x="1" y="1451"/>
                  </a:lnTo>
                  <a:lnTo>
                    <a:pt x="25298" y="1451"/>
                  </a:lnTo>
                  <a:lnTo>
                    <a:pt x="25298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3" name="Google Shape;8883;p103"/>
            <p:cNvSpPr/>
            <p:nvPr/>
          </p:nvSpPr>
          <p:spPr>
            <a:xfrm>
              <a:off x="164214" y="2875922"/>
              <a:ext cx="406239" cy="23990"/>
            </a:xfrm>
            <a:custGeom>
              <a:avLst/>
              <a:gdLst/>
              <a:ahLst/>
              <a:cxnLst/>
              <a:rect l="l" t="t" r="r" b="b"/>
              <a:pathLst>
                <a:path w="25299" h="1494" extrusionOk="0">
                  <a:moveTo>
                    <a:pt x="1" y="0"/>
                  </a:moveTo>
                  <a:lnTo>
                    <a:pt x="1" y="1493"/>
                  </a:lnTo>
                  <a:lnTo>
                    <a:pt x="25298" y="1493"/>
                  </a:lnTo>
                  <a:lnTo>
                    <a:pt x="25298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4" name="Google Shape;8884;p103"/>
            <p:cNvSpPr/>
            <p:nvPr/>
          </p:nvSpPr>
          <p:spPr>
            <a:xfrm>
              <a:off x="202576" y="1966891"/>
              <a:ext cx="378154" cy="64407"/>
            </a:xfrm>
            <a:custGeom>
              <a:avLst/>
              <a:gdLst/>
              <a:ahLst/>
              <a:cxnLst/>
              <a:rect l="l" t="t" r="r" b="b"/>
              <a:pathLst>
                <a:path w="23550" h="4011" extrusionOk="0">
                  <a:moveTo>
                    <a:pt x="1" y="0"/>
                  </a:moveTo>
                  <a:lnTo>
                    <a:pt x="1" y="4010"/>
                  </a:lnTo>
                  <a:lnTo>
                    <a:pt x="23549" y="4010"/>
                  </a:lnTo>
                  <a:lnTo>
                    <a:pt x="23549" y="0"/>
                  </a:lnTo>
                  <a:close/>
                </a:path>
              </a:pathLst>
            </a:custGeom>
            <a:solidFill>
              <a:srgbClr val="512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5" name="Google Shape;8885;p103"/>
            <p:cNvSpPr/>
            <p:nvPr/>
          </p:nvSpPr>
          <p:spPr>
            <a:xfrm>
              <a:off x="564271" y="1966891"/>
              <a:ext cx="35632" cy="1770805"/>
            </a:xfrm>
            <a:custGeom>
              <a:avLst/>
              <a:gdLst/>
              <a:ahLst/>
              <a:cxnLst/>
              <a:rect l="l" t="t" r="r" b="b"/>
              <a:pathLst>
                <a:path w="2219" h="110279" extrusionOk="0">
                  <a:moveTo>
                    <a:pt x="0" y="0"/>
                  </a:moveTo>
                  <a:lnTo>
                    <a:pt x="0" y="110279"/>
                  </a:lnTo>
                  <a:lnTo>
                    <a:pt x="2219" y="110279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6" name="Google Shape;8886;p103"/>
            <p:cNvSpPr/>
            <p:nvPr/>
          </p:nvSpPr>
          <p:spPr>
            <a:xfrm>
              <a:off x="591665" y="1966891"/>
              <a:ext cx="35648" cy="1770805"/>
            </a:xfrm>
            <a:custGeom>
              <a:avLst/>
              <a:gdLst/>
              <a:ahLst/>
              <a:cxnLst/>
              <a:rect l="l" t="t" r="r" b="b"/>
              <a:pathLst>
                <a:path w="2220" h="110279" extrusionOk="0">
                  <a:moveTo>
                    <a:pt x="1" y="0"/>
                  </a:moveTo>
                  <a:lnTo>
                    <a:pt x="1" y="110279"/>
                  </a:lnTo>
                  <a:lnTo>
                    <a:pt x="2219" y="110279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512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7" name="Google Shape;8887;p103"/>
            <p:cNvSpPr/>
            <p:nvPr/>
          </p:nvSpPr>
          <p:spPr>
            <a:xfrm>
              <a:off x="-498880" y="3716452"/>
              <a:ext cx="388415" cy="21935"/>
            </a:xfrm>
            <a:custGeom>
              <a:avLst/>
              <a:gdLst/>
              <a:ahLst/>
              <a:cxnLst/>
              <a:rect l="l" t="t" r="r" b="b"/>
              <a:pathLst>
                <a:path w="24189" h="1366" extrusionOk="0">
                  <a:moveTo>
                    <a:pt x="0" y="0"/>
                  </a:moveTo>
                  <a:lnTo>
                    <a:pt x="0" y="1365"/>
                  </a:lnTo>
                  <a:lnTo>
                    <a:pt x="24189" y="1365"/>
                  </a:lnTo>
                  <a:lnTo>
                    <a:pt x="24189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8" name="Google Shape;8888;p103"/>
            <p:cNvSpPr/>
            <p:nvPr/>
          </p:nvSpPr>
          <p:spPr>
            <a:xfrm>
              <a:off x="-107045" y="3716452"/>
              <a:ext cx="682283" cy="21935"/>
            </a:xfrm>
            <a:custGeom>
              <a:avLst/>
              <a:gdLst/>
              <a:ahLst/>
              <a:cxnLst/>
              <a:rect l="l" t="t" r="r" b="b"/>
              <a:pathLst>
                <a:path w="42490" h="1366" extrusionOk="0">
                  <a:moveTo>
                    <a:pt x="0" y="0"/>
                  </a:moveTo>
                  <a:lnTo>
                    <a:pt x="0" y="1365"/>
                  </a:lnTo>
                  <a:lnTo>
                    <a:pt x="42490" y="1365"/>
                  </a:lnTo>
                  <a:lnTo>
                    <a:pt x="42490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9" name="Google Shape;8889;p103"/>
            <p:cNvSpPr/>
            <p:nvPr/>
          </p:nvSpPr>
          <p:spPr>
            <a:xfrm>
              <a:off x="-182" y="1966891"/>
              <a:ext cx="166468" cy="64407"/>
            </a:xfrm>
            <a:custGeom>
              <a:avLst/>
              <a:gdLst/>
              <a:ahLst/>
              <a:cxnLst/>
              <a:rect l="l" t="t" r="r" b="b"/>
              <a:pathLst>
                <a:path w="10367" h="4011" extrusionOk="0">
                  <a:moveTo>
                    <a:pt x="0" y="0"/>
                  </a:moveTo>
                  <a:lnTo>
                    <a:pt x="0" y="4010"/>
                  </a:lnTo>
                  <a:lnTo>
                    <a:pt x="10367" y="4010"/>
                  </a:lnTo>
                  <a:lnTo>
                    <a:pt x="10367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0" name="Google Shape;8890;p103"/>
            <p:cNvSpPr/>
            <p:nvPr/>
          </p:nvSpPr>
          <p:spPr>
            <a:xfrm>
              <a:off x="11459" y="1966891"/>
              <a:ext cx="117156" cy="64407"/>
            </a:xfrm>
            <a:custGeom>
              <a:avLst/>
              <a:gdLst/>
              <a:ahLst/>
              <a:cxnLst/>
              <a:rect l="l" t="t" r="r" b="b"/>
              <a:pathLst>
                <a:path w="7296" h="4011" extrusionOk="0">
                  <a:moveTo>
                    <a:pt x="0" y="0"/>
                  </a:moveTo>
                  <a:lnTo>
                    <a:pt x="0" y="4010"/>
                  </a:lnTo>
                  <a:lnTo>
                    <a:pt x="5973" y="4010"/>
                  </a:lnTo>
                  <a:lnTo>
                    <a:pt x="7295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1" name="Google Shape;8891;p103"/>
            <p:cNvSpPr/>
            <p:nvPr/>
          </p:nvSpPr>
          <p:spPr>
            <a:xfrm>
              <a:off x="149152" y="1966891"/>
              <a:ext cx="35632" cy="1770805"/>
            </a:xfrm>
            <a:custGeom>
              <a:avLst/>
              <a:gdLst/>
              <a:ahLst/>
              <a:cxnLst/>
              <a:rect l="l" t="t" r="r" b="b"/>
              <a:pathLst>
                <a:path w="2219" h="110279" extrusionOk="0">
                  <a:moveTo>
                    <a:pt x="0" y="0"/>
                  </a:moveTo>
                  <a:lnTo>
                    <a:pt x="0" y="110279"/>
                  </a:lnTo>
                  <a:lnTo>
                    <a:pt x="2218" y="110279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2" name="Google Shape;8892;p103"/>
            <p:cNvSpPr/>
            <p:nvPr/>
          </p:nvSpPr>
          <p:spPr>
            <a:xfrm>
              <a:off x="177237" y="1966891"/>
              <a:ext cx="35632" cy="1770805"/>
            </a:xfrm>
            <a:custGeom>
              <a:avLst/>
              <a:gdLst/>
              <a:ahLst/>
              <a:cxnLst/>
              <a:rect l="l" t="t" r="r" b="b"/>
              <a:pathLst>
                <a:path w="2219" h="110279" extrusionOk="0">
                  <a:moveTo>
                    <a:pt x="0" y="0"/>
                  </a:moveTo>
                  <a:lnTo>
                    <a:pt x="0" y="110279"/>
                  </a:lnTo>
                  <a:lnTo>
                    <a:pt x="2219" y="110279"/>
                  </a:lnTo>
                  <a:lnTo>
                    <a:pt x="2219" y="0"/>
                  </a:lnTo>
                  <a:close/>
                </a:path>
              </a:pathLst>
            </a:custGeom>
            <a:solidFill>
              <a:srgbClr val="5128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3" name="Google Shape;8893;p103"/>
            <p:cNvSpPr/>
            <p:nvPr/>
          </p:nvSpPr>
          <p:spPr>
            <a:xfrm>
              <a:off x="-548209" y="1966891"/>
              <a:ext cx="558994" cy="1770805"/>
            </a:xfrm>
            <a:custGeom>
              <a:avLst/>
              <a:gdLst/>
              <a:ahLst/>
              <a:cxnLst/>
              <a:rect l="l" t="t" r="r" b="b"/>
              <a:pathLst>
                <a:path w="34812" h="110279" extrusionOk="0">
                  <a:moveTo>
                    <a:pt x="32593" y="0"/>
                  </a:moveTo>
                  <a:lnTo>
                    <a:pt x="1" y="110279"/>
                  </a:lnTo>
                  <a:lnTo>
                    <a:pt x="2219" y="110279"/>
                  </a:lnTo>
                  <a:lnTo>
                    <a:pt x="348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4" name="Google Shape;8894;p103"/>
            <p:cNvSpPr/>
            <p:nvPr/>
          </p:nvSpPr>
          <p:spPr>
            <a:xfrm>
              <a:off x="-520815" y="1966891"/>
              <a:ext cx="559010" cy="1770805"/>
            </a:xfrm>
            <a:custGeom>
              <a:avLst/>
              <a:gdLst/>
              <a:ahLst/>
              <a:cxnLst/>
              <a:rect l="l" t="t" r="r" b="b"/>
              <a:pathLst>
                <a:path w="34813" h="110279" extrusionOk="0">
                  <a:moveTo>
                    <a:pt x="32594" y="0"/>
                  </a:moveTo>
                  <a:lnTo>
                    <a:pt x="1" y="110279"/>
                  </a:lnTo>
                  <a:lnTo>
                    <a:pt x="2219" y="110279"/>
                  </a:lnTo>
                  <a:lnTo>
                    <a:pt x="34812" y="0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5" name="Google Shape;8895;p103"/>
            <p:cNvSpPr/>
            <p:nvPr/>
          </p:nvSpPr>
          <p:spPr>
            <a:xfrm>
              <a:off x="-529020" y="3765765"/>
              <a:ext cx="26045" cy="26045"/>
            </a:xfrm>
            <a:custGeom>
              <a:avLst/>
              <a:gdLst/>
              <a:ahLst/>
              <a:cxnLst/>
              <a:rect l="l" t="t" r="r" b="b"/>
              <a:pathLst>
                <a:path w="1622" h="1622" extrusionOk="0">
                  <a:moveTo>
                    <a:pt x="0" y="1"/>
                  </a:moveTo>
                  <a:lnTo>
                    <a:pt x="0" y="1622"/>
                  </a:lnTo>
                  <a:lnTo>
                    <a:pt x="1621" y="1622"/>
                  </a:lnTo>
                  <a:lnTo>
                    <a:pt x="1621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6" name="Google Shape;8896;p103"/>
            <p:cNvSpPr/>
            <p:nvPr/>
          </p:nvSpPr>
          <p:spPr>
            <a:xfrm>
              <a:off x="-559160" y="3711651"/>
              <a:ext cx="62351" cy="80159"/>
            </a:xfrm>
            <a:custGeom>
              <a:avLst/>
              <a:gdLst/>
              <a:ahLst/>
              <a:cxnLst/>
              <a:rect l="l" t="t" r="r" b="b"/>
              <a:pathLst>
                <a:path w="3883" h="4992" extrusionOk="0">
                  <a:moveTo>
                    <a:pt x="1920" y="0"/>
                  </a:moveTo>
                  <a:cubicBezTo>
                    <a:pt x="853" y="0"/>
                    <a:pt x="0" y="1110"/>
                    <a:pt x="0" y="2517"/>
                  </a:cubicBezTo>
                  <a:cubicBezTo>
                    <a:pt x="0" y="3883"/>
                    <a:pt x="853" y="4992"/>
                    <a:pt x="1920" y="4992"/>
                  </a:cubicBezTo>
                  <a:cubicBezTo>
                    <a:pt x="3029" y="4992"/>
                    <a:pt x="3882" y="3883"/>
                    <a:pt x="3882" y="2517"/>
                  </a:cubicBezTo>
                  <a:cubicBezTo>
                    <a:pt x="3882" y="1110"/>
                    <a:pt x="2986" y="0"/>
                    <a:pt x="1920" y="0"/>
                  </a:cubicBezTo>
                  <a:close/>
                </a:path>
              </a:pathLst>
            </a:custGeom>
            <a:solidFill>
              <a:srgbClr val="D8C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7" name="Google Shape;8897;p103"/>
            <p:cNvSpPr/>
            <p:nvPr/>
          </p:nvSpPr>
          <p:spPr>
            <a:xfrm>
              <a:off x="147097" y="3711651"/>
              <a:ext cx="56860" cy="80159"/>
            </a:xfrm>
            <a:custGeom>
              <a:avLst/>
              <a:gdLst/>
              <a:ahLst/>
              <a:cxnLst/>
              <a:rect l="l" t="t" r="r" b="b"/>
              <a:pathLst>
                <a:path w="3541" h="4992" extrusionOk="0">
                  <a:moveTo>
                    <a:pt x="1792" y="0"/>
                  </a:moveTo>
                  <a:cubicBezTo>
                    <a:pt x="811" y="0"/>
                    <a:pt x="0" y="1110"/>
                    <a:pt x="0" y="2517"/>
                  </a:cubicBezTo>
                  <a:cubicBezTo>
                    <a:pt x="0" y="3883"/>
                    <a:pt x="811" y="4992"/>
                    <a:pt x="1792" y="4992"/>
                  </a:cubicBezTo>
                  <a:cubicBezTo>
                    <a:pt x="2773" y="4992"/>
                    <a:pt x="3541" y="3883"/>
                    <a:pt x="3541" y="2517"/>
                  </a:cubicBezTo>
                  <a:cubicBezTo>
                    <a:pt x="3541" y="1110"/>
                    <a:pt x="2773" y="0"/>
                    <a:pt x="1792" y="0"/>
                  </a:cubicBez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8" name="Google Shape;8898;p103"/>
            <p:cNvSpPr/>
            <p:nvPr/>
          </p:nvSpPr>
          <p:spPr>
            <a:xfrm>
              <a:off x="149152" y="3765765"/>
              <a:ext cx="25355" cy="26045"/>
            </a:xfrm>
            <a:custGeom>
              <a:avLst/>
              <a:gdLst/>
              <a:ahLst/>
              <a:cxnLst/>
              <a:rect l="l" t="t" r="r" b="b"/>
              <a:pathLst>
                <a:path w="1579" h="1622" extrusionOk="0">
                  <a:moveTo>
                    <a:pt x="0" y="1"/>
                  </a:moveTo>
                  <a:lnTo>
                    <a:pt x="0" y="1622"/>
                  </a:lnTo>
                  <a:lnTo>
                    <a:pt x="1579" y="1622"/>
                  </a:lnTo>
                  <a:lnTo>
                    <a:pt x="1579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9" name="Google Shape;8899;p103"/>
            <p:cNvSpPr/>
            <p:nvPr/>
          </p:nvSpPr>
          <p:spPr>
            <a:xfrm>
              <a:off x="119012" y="3711651"/>
              <a:ext cx="62351" cy="80159"/>
            </a:xfrm>
            <a:custGeom>
              <a:avLst/>
              <a:gdLst/>
              <a:ahLst/>
              <a:cxnLst/>
              <a:rect l="l" t="t" r="r" b="b"/>
              <a:pathLst>
                <a:path w="3883" h="4992" extrusionOk="0">
                  <a:moveTo>
                    <a:pt x="1920" y="0"/>
                  </a:moveTo>
                  <a:cubicBezTo>
                    <a:pt x="853" y="0"/>
                    <a:pt x="0" y="1110"/>
                    <a:pt x="0" y="2517"/>
                  </a:cubicBezTo>
                  <a:cubicBezTo>
                    <a:pt x="0" y="3883"/>
                    <a:pt x="853" y="4992"/>
                    <a:pt x="1920" y="4992"/>
                  </a:cubicBezTo>
                  <a:cubicBezTo>
                    <a:pt x="2986" y="4992"/>
                    <a:pt x="3882" y="3883"/>
                    <a:pt x="3882" y="2517"/>
                  </a:cubicBezTo>
                  <a:cubicBezTo>
                    <a:pt x="3882" y="1110"/>
                    <a:pt x="2986" y="0"/>
                    <a:pt x="1920" y="0"/>
                  </a:cubicBezTo>
                  <a:close/>
                </a:path>
              </a:pathLst>
            </a:custGeom>
            <a:solidFill>
              <a:srgbClr val="D8C6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0" name="Google Shape;8900;p103"/>
            <p:cNvSpPr/>
            <p:nvPr/>
          </p:nvSpPr>
          <p:spPr>
            <a:xfrm>
              <a:off x="586189" y="3711651"/>
              <a:ext cx="56876" cy="80159"/>
            </a:xfrm>
            <a:custGeom>
              <a:avLst/>
              <a:gdLst/>
              <a:ahLst/>
              <a:cxnLst/>
              <a:rect l="l" t="t" r="r" b="b"/>
              <a:pathLst>
                <a:path w="3542" h="4992" extrusionOk="0">
                  <a:moveTo>
                    <a:pt x="1750" y="0"/>
                  </a:moveTo>
                  <a:cubicBezTo>
                    <a:pt x="768" y="0"/>
                    <a:pt x="1" y="1110"/>
                    <a:pt x="1" y="2517"/>
                  </a:cubicBezTo>
                  <a:cubicBezTo>
                    <a:pt x="1" y="3883"/>
                    <a:pt x="768" y="4992"/>
                    <a:pt x="1750" y="4992"/>
                  </a:cubicBezTo>
                  <a:cubicBezTo>
                    <a:pt x="2731" y="4992"/>
                    <a:pt x="3541" y="3883"/>
                    <a:pt x="3541" y="2517"/>
                  </a:cubicBezTo>
                  <a:cubicBezTo>
                    <a:pt x="3541" y="1110"/>
                    <a:pt x="2731" y="0"/>
                    <a:pt x="1750" y="0"/>
                  </a:cubicBez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1" name="Google Shape;8901;p103"/>
            <p:cNvSpPr/>
            <p:nvPr/>
          </p:nvSpPr>
          <p:spPr>
            <a:xfrm>
              <a:off x="588245" y="3765765"/>
              <a:ext cx="25355" cy="26045"/>
            </a:xfrm>
            <a:custGeom>
              <a:avLst/>
              <a:gdLst/>
              <a:ahLst/>
              <a:cxnLst/>
              <a:rect l="l" t="t" r="r" b="b"/>
              <a:pathLst>
                <a:path w="1579" h="1622" extrusionOk="0">
                  <a:moveTo>
                    <a:pt x="1" y="1"/>
                  </a:moveTo>
                  <a:lnTo>
                    <a:pt x="1" y="1622"/>
                  </a:lnTo>
                  <a:lnTo>
                    <a:pt x="1579" y="1622"/>
                  </a:lnTo>
                  <a:lnTo>
                    <a:pt x="1579" y="1"/>
                  </a:ln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2" name="Google Shape;8902;p103"/>
            <p:cNvSpPr/>
            <p:nvPr/>
          </p:nvSpPr>
          <p:spPr>
            <a:xfrm>
              <a:off x="558105" y="3711651"/>
              <a:ext cx="61661" cy="80159"/>
            </a:xfrm>
            <a:custGeom>
              <a:avLst/>
              <a:gdLst/>
              <a:ahLst/>
              <a:cxnLst/>
              <a:rect l="l" t="t" r="r" b="b"/>
              <a:pathLst>
                <a:path w="3840" h="4992" extrusionOk="0">
                  <a:moveTo>
                    <a:pt x="1920" y="0"/>
                  </a:moveTo>
                  <a:cubicBezTo>
                    <a:pt x="854" y="0"/>
                    <a:pt x="0" y="1110"/>
                    <a:pt x="0" y="2517"/>
                  </a:cubicBezTo>
                  <a:cubicBezTo>
                    <a:pt x="0" y="3883"/>
                    <a:pt x="854" y="4992"/>
                    <a:pt x="1920" y="4992"/>
                  </a:cubicBezTo>
                  <a:cubicBezTo>
                    <a:pt x="2987" y="4992"/>
                    <a:pt x="3840" y="3883"/>
                    <a:pt x="3840" y="2517"/>
                  </a:cubicBezTo>
                  <a:cubicBezTo>
                    <a:pt x="3840" y="1110"/>
                    <a:pt x="2987" y="0"/>
                    <a:pt x="1920" y="0"/>
                  </a:cubicBezTo>
                  <a:close/>
                </a:path>
              </a:pathLst>
            </a:custGeom>
            <a:solidFill>
              <a:srgbClr val="7A3D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3" name="Google Shape;8903;p103"/>
            <p:cNvSpPr/>
            <p:nvPr/>
          </p:nvSpPr>
          <p:spPr>
            <a:xfrm>
              <a:off x="531385" y="1189387"/>
              <a:ext cx="17824" cy="25355"/>
            </a:xfrm>
            <a:custGeom>
              <a:avLst/>
              <a:gdLst/>
              <a:ahLst/>
              <a:cxnLst/>
              <a:rect l="l" t="t" r="r" b="b"/>
              <a:pathLst>
                <a:path w="1110" h="1579" extrusionOk="0">
                  <a:moveTo>
                    <a:pt x="641" y="0"/>
                  </a:moveTo>
                  <a:cubicBezTo>
                    <a:pt x="385" y="0"/>
                    <a:pt x="129" y="384"/>
                    <a:pt x="43" y="811"/>
                  </a:cubicBezTo>
                  <a:cubicBezTo>
                    <a:pt x="1" y="1237"/>
                    <a:pt x="214" y="1579"/>
                    <a:pt x="470" y="1579"/>
                  </a:cubicBezTo>
                  <a:cubicBezTo>
                    <a:pt x="769" y="1579"/>
                    <a:pt x="1025" y="1237"/>
                    <a:pt x="1067" y="811"/>
                  </a:cubicBezTo>
                  <a:cubicBezTo>
                    <a:pt x="1110" y="384"/>
                    <a:pt x="939" y="0"/>
                    <a:pt x="641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4" name="Google Shape;8904;p103"/>
            <p:cNvSpPr/>
            <p:nvPr/>
          </p:nvSpPr>
          <p:spPr>
            <a:xfrm>
              <a:off x="526600" y="1083199"/>
              <a:ext cx="54965" cy="93728"/>
            </a:xfrm>
            <a:custGeom>
              <a:avLst/>
              <a:gdLst/>
              <a:ahLst/>
              <a:cxnLst/>
              <a:rect l="l" t="t" r="r" b="b"/>
              <a:pathLst>
                <a:path w="3423" h="5837" extrusionOk="0">
                  <a:moveTo>
                    <a:pt x="1195" y="1"/>
                  </a:moveTo>
                  <a:cubicBezTo>
                    <a:pt x="1195" y="1"/>
                    <a:pt x="1962" y="1707"/>
                    <a:pt x="1109" y="2518"/>
                  </a:cubicBezTo>
                  <a:cubicBezTo>
                    <a:pt x="85" y="3499"/>
                    <a:pt x="0" y="5419"/>
                    <a:pt x="1579" y="5803"/>
                  </a:cubicBezTo>
                  <a:cubicBezTo>
                    <a:pt x="1673" y="5826"/>
                    <a:pt x="1762" y="5837"/>
                    <a:pt x="1847" y="5837"/>
                  </a:cubicBezTo>
                  <a:cubicBezTo>
                    <a:pt x="3190" y="5837"/>
                    <a:pt x="3423" y="3127"/>
                    <a:pt x="2901" y="1963"/>
                  </a:cubicBezTo>
                  <a:cubicBezTo>
                    <a:pt x="2517" y="1195"/>
                    <a:pt x="1920" y="513"/>
                    <a:pt x="1195" y="1"/>
                  </a:cubicBezTo>
                  <a:close/>
                </a:path>
              </a:pathLst>
            </a:custGeom>
            <a:solidFill>
              <a:srgbClr val="F2D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5" name="Google Shape;8905;p103"/>
            <p:cNvSpPr/>
            <p:nvPr/>
          </p:nvSpPr>
          <p:spPr>
            <a:xfrm>
              <a:off x="534131" y="1185855"/>
              <a:ext cx="53439" cy="115213"/>
            </a:xfrm>
            <a:custGeom>
              <a:avLst/>
              <a:gdLst/>
              <a:ahLst/>
              <a:cxnLst/>
              <a:rect l="l" t="t" r="r" b="b"/>
              <a:pathLst>
                <a:path w="3328" h="7175" extrusionOk="0">
                  <a:moveTo>
                    <a:pt x="2456" y="0"/>
                  </a:moveTo>
                  <a:cubicBezTo>
                    <a:pt x="2434" y="0"/>
                    <a:pt x="2411" y="3"/>
                    <a:pt x="2389" y="7"/>
                  </a:cubicBezTo>
                  <a:lnTo>
                    <a:pt x="726" y="135"/>
                  </a:lnTo>
                  <a:cubicBezTo>
                    <a:pt x="512" y="135"/>
                    <a:pt x="342" y="306"/>
                    <a:pt x="342" y="519"/>
                  </a:cubicBezTo>
                  <a:cubicBezTo>
                    <a:pt x="171" y="3207"/>
                    <a:pt x="0" y="5937"/>
                    <a:pt x="214" y="7174"/>
                  </a:cubicBezTo>
                  <a:lnTo>
                    <a:pt x="3115" y="7174"/>
                  </a:lnTo>
                  <a:cubicBezTo>
                    <a:pt x="3328" y="5852"/>
                    <a:pt x="2944" y="3036"/>
                    <a:pt x="2859" y="391"/>
                  </a:cubicBezTo>
                  <a:cubicBezTo>
                    <a:pt x="2859" y="161"/>
                    <a:pt x="2653" y="0"/>
                    <a:pt x="2456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6" name="Google Shape;8906;p103"/>
            <p:cNvSpPr/>
            <p:nvPr/>
          </p:nvSpPr>
          <p:spPr>
            <a:xfrm>
              <a:off x="469050" y="1286664"/>
              <a:ext cx="185657" cy="54804"/>
            </a:xfrm>
            <a:custGeom>
              <a:avLst/>
              <a:gdLst/>
              <a:ahLst/>
              <a:cxnLst/>
              <a:rect l="l" t="t" r="r" b="b"/>
              <a:pathLst>
                <a:path w="11562" h="3413" extrusionOk="0">
                  <a:moveTo>
                    <a:pt x="5760" y="0"/>
                  </a:moveTo>
                  <a:cubicBezTo>
                    <a:pt x="3669" y="0"/>
                    <a:pt x="1" y="1067"/>
                    <a:pt x="1" y="1920"/>
                  </a:cubicBezTo>
                  <a:cubicBezTo>
                    <a:pt x="1" y="2730"/>
                    <a:pt x="2560" y="3413"/>
                    <a:pt x="5760" y="3413"/>
                  </a:cubicBezTo>
                  <a:cubicBezTo>
                    <a:pt x="8959" y="3413"/>
                    <a:pt x="11562" y="2730"/>
                    <a:pt x="11562" y="1920"/>
                  </a:cubicBezTo>
                  <a:cubicBezTo>
                    <a:pt x="11562" y="1067"/>
                    <a:pt x="7893" y="0"/>
                    <a:pt x="5760" y="0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7" name="Google Shape;8907;p103"/>
            <p:cNvSpPr/>
            <p:nvPr/>
          </p:nvSpPr>
          <p:spPr>
            <a:xfrm>
              <a:off x="453297" y="1036616"/>
              <a:ext cx="15078" cy="289790"/>
            </a:xfrm>
            <a:custGeom>
              <a:avLst/>
              <a:gdLst/>
              <a:ahLst/>
              <a:cxnLst/>
              <a:rect l="l" t="t" r="r" b="b"/>
              <a:pathLst>
                <a:path w="939" h="18047" extrusionOk="0">
                  <a:moveTo>
                    <a:pt x="0" y="1"/>
                  </a:moveTo>
                  <a:lnTo>
                    <a:pt x="0" y="18046"/>
                  </a:lnTo>
                  <a:lnTo>
                    <a:pt x="939" y="18046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8" name="Google Shape;8908;p103"/>
            <p:cNvSpPr/>
            <p:nvPr/>
          </p:nvSpPr>
          <p:spPr>
            <a:xfrm>
              <a:off x="651945" y="1036616"/>
              <a:ext cx="15094" cy="289790"/>
            </a:xfrm>
            <a:custGeom>
              <a:avLst/>
              <a:gdLst/>
              <a:ahLst/>
              <a:cxnLst/>
              <a:rect l="l" t="t" r="r" b="b"/>
              <a:pathLst>
                <a:path w="940" h="18047" extrusionOk="0">
                  <a:moveTo>
                    <a:pt x="1" y="1"/>
                  </a:moveTo>
                  <a:lnTo>
                    <a:pt x="1" y="18046"/>
                  </a:lnTo>
                  <a:lnTo>
                    <a:pt x="940" y="18046"/>
                  </a:lnTo>
                  <a:lnTo>
                    <a:pt x="940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9" name="Google Shape;8909;p103"/>
            <p:cNvSpPr/>
            <p:nvPr/>
          </p:nvSpPr>
          <p:spPr>
            <a:xfrm>
              <a:off x="597831" y="1036616"/>
              <a:ext cx="15094" cy="289790"/>
            </a:xfrm>
            <a:custGeom>
              <a:avLst/>
              <a:gdLst/>
              <a:ahLst/>
              <a:cxnLst/>
              <a:rect l="l" t="t" r="r" b="b"/>
              <a:pathLst>
                <a:path w="940" h="18047" extrusionOk="0">
                  <a:moveTo>
                    <a:pt x="1" y="1"/>
                  </a:moveTo>
                  <a:lnTo>
                    <a:pt x="1" y="18046"/>
                  </a:lnTo>
                  <a:lnTo>
                    <a:pt x="939" y="18046"/>
                  </a:lnTo>
                  <a:lnTo>
                    <a:pt x="939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0" name="Google Shape;8910;p103"/>
            <p:cNvSpPr/>
            <p:nvPr/>
          </p:nvSpPr>
          <p:spPr>
            <a:xfrm>
              <a:off x="441656" y="1035251"/>
              <a:ext cx="237025" cy="17824"/>
            </a:xfrm>
            <a:custGeom>
              <a:avLst/>
              <a:gdLst/>
              <a:ahLst/>
              <a:cxnLst/>
              <a:rect l="l" t="t" r="r" b="b"/>
              <a:pathLst>
                <a:path w="14761" h="1110" extrusionOk="0">
                  <a:moveTo>
                    <a:pt x="0" y="1"/>
                  </a:moveTo>
                  <a:lnTo>
                    <a:pt x="0" y="299"/>
                  </a:lnTo>
                  <a:cubicBezTo>
                    <a:pt x="0" y="768"/>
                    <a:pt x="384" y="1110"/>
                    <a:pt x="811" y="1110"/>
                  </a:cubicBezTo>
                  <a:lnTo>
                    <a:pt x="13993" y="1110"/>
                  </a:lnTo>
                  <a:cubicBezTo>
                    <a:pt x="14419" y="1110"/>
                    <a:pt x="14761" y="768"/>
                    <a:pt x="14761" y="299"/>
                  </a:cubicBezTo>
                  <a:lnTo>
                    <a:pt x="14761" y="1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1" name="Google Shape;8911;p103"/>
            <p:cNvSpPr/>
            <p:nvPr/>
          </p:nvSpPr>
          <p:spPr>
            <a:xfrm>
              <a:off x="441656" y="1307201"/>
              <a:ext cx="237025" cy="30172"/>
            </a:xfrm>
            <a:custGeom>
              <a:avLst/>
              <a:gdLst/>
              <a:ahLst/>
              <a:cxnLst/>
              <a:rect l="l" t="t" r="r" b="b"/>
              <a:pathLst>
                <a:path w="14761" h="1879" extrusionOk="0">
                  <a:moveTo>
                    <a:pt x="1024" y="1"/>
                  </a:moveTo>
                  <a:cubicBezTo>
                    <a:pt x="469" y="1"/>
                    <a:pt x="0" y="470"/>
                    <a:pt x="0" y="1025"/>
                  </a:cubicBezTo>
                  <a:lnTo>
                    <a:pt x="0" y="1878"/>
                  </a:lnTo>
                  <a:lnTo>
                    <a:pt x="14761" y="1878"/>
                  </a:lnTo>
                  <a:lnTo>
                    <a:pt x="14761" y="1025"/>
                  </a:lnTo>
                  <a:cubicBezTo>
                    <a:pt x="14761" y="470"/>
                    <a:pt x="14334" y="1"/>
                    <a:pt x="13737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2" name="Google Shape;8912;p103"/>
            <p:cNvSpPr/>
            <p:nvPr/>
          </p:nvSpPr>
          <p:spPr>
            <a:xfrm>
              <a:off x="439600" y="957838"/>
              <a:ext cx="254158" cy="68533"/>
            </a:xfrm>
            <a:custGeom>
              <a:avLst/>
              <a:gdLst/>
              <a:ahLst/>
              <a:cxnLst/>
              <a:rect l="l" t="t" r="r" b="b"/>
              <a:pathLst>
                <a:path w="15828" h="4268" extrusionOk="0">
                  <a:moveTo>
                    <a:pt x="7892" y="1"/>
                  </a:moveTo>
                  <a:cubicBezTo>
                    <a:pt x="3882" y="1"/>
                    <a:pt x="555" y="1835"/>
                    <a:pt x="0" y="4267"/>
                  </a:cubicBezTo>
                  <a:lnTo>
                    <a:pt x="15827" y="4267"/>
                  </a:lnTo>
                  <a:cubicBezTo>
                    <a:pt x="15230" y="1835"/>
                    <a:pt x="11902" y="1"/>
                    <a:pt x="7892" y="1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3" name="Google Shape;8913;p103"/>
            <p:cNvSpPr/>
            <p:nvPr/>
          </p:nvSpPr>
          <p:spPr>
            <a:xfrm>
              <a:off x="556049" y="925643"/>
              <a:ext cx="20570" cy="35648"/>
            </a:xfrm>
            <a:custGeom>
              <a:avLst/>
              <a:gdLst/>
              <a:ahLst/>
              <a:cxnLst/>
              <a:rect l="l" t="t" r="r" b="b"/>
              <a:pathLst>
                <a:path w="1281" h="2220" extrusionOk="0">
                  <a:moveTo>
                    <a:pt x="640" y="1"/>
                  </a:moveTo>
                  <a:cubicBezTo>
                    <a:pt x="320" y="1"/>
                    <a:pt x="0" y="257"/>
                    <a:pt x="0" y="769"/>
                  </a:cubicBezTo>
                  <a:lnTo>
                    <a:pt x="0" y="2219"/>
                  </a:lnTo>
                  <a:lnTo>
                    <a:pt x="1280" y="2219"/>
                  </a:lnTo>
                  <a:lnTo>
                    <a:pt x="1280" y="769"/>
                  </a:lnTo>
                  <a:cubicBezTo>
                    <a:pt x="1280" y="257"/>
                    <a:pt x="960" y="1"/>
                    <a:pt x="640" y="1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4" name="Google Shape;8914;p103"/>
            <p:cNvSpPr/>
            <p:nvPr/>
          </p:nvSpPr>
          <p:spPr>
            <a:xfrm>
              <a:off x="400549" y="1010587"/>
              <a:ext cx="319239" cy="28791"/>
            </a:xfrm>
            <a:custGeom>
              <a:avLst/>
              <a:gdLst/>
              <a:ahLst/>
              <a:cxnLst/>
              <a:rect l="l" t="t" r="r" b="b"/>
              <a:pathLst>
                <a:path w="19881" h="1793" extrusionOk="0">
                  <a:moveTo>
                    <a:pt x="1707" y="1"/>
                  </a:moveTo>
                  <a:cubicBezTo>
                    <a:pt x="1" y="1"/>
                    <a:pt x="1" y="1793"/>
                    <a:pt x="1707" y="1793"/>
                  </a:cubicBezTo>
                  <a:lnTo>
                    <a:pt x="18217" y="1793"/>
                  </a:lnTo>
                  <a:cubicBezTo>
                    <a:pt x="19880" y="1793"/>
                    <a:pt x="19880" y="1"/>
                    <a:pt x="18217" y="1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5" name="Google Shape;8915;p103"/>
            <p:cNvSpPr/>
            <p:nvPr/>
          </p:nvSpPr>
          <p:spPr>
            <a:xfrm>
              <a:off x="411516" y="1329136"/>
              <a:ext cx="301415" cy="30156"/>
            </a:xfrm>
            <a:custGeom>
              <a:avLst/>
              <a:gdLst/>
              <a:ahLst/>
              <a:cxnLst/>
              <a:rect l="l" t="t" r="r" b="b"/>
              <a:pathLst>
                <a:path w="18771" h="1878" extrusionOk="0">
                  <a:moveTo>
                    <a:pt x="1024" y="0"/>
                  </a:moveTo>
                  <a:cubicBezTo>
                    <a:pt x="0" y="0"/>
                    <a:pt x="0" y="1877"/>
                    <a:pt x="1024" y="1877"/>
                  </a:cubicBezTo>
                  <a:lnTo>
                    <a:pt x="17534" y="1877"/>
                  </a:lnTo>
                  <a:cubicBezTo>
                    <a:pt x="18771" y="1877"/>
                    <a:pt x="18771" y="0"/>
                    <a:pt x="17534" y="0"/>
                  </a:cubicBezTo>
                  <a:close/>
                </a:path>
              </a:pathLst>
            </a:custGeom>
            <a:solidFill>
              <a:srgbClr val="6650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6" name="Google Shape;8916;p103"/>
            <p:cNvSpPr/>
            <p:nvPr/>
          </p:nvSpPr>
          <p:spPr>
            <a:xfrm>
              <a:off x="474526" y="957806"/>
              <a:ext cx="197989" cy="42584"/>
            </a:xfrm>
            <a:custGeom>
              <a:avLst/>
              <a:gdLst/>
              <a:ahLst/>
              <a:cxnLst/>
              <a:rect l="l" t="t" r="r" b="b"/>
              <a:pathLst>
                <a:path w="12330" h="2652" extrusionOk="0">
                  <a:moveTo>
                    <a:pt x="5486" y="0"/>
                  </a:moveTo>
                  <a:cubicBezTo>
                    <a:pt x="3561" y="0"/>
                    <a:pt x="1683" y="512"/>
                    <a:pt x="1" y="1496"/>
                  </a:cubicBezTo>
                  <a:cubicBezTo>
                    <a:pt x="2270" y="2266"/>
                    <a:pt x="4655" y="2651"/>
                    <a:pt x="7010" y="2651"/>
                  </a:cubicBezTo>
                  <a:cubicBezTo>
                    <a:pt x="7134" y="2651"/>
                    <a:pt x="7257" y="2650"/>
                    <a:pt x="7381" y="2648"/>
                  </a:cubicBezTo>
                  <a:cubicBezTo>
                    <a:pt x="9045" y="2648"/>
                    <a:pt x="10709" y="2477"/>
                    <a:pt x="12330" y="2179"/>
                  </a:cubicBezTo>
                  <a:cubicBezTo>
                    <a:pt x="10879" y="856"/>
                    <a:pt x="8490" y="3"/>
                    <a:pt x="5717" y="3"/>
                  </a:cubicBezTo>
                  <a:cubicBezTo>
                    <a:pt x="5640" y="1"/>
                    <a:pt x="5563" y="0"/>
                    <a:pt x="5486" y="0"/>
                  </a:cubicBezTo>
                  <a:close/>
                </a:path>
              </a:pathLst>
            </a:custGeom>
            <a:solidFill>
              <a:srgbClr val="8C6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7" name="Google Shape;8917;p103"/>
            <p:cNvSpPr/>
            <p:nvPr/>
          </p:nvSpPr>
          <p:spPr>
            <a:xfrm>
              <a:off x="410135" y="1010587"/>
              <a:ext cx="300741" cy="14516"/>
            </a:xfrm>
            <a:custGeom>
              <a:avLst/>
              <a:gdLst/>
              <a:ahLst/>
              <a:cxnLst/>
              <a:rect l="l" t="t" r="r" b="b"/>
              <a:pathLst>
                <a:path w="18729" h="904" extrusionOk="0">
                  <a:moveTo>
                    <a:pt x="1110" y="1"/>
                  </a:moveTo>
                  <a:cubicBezTo>
                    <a:pt x="683" y="1"/>
                    <a:pt x="257" y="129"/>
                    <a:pt x="1" y="470"/>
                  </a:cubicBezTo>
                  <a:cubicBezTo>
                    <a:pt x="231" y="738"/>
                    <a:pt x="598" y="903"/>
                    <a:pt x="979" y="903"/>
                  </a:cubicBezTo>
                  <a:cubicBezTo>
                    <a:pt x="1023" y="903"/>
                    <a:pt x="1066" y="901"/>
                    <a:pt x="1110" y="897"/>
                  </a:cubicBezTo>
                  <a:lnTo>
                    <a:pt x="17620" y="897"/>
                  </a:lnTo>
                  <a:cubicBezTo>
                    <a:pt x="17659" y="901"/>
                    <a:pt x="17698" y="903"/>
                    <a:pt x="17738" y="903"/>
                  </a:cubicBezTo>
                  <a:cubicBezTo>
                    <a:pt x="18089" y="903"/>
                    <a:pt x="18461" y="738"/>
                    <a:pt x="18729" y="470"/>
                  </a:cubicBezTo>
                  <a:cubicBezTo>
                    <a:pt x="18430" y="129"/>
                    <a:pt x="18004" y="1"/>
                    <a:pt x="17620" y="1"/>
                  </a:cubicBezTo>
                  <a:close/>
                </a:path>
              </a:pathLst>
            </a:custGeom>
            <a:solidFill>
              <a:srgbClr val="8C6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8" name="Google Shape;8918;p103"/>
            <p:cNvSpPr/>
            <p:nvPr/>
          </p:nvSpPr>
          <p:spPr>
            <a:xfrm>
              <a:off x="417682" y="1329023"/>
              <a:ext cx="289083" cy="13826"/>
            </a:xfrm>
            <a:custGeom>
              <a:avLst/>
              <a:gdLst/>
              <a:ahLst/>
              <a:cxnLst/>
              <a:rect l="l" t="t" r="r" b="b"/>
              <a:pathLst>
                <a:path w="18003" h="861" extrusionOk="0">
                  <a:moveTo>
                    <a:pt x="17253" y="1"/>
                  </a:moveTo>
                  <a:cubicBezTo>
                    <a:pt x="17219" y="1"/>
                    <a:pt x="17184" y="3"/>
                    <a:pt x="17150" y="7"/>
                  </a:cubicBezTo>
                  <a:lnTo>
                    <a:pt x="640" y="7"/>
                  </a:lnTo>
                  <a:cubicBezTo>
                    <a:pt x="341" y="7"/>
                    <a:pt x="85" y="178"/>
                    <a:pt x="0" y="434"/>
                  </a:cubicBezTo>
                  <a:cubicBezTo>
                    <a:pt x="85" y="690"/>
                    <a:pt x="341" y="860"/>
                    <a:pt x="640" y="860"/>
                  </a:cubicBezTo>
                  <a:lnTo>
                    <a:pt x="17150" y="860"/>
                  </a:lnTo>
                  <a:cubicBezTo>
                    <a:pt x="17491" y="860"/>
                    <a:pt x="17790" y="690"/>
                    <a:pt x="18003" y="434"/>
                  </a:cubicBezTo>
                  <a:cubicBezTo>
                    <a:pt x="17811" y="166"/>
                    <a:pt x="17551" y="1"/>
                    <a:pt x="17253" y="1"/>
                  </a:cubicBezTo>
                  <a:close/>
                </a:path>
              </a:pathLst>
            </a:custGeom>
            <a:solidFill>
              <a:srgbClr val="8C6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9" name="Google Shape;8919;p103"/>
            <p:cNvSpPr/>
            <p:nvPr/>
          </p:nvSpPr>
          <p:spPr>
            <a:xfrm>
              <a:off x="446441" y="1329136"/>
              <a:ext cx="79485" cy="13713"/>
            </a:xfrm>
            <a:custGeom>
              <a:avLst/>
              <a:gdLst/>
              <a:ahLst/>
              <a:cxnLst/>
              <a:rect l="l" t="t" r="r" b="b"/>
              <a:pathLst>
                <a:path w="4950" h="854" extrusionOk="0">
                  <a:moveTo>
                    <a:pt x="214" y="0"/>
                  </a:moveTo>
                  <a:cubicBezTo>
                    <a:pt x="129" y="0"/>
                    <a:pt x="86" y="171"/>
                    <a:pt x="43" y="427"/>
                  </a:cubicBezTo>
                  <a:cubicBezTo>
                    <a:pt x="1" y="640"/>
                    <a:pt x="129" y="853"/>
                    <a:pt x="214" y="853"/>
                  </a:cubicBezTo>
                  <a:lnTo>
                    <a:pt x="4693" y="853"/>
                  </a:lnTo>
                  <a:cubicBezTo>
                    <a:pt x="4821" y="853"/>
                    <a:pt x="4907" y="640"/>
                    <a:pt x="4949" y="427"/>
                  </a:cubicBezTo>
                  <a:cubicBezTo>
                    <a:pt x="4907" y="171"/>
                    <a:pt x="4821" y="0"/>
                    <a:pt x="4693" y="0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0" name="Google Shape;8920;p103"/>
            <p:cNvSpPr/>
            <p:nvPr/>
          </p:nvSpPr>
          <p:spPr>
            <a:xfrm>
              <a:off x="536861" y="1185951"/>
              <a:ext cx="40433" cy="80175"/>
            </a:xfrm>
            <a:custGeom>
              <a:avLst/>
              <a:gdLst/>
              <a:ahLst/>
              <a:cxnLst/>
              <a:rect l="l" t="t" r="r" b="b"/>
              <a:pathLst>
                <a:path w="2518" h="4993" extrusionOk="0">
                  <a:moveTo>
                    <a:pt x="2219" y="1"/>
                  </a:moveTo>
                  <a:lnTo>
                    <a:pt x="598" y="172"/>
                  </a:lnTo>
                  <a:cubicBezTo>
                    <a:pt x="385" y="172"/>
                    <a:pt x="214" y="342"/>
                    <a:pt x="172" y="556"/>
                  </a:cubicBezTo>
                  <a:cubicBezTo>
                    <a:pt x="129" y="1665"/>
                    <a:pt x="44" y="2817"/>
                    <a:pt x="1" y="3840"/>
                  </a:cubicBezTo>
                  <a:cubicBezTo>
                    <a:pt x="257" y="4523"/>
                    <a:pt x="641" y="4992"/>
                    <a:pt x="1068" y="4992"/>
                  </a:cubicBezTo>
                  <a:cubicBezTo>
                    <a:pt x="1835" y="4992"/>
                    <a:pt x="2518" y="3371"/>
                    <a:pt x="2518" y="1323"/>
                  </a:cubicBezTo>
                  <a:cubicBezTo>
                    <a:pt x="2518" y="897"/>
                    <a:pt x="2475" y="428"/>
                    <a:pt x="2390" y="1"/>
                  </a:cubicBezTo>
                  <a:close/>
                </a:path>
              </a:pathLst>
            </a:custGeom>
            <a:solidFill>
              <a:srgbClr val="F7D8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1" name="Google Shape;8921;p103"/>
            <p:cNvSpPr/>
            <p:nvPr/>
          </p:nvSpPr>
          <p:spPr>
            <a:xfrm>
              <a:off x="536861" y="1129107"/>
              <a:ext cx="40433" cy="47900"/>
            </a:xfrm>
            <a:custGeom>
              <a:avLst/>
              <a:gdLst/>
              <a:ahLst/>
              <a:cxnLst/>
              <a:rect l="l" t="t" r="r" b="b"/>
              <a:pathLst>
                <a:path w="2518" h="2983" extrusionOk="0">
                  <a:moveTo>
                    <a:pt x="1409" y="0"/>
                  </a:moveTo>
                  <a:cubicBezTo>
                    <a:pt x="684" y="0"/>
                    <a:pt x="86" y="1024"/>
                    <a:pt x="1" y="2346"/>
                  </a:cubicBezTo>
                  <a:cubicBezTo>
                    <a:pt x="214" y="2645"/>
                    <a:pt x="556" y="2858"/>
                    <a:pt x="940" y="2944"/>
                  </a:cubicBezTo>
                  <a:cubicBezTo>
                    <a:pt x="1039" y="2970"/>
                    <a:pt x="1134" y="2982"/>
                    <a:pt x="1223" y="2982"/>
                  </a:cubicBezTo>
                  <a:cubicBezTo>
                    <a:pt x="2013" y="2982"/>
                    <a:pt x="2403" y="2020"/>
                    <a:pt x="2518" y="1024"/>
                  </a:cubicBezTo>
                  <a:cubicBezTo>
                    <a:pt x="2219" y="384"/>
                    <a:pt x="1835" y="0"/>
                    <a:pt x="1409" y="0"/>
                  </a:cubicBezTo>
                  <a:close/>
                </a:path>
              </a:pathLst>
            </a:custGeom>
            <a:solidFill>
              <a:srgbClr val="FFAD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2" name="Google Shape;8922;p103"/>
            <p:cNvSpPr/>
            <p:nvPr/>
          </p:nvSpPr>
          <p:spPr>
            <a:xfrm>
              <a:off x="544408" y="1147590"/>
              <a:ext cx="24680" cy="28582"/>
            </a:xfrm>
            <a:custGeom>
              <a:avLst/>
              <a:gdLst/>
              <a:ahLst/>
              <a:cxnLst/>
              <a:rect l="l" t="t" r="r" b="b"/>
              <a:pathLst>
                <a:path w="1537" h="1780" extrusionOk="0">
                  <a:moveTo>
                    <a:pt x="853" y="1"/>
                  </a:moveTo>
                  <a:cubicBezTo>
                    <a:pt x="427" y="1"/>
                    <a:pt x="86" y="598"/>
                    <a:pt x="0" y="1409"/>
                  </a:cubicBezTo>
                  <a:cubicBezTo>
                    <a:pt x="171" y="1579"/>
                    <a:pt x="384" y="1707"/>
                    <a:pt x="598" y="1750"/>
                  </a:cubicBezTo>
                  <a:cubicBezTo>
                    <a:pt x="667" y="1770"/>
                    <a:pt x="732" y="1779"/>
                    <a:pt x="793" y="1779"/>
                  </a:cubicBezTo>
                  <a:cubicBezTo>
                    <a:pt x="1252" y="1779"/>
                    <a:pt x="1461" y="1239"/>
                    <a:pt x="1536" y="598"/>
                  </a:cubicBezTo>
                  <a:cubicBezTo>
                    <a:pt x="1365" y="214"/>
                    <a:pt x="1152" y="1"/>
                    <a:pt x="853" y="1"/>
                  </a:cubicBezTo>
                  <a:close/>
                </a:path>
              </a:pathLst>
            </a:custGeom>
            <a:solidFill>
              <a:srgbClr val="F2D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3" name="Google Shape;8923;p103"/>
            <p:cNvSpPr/>
            <p:nvPr/>
          </p:nvSpPr>
          <p:spPr>
            <a:xfrm>
              <a:off x="538242" y="1229804"/>
              <a:ext cx="26736" cy="19189"/>
            </a:xfrm>
            <a:custGeom>
              <a:avLst/>
              <a:gdLst/>
              <a:ahLst/>
              <a:cxnLst/>
              <a:rect l="l" t="t" r="r" b="b"/>
              <a:pathLst>
                <a:path w="1665" h="1195" extrusionOk="0">
                  <a:moveTo>
                    <a:pt x="0" y="0"/>
                  </a:moveTo>
                  <a:lnTo>
                    <a:pt x="0" y="0"/>
                  </a:lnTo>
                  <a:cubicBezTo>
                    <a:pt x="86" y="683"/>
                    <a:pt x="427" y="1195"/>
                    <a:pt x="854" y="1195"/>
                  </a:cubicBezTo>
                  <a:cubicBezTo>
                    <a:pt x="1237" y="1195"/>
                    <a:pt x="1579" y="726"/>
                    <a:pt x="1664" y="128"/>
                  </a:cubicBezTo>
                  <a:lnTo>
                    <a:pt x="1664" y="128"/>
                  </a:lnTo>
                  <a:cubicBezTo>
                    <a:pt x="1493" y="384"/>
                    <a:pt x="1195" y="555"/>
                    <a:pt x="854" y="555"/>
                  </a:cubicBezTo>
                  <a:cubicBezTo>
                    <a:pt x="512" y="512"/>
                    <a:pt x="171" y="342"/>
                    <a:pt x="0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4" name="Google Shape;8924;p103"/>
            <p:cNvSpPr/>
            <p:nvPr/>
          </p:nvSpPr>
          <p:spPr>
            <a:xfrm>
              <a:off x="553304" y="1191443"/>
              <a:ext cx="26045" cy="20586"/>
            </a:xfrm>
            <a:custGeom>
              <a:avLst/>
              <a:gdLst/>
              <a:ahLst/>
              <a:cxnLst/>
              <a:rect l="l" t="t" r="r" b="b"/>
              <a:pathLst>
                <a:path w="1622" h="1282" extrusionOk="0">
                  <a:moveTo>
                    <a:pt x="1579" y="0"/>
                  </a:moveTo>
                  <a:lnTo>
                    <a:pt x="1579" y="0"/>
                  </a:lnTo>
                  <a:cubicBezTo>
                    <a:pt x="1451" y="299"/>
                    <a:pt x="1195" y="555"/>
                    <a:pt x="897" y="726"/>
                  </a:cubicBezTo>
                  <a:cubicBezTo>
                    <a:pt x="802" y="753"/>
                    <a:pt x="699" y="767"/>
                    <a:pt x="596" y="767"/>
                  </a:cubicBezTo>
                  <a:cubicBezTo>
                    <a:pt x="372" y="767"/>
                    <a:pt x="147" y="701"/>
                    <a:pt x="1" y="555"/>
                  </a:cubicBezTo>
                  <a:lnTo>
                    <a:pt x="1" y="555"/>
                  </a:lnTo>
                  <a:cubicBezTo>
                    <a:pt x="141" y="976"/>
                    <a:pt x="455" y="1282"/>
                    <a:pt x="776" y="1282"/>
                  </a:cubicBezTo>
                  <a:cubicBezTo>
                    <a:pt x="845" y="1282"/>
                    <a:pt x="914" y="1268"/>
                    <a:pt x="982" y="1237"/>
                  </a:cubicBezTo>
                  <a:cubicBezTo>
                    <a:pt x="1409" y="981"/>
                    <a:pt x="1622" y="512"/>
                    <a:pt x="1579" y="0"/>
                  </a:cubicBezTo>
                  <a:close/>
                </a:path>
              </a:pathLst>
            </a:custGeom>
            <a:solidFill>
              <a:srgbClr val="EAC5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5" name="Google Shape;8925;p103"/>
            <p:cNvSpPr/>
            <p:nvPr/>
          </p:nvSpPr>
          <p:spPr>
            <a:xfrm>
              <a:off x="468359" y="1010587"/>
              <a:ext cx="85651" cy="14404"/>
            </a:xfrm>
            <a:custGeom>
              <a:avLst/>
              <a:gdLst/>
              <a:ahLst/>
              <a:cxnLst/>
              <a:rect l="l" t="t" r="r" b="b"/>
              <a:pathLst>
                <a:path w="5334" h="897" extrusionOk="0">
                  <a:moveTo>
                    <a:pt x="300" y="1"/>
                  </a:moveTo>
                  <a:cubicBezTo>
                    <a:pt x="129" y="1"/>
                    <a:pt x="44" y="214"/>
                    <a:pt x="1" y="470"/>
                  </a:cubicBezTo>
                  <a:cubicBezTo>
                    <a:pt x="44" y="726"/>
                    <a:pt x="129" y="897"/>
                    <a:pt x="300" y="897"/>
                  </a:cubicBezTo>
                  <a:lnTo>
                    <a:pt x="5035" y="897"/>
                  </a:lnTo>
                  <a:cubicBezTo>
                    <a:pt x="5163" y="897"/>
                    <a:pt x="5291" y="726"/>
                    <a:pt x="5334" y="470"/>
                  </a:cubicBezTo>
                  <a:cubicBezTo>
                    <a:pt x="5291" y="214"/>
                    <a:pt x="5163" y="1"/>
                    <a:pt x="5035" y="1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6" name="Google Shape;8926;p103"/>
            <p:cNvSpPr/>
            <p:nvPr/>
          </p:nvSpPr>
          <p:spPr>
            <a:xfrm>
              <a:off x="571802" y="1010587"/>
              <a:ext cx="52765" cy="14404"/>
            </a:xfrm>
            <a:custGeom>
              <a:avLst/>
              <a:gdLst/>
              <a:ahLst/>
              <a:cxnLst/>
              <a:rect l="l" t="t" r="r" b="b"/>
              <a:pathLst>
                <a:path w="3286" h="897" extrusionOk="0">
                  <a:moveTo>
                    <a:pt x="214" y="1"/>
                  </a:moveTo>
                  <a:cubicBezTo>
                    <a:pt x="129" y="1"/>
                    <a:pt x="86" y="214"/>
                    <a:pt x="43" y="470"/>
                  </a:cubicBezTo>
                  <a:cubicBezTo>
                    <a:pt x="1" y="726"/>
                    <a:pt x="129" y="897"/>
                    <a:pt x="214" y="897"/>
                  </a:cubicBezTo>
                  <a:lnTo>
                    <a:pt x="3072" y="897"/>
                  </a:lnTo>
                  <a:cubicBezTo>
                    <a:pt x="3158" y="897"/>
                    <a:pt x="3243" y="726"/>
                    <a:pt x="3243" y="470"/>
                  </a:cubicBezTo>
                  <a:cubicBezTo>
                    <a:pt x="3286" y="214"/>
                    <a:pt x="3158" y="1"/>
                    <a:pt x="3072" y="1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7" name="Google Shape;8927;p103"/>
            <p:cNvSpPr/>
            <p:nvPr/>
          </p:nvSpPr>
          <p:spPr>
            <a:xfrm>
              <a:off x="598522" y="974024"/>
              <a:ext cx="47289" cy="17422"/>
            </a:xfrm>
            <a:custGeom>
              <a:avLst/>
              <a:gdLst/>
              <a:ahLst/>
              <a:cxnLst/>
              <a:rect l="l" t="t" r="r" b="b"/>
              <a:pathLst>
                <a:path w="2945" h="1085" extrusionOk="0">
                  <a:moveTo>
                    <a:pt x="845" y="1"/>
                  </a:moveTo>
                  <a:cubicBezTo>
                    <a:pt x="387" y="1"/>
                    <a:pt x="73" y="96"/>
                    <a:pt x="43" y="273"/>
                  </a:cubicBezTo>
                  <a:cubicBezTo>
                    <a:pt x="0" y="529"/>
                    <a:pt x="555" y="870"/>
                    <a:pt x="1366" y="998"/>
                  </a:cubicBezTo>
                  <a:cubicBezTo>
                    <a:pt x="1644" y="1057"/>
                    <a:pt x="1907" y="1085"/>
                    <a:pt x="2134" y="1085"/>
                  </a:cubicBezTo>
                  <a:cubicBezTo>
                    <a:pt x="2569" y="1085"/>
                    <a:pt x="2873" y="981"/>
                    <a:pt x="2901" y="785"/>
                  </a:cubicBezTo>
                  <a:cubicBezTo>
                    <a:pt x="2944" y="529"/>
                    <a:pt x="2347" y="230"/>
                    <a:pt x="1536" y="59"/>
                  </a:cubicBezTo>
                  <a:cubicBezTo>
                    <a:pt x="1285" y="20"/>
                    <a:pt x="1051" y="1"/>
                    <a:pt x="845" y="1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8" name="Google Shape;8928;p103"/>
            <p:cNvSpPr/>
            <p:nvPr/>
          </p:nvSpPr>
          <p:spPr>
            <a:xfrm>
              <a:off x="566326" y="963330"/>
              <a:ext cx="30846" cy="10293"/>
            </a:xfrm>
            <a:custGeom>
              <a:avLst/>
              <a:gdLst/>
              <a:ahLst/>
              <a:cxnLst/>
              <a:rect l="l" t="t" r="r" b="b"/>
              <a:pathLst>
                <a:path w="1921" h="641" extrusionOk="0">
                  <a:moveTo>
                    <a:pt x="939" y="0"/>
                  </a:moveTo>
                  <a:cubicBezTo>
                    <a:pt x="384" y="0"/>
                    <a:pt x="0" y="171"/>
                    <a:pt x="0" y="342"/>
                  </a:cubicBezTo>
                  <a:cubicBezTo>
                    <a:pt x="0" y="512"/>
                    <a:pt x="427" y="640"/>
                    <a:pt x="939" y="640"/>
                  </a:cubicBezTo>
                  <a:cubicBezTo>
                    <a:pt x="1494" y="640"/>
                    <a:pt x="1920" y="469"/>
                    <a:pt x="1920" y="299"/>
                  </a:cubicBezTo>
                  <a:cubicBezTo>
                    <a:pt x="1920" y="128"/>
                    <a:pt x="1451" y="0"/>
                    <a:pt x="939" y="0"/>
                  </a:cubicBezTo>
                  <a:close/>
                </a:path>
              </a:pathLst>
            </a:custGeom>
            <a:solidFill>
              <a:srgbClr val="B593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29" name="Google Shape;8929;p103"/>
          <p:cNvGrpSpPr/>
          <p:nvPr/>
        </p:nvGrpSpPr>
        <p:grpSpPr>
          <a:xfrm rot="1321491" flipH="1">
            <a:off x="4175539" y="1259595"/>
            <a:ext cx="714934" cy="378491"/>
            <a:chOff x="-1074225" y="4512538"/>
            <a:chExt cx="714950" cy="378500"/>
          </a:xfrm>
        </p:grpSpPr>
        <p:sp>
          <p:nvSpPr>
            <p:cNvPr id="8930" name="Google Shape;8930;p103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1" name="Google Shape;8931;p103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2" name="Google Shape;8932;p103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3" name="Google Shape;8933;p103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4" name="Google Shape;8934;p103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5" name="Google Shape;8935;p103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6" name="Google Shape;8936;p103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7" name="Google Shape;8937;p103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8" name="Google Shape;8938;p103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9" name="Google Shape;8939;p103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0" name="Google Shape;8940;p103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41" name="Google Shape;8941;p103"/>
          <p:cNvGrpSpPr/>
          <p:nvPr/>
        </p:nvGrpSpPr>
        <p:grpSpPr>
          <a:xfrm flipH="1">
            <a:off x="8073300" y="2912038"/>
            <a:ext cx="714950" cy="378500"/>
            <a:chOff x="-1074225" y="4512538"/>
            <a:chExt cx="714950" cy="378500"/>
          </a:xfrm>
        </p:grpSpPr>
        <p:sp>
          <p:nvSpPr>
            <p:cNvPr id="8942" name="Google Shape;8942;p103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3" name="Google Shape;8943;p103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4" name="Google Shape;8944;p103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5" name="Google Shape;8945;p103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6" name="Google Shape;8946;p103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7" name="Google Shape;8947;p103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8" name="Google Shape;8948;p103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9" name="Google Shape;8949;p103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0" name="Google Shape;8950;p103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1" name="Google Shape;8951;p103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2" name="Google Shape;8952;p103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3" name="Google Shape;8953;p103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4" name="Google Shape;8954;p103"/>
          <p:cNvGrpSpPr/>
          <p:nvPr/>
        </p:nvGrpSpPr>
        <p:grpSpPr>
          <a:xfrm>
            <a:off x="7704400" y="996520"/>
            <a:ext cx="648376" cy="880878"/>
            <a:chOff x="638276" y="3526008"/>
            <a:chExt cx="714936" cy="971200"/>
          </a:xfrm>
        </p:grpSpPr>
        <p:sp>
          <p:nvSpPr>
            <p:cNvPr id="8955" name="Google Shape;8955;p103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56" name="Google Shape;8956;p103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8957" name="Google Shape;8957;p103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8" name="Google Shape;8958;p103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9" name="Google Shape;8959;p103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0" name="Google Shape;8960;p103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1" name="Google Shape;8961;p103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2" name="Google Shape;8962;p103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3" name="Google Shape;8963;p103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4" name="Google Shape;8964;p103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5" name="Google Shape;8965;p103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6" name="Google Shape;8966;p103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7" name="Google Shape;8967;p103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8" name="Google Shape;8968;p103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9" name="Google Shape;8969;p103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0" name="Google Shape;8970;p103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1" name="Google Shape;8971;p103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2" name="Google Shape;8972;p103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3" name="Google Shape;8973;p103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4" name="Google Shape;8974;p103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5" name="Google Shape;8975;p103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6" name="Google Shape;8976;p103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7" name="Google Shape;8977;p103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8" name="Google Shape;8978;p103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9" name="Google Shape;8979;p103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0" name="Google Shape;8980;p103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1" name="Google Shape;8981;p103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2" name="Google Shape;8982;p103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69"/>
          <p:cNvSpPr txBox="1">
            <a:spLocks noGrp="1"/>
          </p:cNvSpPr>
          <p:nvPr>
            <p:ph type="title"/>
          </p:nvPr>
        </p:nvSpPr>
        <p:spPr>
          <a:xfrm>
            <a:off x="1599675" y="798158"/>
            <a:ext cx="5910344" cy="4879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ventana Personalizada en </a:t>
            </a:r>
            <a:r>
              <a:rPr lang="es-MX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MX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BookHub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permite a los usuarios gestionar y ver información específica sobre los libros que han agregado.</a:t>
            </a:r>
            <a:endParaRPr lang="es-MX" dirty="0"/>
          </a:p>
        </p:txBody>
      </p:sp>
      <p:grpSp>
        <p:nvGrpSpPr>
          <p:cNvPr id="3428" name="Google Shape;3428;p69"/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/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/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194" name="Imagen 1">
            <a:extLst>
              <a:ext uri="{FF2B5EF4-FFF2-40B4-BE49-F238E27FC236}">
                <a16:creationId xmlns:a16="http://schemas.microsoft.com/office/drawing/2014/main" id="{DB83E6A9-6390-06A8-448B-491E86C77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322" y="1609616"/>
            <a:ext cx="6115050" cy="28098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395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3" name="Google Shape;2793;p66"/>
          <p:cNvGrpSpPr/>
          <p:nvPr/>
        </p:nvGrpSpPr>
        <p:grpSpPr>
          <a:xfrm>
            <a:off x="7191980" y="3720137"/>
            <a:ext cx="882090" cy="785318"/>
            <a:chOff x="7191980" y="3720137"/>
            <a:chExt cx="882090" cy="785318"/>
          </a:xfrm>
        </p:grpSpPr>
        <p:grpSp>
          <p:nvGrpSpPr>
            <p:cNvPr id="2794" name="Google Shape;2794;p66"/>
            <p:cNvGrpSpPr/>
            <p:nvPr/>
          </p:nvGrpSpPr>
          <p:grpSpPr>
            <a:xfrm>
              <a:off x="7278905" y="4103812"/>
              <a:ext cx="795165" cy="401643"/>
              <a:chOff x="760658" y="4632187"/>
              <a:chExt cx="795165" cy="401643"/>
            </a:xfrm>
          </p:grpSpPr>
          <p:sp>
            <p:nvSpPr>
              <p:cNvPr id="2795" name="Google Shape;2795;p66"/>
              <p:cNvSpPr/>
              <p:nvPr/>
            </p:nvSpPr>
            <p:spPr>
              <a:xfrm>
                <a:off x="932345" y="4784242"/>
                <a:ext cx="301263" cy="21157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305" extrusionOk="0">
                    <a:moveTo>
                      <a:pt x="85" y="0"/>
                    </a:moveTo>
                    <a:cubicBezTo>
                      <a:pt x="43" y="0"/>
                      <a:pt x="1" y="63"/>
                      <a:pt x="1" y="147"/>
                    </a:cubicBezTo>
                    <a:cubicBezTo>
                      <a:pt x="1" y="231"/>
                      <a:pt x="43" y="304"/>
                      <a:pt x="85" y="304"/>
                    </a:cubicBezTo>
                    <a:lnTo>
                      <a:pt x="4342" y="304"/>
                    </a:lnTo>
                    <a:lnTo>
                      <a:pt x="43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96" name="Google Shape;2796;p66"/>
              <p:cNvGrpSpPr/>
              <p:nvPr/>
            </p:nvGrpSpPr>
            <p:grpSpPr>
              <a:xfrm>
                <a:off x="932345" y="4632187"/>
                <a:ext cx="623479" cy="173211"/>
                <a:chOff x="932345" y="4632187"/>
                <a:chExt cx="623479" cy="173211"/>
              </a:xfrm>
            </p:grpSpPr>
            <p:sp>
              <p:nvSpPr>
                <p:cNvPr id="2797" name="Google Shape;2797;p66"/>
                <p:cNvSpPr/>
                <p:nvPr/>
              </p:nvSpPr>
              <p:spPr>
                <a:xfrm>
                  <a:off x="949826" y="4642384"/>
                  <a:ext cx="312847" cy="153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0" h="2213" extrusionOk="0">
                      <a:moveTo>
                        <a:pt x="0" y="0"/>
                      </a:moveTo>
                      <a:cubicBezTo>
                        <a:pt x="483" y="588"/>
                        <a:pt x="462" y="1657"/>
                        <a:pt x="0" y="2213"/>
                      </a:cubicBezTo>
                      <a:lnTo>
                        <a:pt x="4237" y="2213"/>
                      </a:lnTo>
                      <a:cubicBezTo>
                        <a:pt x="4510" y="2213"/>
                        <a:pt x="4510" y="0"/>
                        <a:pt x="4237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8" name="Google Shape;2798;p66"/>
                <p:cNvSpPr/>
                <p:nvPr/>
              </p:nvSpPr>
              <p:spPr>
                <a:xfrm>
                  <a:off x="1194974" y="4632187"/>
                  <a:ext cx="360850" cy="173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2" h="2497" extrusionOk="0">
                      <a:moveTo>
                        <a:pt x="126" y="1"/>
                      </a:moveTo>
                      <a:cubicBezTo>
                        <a:pt x="53" y="1"/>
                        <a:pt x="0" y="74"/>
                        <a:pt x="11" y="147"/>
                      </a:cubicBezTo>
                      <a:cubicBezTo>
                        <a:pt x="0" y="221"/>
                        <a:pt x="53" y="284"/>
                        <a:pt x="126" y="294"/>
                      </a:cubicBezTo>
                      <a:lnTo>
                        <a:pt x="262" y="294"/>
                      </a:lnTo>
                      <a:cubicBezTo>
                        <a:pt x="619" y="294"/>
                        <a:pt x="619" y="2192"/>
                        <a:pt x="262" y="2192"/>
                      </a:cubicBezTo>
                      <a:lnTo>
                        <a:pt x="126" y="2192"/>
                      </a:lnTo>
                      <a:cubicBezTo>
                        <a:pt x="53" y="2203"/>
                        <a:pt x="0" y="2266"/>
                        <a:pt x="11" y="2339"/>
                      </a:cubicBezTo>
                      <a:cubicBezTo>
                        <a:pt x="0" y="2412"/>
                        <a:pt x="53" y="2486"/>
                        <a:pt x="126" y="2496"/>
                      </a:cubicBezTo>
                      <a:lnTo>
                        <a:pt x="4258" y="2496"/>
                      </a:lnTo>
                      <a:cubicBezTo>
                        <a:pt x="5202" y="2496"/>
                        <a:pt x="5202" y="1"/>
                        <a:pt x="42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9" name="Google Shape;2799;p66"/>
                <p:cNvSpPr/>
                <p:nvPr/>
              </p:nvSpPr>
              <p:spPr>
                <a:xfrm>
                  <a:off x="932345" y="4632187"/>
                  <a:ext cx="301263" cy="20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3" h="295" extrusionOk="0">
                      <a:moveTo>
                        <a:pt x="85" y="1"/>
                      </a:moveTo>
                      <a:cubicBezTo>
                        <a:pt x="43" y="1"/>
                        <a:pt x="1" y="63"/>
                        <a:pt x="1" y="147"/>
                      </a:cubicBezTo>
                      <a:cubicBezTo>
                        <a:pt x="1" y="231"/>
                        <a:pt x="43" y="294"/>
                        <a:pt x="85" y="294"/>
                      </a:cubicBezTo>
                      <a:lnTo>
                        <a:pt x="4342" y="294"/>
                      </a:lnTo>
                      <a:lnTo>
                        <a:pt x="434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0" name="Google Shape;2800;p66"/>
                <p:cNvSpPr/>
                <p:nvPr/>
              </p:nvSpPr>
              <p:spPr>
                <a:xfrm>
                  <a:off x="963630" y="4696214"/>
                  <a:ext cx="211016" cy="79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1150" extrusionOk="0">
                      <a:moveTo>
                        <a:pt x="127" y="0"/>
                      </a:moveTo>
                      <a:cubicBezTo>
                        <a:pt x="189" y="367"/>
                        <a:pt x="147" y="745"/>
                        <a:pt x="1" y="1091"/>
                      </a:cubicBezTo>
                      <a:lnTo>
                        <a:pt x="231" y="1112"/>
                      </a:lnTo>
                      <a:cubicBezTo>
                        <a:pt x="570" y="1138"/>
                        <a:pt x="896" y="1150"/>
                        <a:pt x="1197" y="1150"/>
                      </a:cubicBezTo>
                      <a:cubicBezTo>
                        <a:pt x="2247" y="1150"/>
                        <a:pt x="3004" y="1002"/>
                        <a:pt x="3021" y="766"/>
                      </a:cubicBezTo>
                      <a:cubicBezTo>
                        <a:pt x="3042" y="462"/>
                        <a:pt x="1836" y="126"/>
                        <a:pt x="315" y="11"/>
                      </a:cubicBez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1" name="Google Shape;2801;p66"/>
                <p:cNvSpPr/>
                <p:nvPr/>
              </p:nvSpPr>
              <p:spPr>
                <a:xfrm>
                  <a:off x="1043681" y="4671449"/>
                  <a:ext cx="157187" cy="6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96" extrusionOk="0">
                      <a:moveTo>
                        <a:pt x="1133" y="1"/>
                      </a:moveTo>
                      <a:cubicBezTo>
                        <a:pt x="504" y="1"/>
                        <a:pt x="0" y="22"/>
                        <a:pt x="0" y="53"/>
                      </a:cubicBezTo>
                      <a:cubicBezTo>
                        <a:pt x="0" y="74"/>
                        <a:pt x="504" y="95"/>
                        <a:pt x="1133" y="95"/>
                      </a:cubicBezTo>
                      <a:cubicBezTo>
                        <a:pt x="1751" y="95"/>
                        <a:pt x="2265" y="74"/>
                        <a:pt x="2265" y="53"/>
                      </a:cubicBezTo>
                      <a:cubicBezTo>
                        <a:pt x="2265" y="22"/>
                        <a:pt x="1751" y="1"/>
                        <a:pt x="1133" y="1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2" name="Google Shape;2802;p66"/>
                <p:cNvSpPr/>
                <p:nvPr/>
              </p:nvSpPr>
              <p:spPr>
                <a:xfrm>
                  <a:off x="1008026" y="4730413"/>
                  <a:ext cx="203039" cy="4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64" extrusionOk="0">
                      <a:moveTo>
                        <a:pt x="1458" y="0"/>
                      </a:moveTo>
                      <a:cubicBezTo>
                        <a:pt x="650" y="0"/>
                        <a:pt x="0" y="11"/>
                        <a:pt x="0" y="32"/>
                      </a:cubicBezTo>
                      <a:cubicBezTo>
                        <a:pt x="0" y="42"/>
                        <a:pt x="650" y="63"/>
                        <a:pt x="1458" y="63"/>
                      </a:cubicBezTo>
                      <a:cubicBezTo>
                        <a:pt x="2265" y="63"/>
                        <a:pt x="2926" y="42"/>
                        <a:pt x="2926" y="32"/>
                      </a:cubicBezTo>
                      <a:cubicBezTo>
                        <a:pt x="2926" y="11"/>
                        <a:pt x="2265" y="0"/>
                        <a:pt x="1458" y="0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03" name="Google Shape;2803;p66"/>
              <p:cNvSpPr/>
              <p:nvPr/>
            </p:nvSpPr>
            <p:spPr>
              <a:xfrm>
                <a:off x="760658" y="4803874"/>
                <a:ext cx="27143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53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912" y="252"/>
                    </a:lnTo>
                    <a:lnTo>
                      <a:pt x="39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04" name="Google Shape;2804;p66"/>
              <p:cNvGrpSpPr/>
              <p:nvPr/>
            </p:nvGrpSpPr>
            <p:grpSpPr>
              <a:xfrm>
                <a:off x="760658" y="4803874"/>
                <a:ext cx="700615" cy="229956"/>
                <a:chOff x="760658" y="4803874"/>
                <a:chExt cx="700615" cy="229956"/>
              </a:xfrm>
            </p:grpSpPr>
            <p:sp>
              <p:nvSpPr>
                <p:cNvPr id="2805" name="Google Shape;2805;p66"/>
                <p:cNvSpPr/>
                <p:nvPr/>
              </p:nvSpPr>
              <p:spPr>
                <a:xfrm>
                  <a:off x="786186" y="4821355"/>
                  <a:ext cx="283019" cy="200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2895" extrusionOk="0">
                      <a:moveTo>
                        <a:pt x="0" y="0"/>
                      </a:moveTo>
                      <a:cubicBezTo>
                        <a:pt x="325" y="923"/>
                        <a:pt x="262" y="1898"/>
                        <a:pt x="0" y="2894"/>
                      </a:cubicBezTo>
                      <a:lnTo>
                        <a:pt x="3775" y="2894"/>
                      </a:lnTo>
                      <a:cubicBezTo>
                        <a:pt x="3776" y="2894"/>
                        <a:pt x="3776" y="2894"/>
                        <a:pt x="3777" y="2894"/>
                      </a:cubicBezTo>
                      <a:cubicBezTo>
                        <a:pt x="4079" y="2894"/>
                        <a:pt x="4079" y="0"/>
                        <a:pt x="3775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6" name="Google Shape;2806;p66"/>
                <p:cNvSpPr/>
                <p:nvPr/>
              </p:nvSpPr>
              <p:spPr>
                <a:xfrm>
                  <a:off x="781052" y="4812614"/>
                  <a:ext cx="283019" cy="21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3073" extrusionOk="0">
                      <a:moveTo>
                        <a:pt x="1" y="0"/>
                      </a:moveTo>
                      <a:cubicBezTo>
                        <a:pt x="126" y="294"/>
                        <a:pt x="221" y="598"/>
                        <a:pt x="263" y="913"/>
                      </a:cubicBezTo>
                      <a:cubicBezTo>
                        <a:pt x="1825" y="1122"/>
                        <a:pt x="3000" y="1668"/>
                        <a:pt x="2947" y="2181"/>
                      </a:cubicBezTo>
                      <a:cubicBezTo>
                        <a:pt x="2901" y="2642"/>
                        <a:pt x="1925" y="2932"/>
                        <a:pt x="622" y="2932"/>
                      </a:cubicBezTo>
                      <a:cubicBezTo>
                        <a:pt x="442" y="2932"/>
                        <a:pt x="255" y="2927"/>
                        <a:pt x="64" y="2915"/>
                      </a:cubicBezTo>
                      <a:cubicBezTo>
                        <a:pt x="53" y="2968"/>
                        <a:pt x="32" y="3020"/>
                        <a:pt x="11" y="3073"/>
                      </a:cubicBezTo>
                      <a:lnTo>
                        <a:pt x="3786" y="3073"/>
                      </a:lnTo>
                      <a:cubicBezTo>
                        <a:pt x="4080" y="3073"/>
                        <a:pt x="4080" y="0"/>
                        <a:pt x="3776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7" name="Google Shape;2807;p66"/>
                <p:cNvSpPr/>
                <p:nvPr/>
              </p:nvSpPr>
              <p:spPr>
                <a:xfrm>
                  <a:off x="989088" y="4803874"/>
                  <a:ext cx="472185" cy="22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3315" extrusionOk="0">
                      <a:moveTo>
                        <a:pt x="137" y="0"/>
                      </a:moveTo>
                      <a:cubicBezTo>
                        <a:pt x="64" y="0"/>
                        <a:pt x="1" y="53"/>
                        <a:pt x="1" y="126"/>
                      </a:cubicBezTo>
                      <a:cubicBezTo>
                        <a:pt x="1" y="200"/>
                        <a:pt x="64" y="252"/>
                        <a:pt x="137" y="252"/>
                      </a:cubicBezTo>
                      <a:lnTo>
                        <a:pt x="284" y="252"/>
                      </a:lnTo>
                      <a:cubicBezTo>
                        <a:pt x="693" y="252"/>
                        <a:pt x="693" y="3062"/>
                        <a:pt x="284" y="3062"/>
                      </a:cubicBezTo>
                      <a:lnTo>
                        <a:pt x="137" y="3062"/>
                      </a:lnTo>
                      <a:cubicBezTo>
                        <a:pt x="64" y="3062"/>
                        <a:pt x="1" y="3115"/>
                        <a:pt x="1" y="3188"/>
                      </a:cubicBezTo>
                      <a:cubicBezTo>
                        <a:pt x="1" y="3262"/>
                        <a:pt x="64" y="3314"/>
                        <a:pt x="137" y="3314"/>
                      </a:cubicBezTo>
                      <a:lnTo>
                        <a:pt x="5737" y="3314"/>
                      </a:lnTo>
                      <a:cubicBezTo>
                        <a:pt x="6806" y="3304"/>
                        <a:pt x="6806" y="0"/>
                        <a:pt x="573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8" name="Google Shape;2808;p66"/>
                <p:cNvSpPr/>
                <p:nvPr/>
              </p:nvSpPr>
              <p:spPr>
                <a:xfrm>
                  <a:off x="761421" y="5016280"/>
                  <a:ext cx="270672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2" h="253" extrusionOk="0">
                      <a:moveTo>
                        <a:pt x="105" y="0"/>
                      </a:moveTo>
                      <a:cubicBezTo>
                        <a:pt x="42" y="0"/>
                        <a:pt x="0" y="63"/>
                        <a:pt x="11" y="126"/>
                      </a:cubicBezTo>
                      <a:cubicBezTo>
                        <a:pt x="0" y="189"/>
                        <a:pt x="42" y="242"/>
                        <a:pt x="105" y="252"/>
                      </a:cubicBezTo>
                      <a:lnTo>
                        <a:pt x="3901" y="252"/>
                      </a:lnTo>
                      <a:lnTo>
                        <a:pt x="390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9" name="Google Shape;2809;p66"/>
                <p:cNvSpPr/>
                <p:nvPr/>
              </p:nvSpPr>
              <p:spPr>
                <a:xfrm>
                  <a:off x="760658" y="4803874"/>
                  <a:ext cx="483838" cy="14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5" h="2161" extrusionOk="0">
                      <a:moveTo>
                        <a:pt x="116" y="0"/>
                      </a:moveTo>
                      <a:cubicBezTo>
                        <a:pt x="1" y="42"/>
                        <a:pt x="1" y="210"/>
                        <a:pt x="116" y="252"/>
                      </a:cubicBezTo>
                      <a:lnTo>
                        <a:pt x="3577" y="252"/>
                      </a:lnTo>
                      <a:cubicBezTo>
                        <a:pt x="3828" y="252"/>
                        <a:pt x="3933" y="1343"/>
                        <a:pt x="3870" y="2161"/>
                      </a:cubicBezTo>
                      <a:cubicBezTo>
                        <a:pt x="5045" y="1888"/>
                        <a:pt x="6094" y="1206"/>
                        <a:pt x="6807" y="231"/>
                      </a:cubicBezTo>
                      <a:cubicBezTo>
                        <a:pt x="6870" y="158"/>
                        <a:pt x="6922" y="74"/>
                        <a:pt x="697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0" name="Google Shape;2810;p66"/>
                <p:cNvSpPr/>
                <p:nvPr/>
              </p:nvSpPr>
              <p:spPr>
                <a:xfrm>
                  <a:off x="1072053" y="4857704"/>
                  <a:ext cx="48072" cy="12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" h="1763" extrusionOk="0">
                      <a:moveTo>
                        <a:pt x="0" y="0"/>
                      </a:moveTo>
                      <a:cubicBezTo>
                        <a:pt x="84" y="0"/>
                        <a:pt x="84" y="1762"/>
                        <a:pt x="0" y="1762"/>
                      </a:cubicBezTo>
                      <a:lnTo>
                        <a:pt x="598" y="1762"/>
                      </a:lnTo>
                      <a:cubicBezTo>
                        <a:pt x="692" y="1762"/>
                        <a:pt x="692" y="0"/>
                        <a:pt x="59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1" name="Google Shape;2811;p66"/>
                <p:cNvSpPr/>
                <p:nvPr/>
              </p:nvSpPr>
              <p:spPr>
                <a:xfrm>
                  <a:off x="1138230" y="4878792"/>
                  <a:ext cx="31354" cy="8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154" extrusionOk="0">
                      <a:moveTo>
                        <a:pt x="0" y="0"/>
                      </a:moveTo>
                      <a:cubicBezTo>
                        <a:pt x="53" y="0"/>
                        <a:pt x="53" y="1154"/>
                        <a:pt x="0" y="1154"/>
                      </a:cubicBezTo>
                      <a:lnTo>
                        <a:pt x="388" y="1154"/>
                      </a:lnTo>
                      <a:cubicBezTo>
                        <a:pt x="451" y="1154"/>
                        <a:pt x="451" y="0"/>
                        <a:pt x="38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12" name="Google Shape;2812;p66"/>
            <p:cNvGrpSpPr/>
            <p:nvPr/>
          </p:nvGrpSpPr>
          <p:grpSpPr>
            <a:xfrm>
              <a:off x="7191980" y="3720137"/>
              <a:ext cx="795165" cy="401643"/>
              <a:chOff x="760658" y="4632187"/>
              <a:chExt cx="795165" cy="401643"/>
            </a:xfrm>
          </p:grpSpPr>
          <p:sp>
            <p:nvSpPr>
              <p:cNvPr id="2813" name="Google Shape;2813;p66"/>
              <p:cNvSpPr/>
              <p:nvPr/>
            </p:nvSpPr>
            <p:spPr>
              <a:xfrm>
                <a:off x="932345" y="4784242"/>
                <a:ext cx="301263" cy="21157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305" extrusionOk="0">
                    <a:moveTo>
                      <a:pt x="85" y="0"/>
                    </a:moveTo>
                    <a:cubicBezTo>
                      <a:pt x="43" y="0"/>
                      <a:pt x="1" y="63"/>
                      <a:pt x="1" y="147"/>
                    </a:cubicBezTo>
                    <a:cubicBezTo>
                      <a:pt x="1" y="231"/>
                      <a:pt x="43" y="304"/>
                      <a:pt x="85" y="304"/>
                    </a:cubicBezTo>
                    <a:lnTo>
                      <a:pt x="4342" y="304"/>
                    </a:lnTo>
                    <a:lnTo>
                      <a:pt x="43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14" name="Google Shape;2814;p66"/>
              <p:cNvGrpSpPr/>
              <p:nvPr/>
            </p:nvGrpSpPr>
            <p:grpSpPr>
              <a:xfrm>
                <a:off x="932345" y="4632187"/>
                <a:ext cx="623479" cy="173211"/>
                <a:chOff x="932345" y="4632187"/>
                <a:chExt cx="623479" cy="173211"/>
              </a:xfrm>
            </p:grpSpPr>
            <p:sp>
              <p:nvSpPr>
                <p:cNvPr id="2815" name="Google Shape;2815;p66"/>
                <p:cNvSpPr/>
                <p:nvPr/>
              </p:nvSpPr>
              <p:spPr>
                <a:xfrm>
                  <a:off x="949826" y="4642384"/>
                  <a:ext cx="312847" cy="153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0" h="2213" extrusionOk="0">
                      <a:moveTo>
                        <a:pt x="0" y="0"/>
                      </a:moveTo>
                      <a:cubicBezTo>
                        <a:pt x="483" y="588"/>
                        <a:pt x="462" y="1657"/>
                        <a:pt x="0" y="2213"/>
                      </a:cubicBezTo>
                      <a:lnTo>
                        <a:pt x="4237" y="2213"/>
                      </a:lnTo>
                      <a:cubicBezTo>
                        <a:pt x="4510" y="2213"/>
                        <a:pt x="4510" y="0"/>
                        <a:pt x="4237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6" name="Google Shape;2816;p66"/>
                <p:cNvSpPr/>
                <p:nvPr/>
              </p:nvSpPr>
              <p:spPr>
                <a:xfrm>
                  <a:off x="1194974" y="4632187"/>
                  <a:ext cx="360850" cy="173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2" h="2497" extrusionOk="0">
                      <a:moveTo>
                        <a:pt x="126" y="1"/>
                      </a:moveTo>
                      <a:cubicBezTo>
                        <a:pt x="53" y="1"/>
                        <a:pt x="0" y="74"/>
                        <a:pt x="11" y="147"/>
                      </a:cubicBezTo>
                      <a:cubicBezTo>
                        <a:pt x="0" y="221"/>
                        <a:pt x="53" y="284"/>
                        <a:pt x="126" y="294"/>
                      </a:cubicBezTo>
                      <a:lnTo>
                        <a:pt x="262" y="294"/>
                      </a:lnTo>
                      <a:cubicBezTo>
                        <a:pt x="619" y="294"/>
                        <a:pt x="619" y="2192"/>
                        <a:pt x="262" y="2192"/>
                      </a:cubicBezTo>
                      <a:lnTo>
                        <a:pt x="126" y="2192"/>
                      </a:lnTo>
                      <a:cubicBezTo>
                        <a:pt x="53" y="2203"/>
                        <a:pt x="0" y="2266"/>
                        <a:pt x="11" y="2339"/>
                      </a:cubicBezTo>
                      <a:cubicBezTo>
                        <a:pt x="0" y="2412"/>
                        <a:pt x="53" y="2486"/>
                        <a:pt x="126" y="2496"/>
                      </a:cubicBezTo>
                      <a:lnTo>
                        <a:pt x="4258" y="2496"/>
                      </a:lnTo>
                      <a:cubicBezTo>
                        <a:pt x="5202" y="2496"/>
                        <a:pt x="5202" y="1"/>
                        <a:pt x="42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7" name="Google Shape;2817;p66"/>
                <p:cNvSpPr/>
                <p:nvPr/>
              </p:nvSpPr>
              <p:spPr>
                <a:xfrm>
                  <a:off x="932345" y="4632187"/>
                  <a:ext cx="301263" cy="20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3" h="295" extrusionOk="0">
                      <a:moveTo>
                        <a:pt x="85" y="1"/>
                      </a:moveTo>
                      <a:cubicBezTo>
                        <a:pt x="43" y="1"/>
                        <a:pt x="1" y="63"/>
                        <a:pt x="1" y="147"/>
                      </a:cubicBezTo>
                      <a:cubicBezTo>
                        <a:pt x="1" y="231"/>
                        <a:pt x="43" y="294"/>
                        <a:pt x="85" y="294"/>
                      </a:cubicBezTo>
                      <a:lnTo>
                        <a:pt x="4342" y="294"/>
                      </a:lnTo>
                      <a:lnTo>
                        <a:pt x="434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8" name="Google Shape;2818;p66"/>
                <p:cNvSpPr/>
                <p:nvPr/>
              </p:nvSpPr>
              <p:spPr>
                <a:xfrm>
                  <a:off x="963630" y="4696214"/>
                  <a:ext cx="211016" cy="79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1150" extrusionOk="0">
                      <a:moveTo>
                        <a:pt x="127" y="0"/>
                      </a:moveTo>
                      <a:cubicBezTo>
                        <a:pt x="189" y="367"/>
                        <a:pt x="147" y="745"/>
                        <a:pt x="1" y="1091"/>
                      </a:cubicBezTo>
                      <a:lnTo>
                        <a:pt x="231" y="1112"/>
                      </a:lnTo>
                      <a:cubicBezTo>
                        <a:pt x="570" y="1138"/>
                        <a:pt x="896" y="1150"/>
                        <a:pt x="1197" y="1150"/>
                      </a:cubicBezTo>
                      <a:cubicBezTo>
                        <a:pt x="2247" y="1150"/>
                        <a:pt x="3004" y="1002"/>
                        <a:pt x="3021" y="766"/>
                      </a:cubicBezTo>
                      <a:cubicBezTo>
                        <a:pt x="3042" y="462"/>
                        <a:pt x="1836" y="126"/>
                        <a:pt x="315" y="11"/>
                      </a:cubicBez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9" name="Google Shape;2819;p66"/>
                <p:cNvSpPr/>
                <p:nvPr/>
              </p:nvSpPr>
              <p:spPr>
                <a:xfrm>
                  <a:off x="1043681" y="4671449"/>
                  <a:ext cx="157187" cy="6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96" extrusionOk="0">
                      <a:moveTo>
                        <a:pt x="1133" y="1"/>
                      </a:moveTo>
                      <a:cubicBezTo>
                        <a:pt x="504" y="1"/>
                        <a:pt x="0" y="22"/>
                        <a:pt x="0" y="53"/>
                      </a:cubicBezTo>
                      <a:cubicBezTo>
                        <a:pt x="0" y="74"/>
                        <a:pt x="504" y="95"/>
                        <a:pt x="1133" y="95"/>
                      </a:cubicBezTo>
                      <a:cubicBezTo>
                        <a:pt x="1751" y="95"/>
                        <a:pt x="2265" y="74"/>
                        <a:pt x="2265" y="53"/>
                      </a:cubicBezTo>
                      <a:cubicBezTo>
                        <a:pt x="2265" y="22"/>
                        <a:pt x="1751" y="1"/>
                        <a:pt x="1133" y="1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0" name="Google Shape;2820;p66"/>
                <p:cNvSpPr/>
                <p:nvPr/>
              </p:nvSpPr>
              <p:spPr>
                <a:xfrm>
                  <a:off x="1008026" y="4730413"/>
                  <a:ext cx="203039" cy="4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64" extrusionOk="0">
                      <a:moveTo>
                        <a:pt x="1458" y="0"/>
                      </a:moveTo>
                      <a:cubicBezTo>
                        <a:pt x="650" y="0"/>
                        <a:pt x="0" y="11"/>
                        <a:pt x="0" y="32"/>
                      </a:cubicBezTo>
                      <a:cubicBezTo>
                        <a:pt x="0" y="42"/>
                        <a:pt x="650" y="63"/>
                        <a:pt x="1458" y="63"/>
                      </a:cubicBezTo>
                      <a:cubicBezTo>
                        <a:pt x="2265" y="63"/>
                        <a:pt x="2926" y="42"/>
                        <a:pt x="2926" y="32"/>
                      </a:cubicBezTo>
                      <a:cubicBezTo>
                        <a:pt x="2926" y="11"/>
                        <a:pt x="2265" y="0"/>
                        <a:pt x="1458" y="0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21" name="Google Shape;2821;p66"/>
              <p:cNvSpPr/>
              <p:nvPr/>
            </p:nvSpPr>
            <p:spPr>
              <a:xfrm>
                <a:off x="760658" y="4803874"/>
                <a:ext cx="27143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53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912" y="252"/>
                    </a:lnTo>
                    <a:lnTo>
                      <a:pt x="39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22" name="Google Shape;2822;p66"/>
              <p:cNvGrpSpPr/>
              <p:nvPr/>
            </p:nvGrpSpPr>
            <p:grpSpPr>
              <a:xfrm>
                <a:off x="760658" y="4803874"/>
                <a:ext cx="700615" cy="229956"/>
                <a:chOff x="760658" y="4803874"/>
                <a:chExt cx="700615" cy="229956"/>
              </a:xfrm>
            </p:grpSpPr>
            <p:sp>
              <p:nvSpPr>
                <p:cNvPr id="2823" name="Google Shape;2823;p66"/>
                <p:cNvSpPr/>
                <p:nvPr/>
              </p:nvSpPr>
              <p:spPr>
                <a:xfrm>
                  <a:off x="786186" y="4821355"/>
                  <a:ext cx="283019" cy="200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2895" extrusionOk="0">
                      <a:moveTo>
                        <a:pt x="0" y="0"/>
                      </a:moveTo>
                      <a:cubicBezTo>
                        <a:pt x="325" y="923"/>
                        <a:pt x="262" y="1898"/>
                        <a:pt x="0" y="2894"/>
                      </a:cubicBezTo>
                      <a:lnTo>
                        <a:pt x="3775" y="2894"/>
                      </a:lnTo>
                      <a:cubicBezTo>
                        <a:pt x="3776" y="2894"/>
                        <a:pt x="3776" y="2894"/>
                        <a:pt x="3777" y="2894"/>
                      </a:cubicBezTo>
                      <a:cubicBezTo>
                        <a:pt x="4079" y="2894"/>
                        <a:pt x="4079" y="0"/>
                        <a:pt x="3775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4" name="Google Shape;2824;p66"/>
                <p:cNvSpPr/>
                <p:nvPr/>
              </p:nvSpPr>
              <p:spPr>
                <a:xfrm>
                  <a:off x="781052" y="4812614"/>
                  <a:ext cx="283019" cy="21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3073" extrusionOk="0">
                      <a:moveTo>
                        <a:pt x="1" y="0"/>
                      </a:moveTo>
                      <a:cubicBezTo>
                        <a:pt x="126" y="294"/>
                        <a:pt x="221" y="598"/>
                        <a:pt x="263" y="913"/>
                      </a:cubicBezTo>
                      <a:cubicBezTo>
                        <a:pt x="1825" y="1122"/>
                        <a:pt x="3000" y="1668"/>
                        <a:pt x="2947" y="2181"/>
                      </a:cubicBezTo>
                      <a:cubicBezTo>
                        <a:pt x="2901" y="2642"/>
                        <a:pt x="1925" y="2932"/>
                        <a:pt x="622" y="2932"/>
                      </a:cubicBezTo>
                      <a:cubicBezTo>
                        <a:pt x="442" y="2932"/>
                        <a:pt x="255" y="2927"/>
                        <a:pt x="64" y="2915"/>
                      </a:cubicBezTo>
                      <a:cubicBezTo>
                        <a:pt x="53" y="2968"/>
                        <a:pt x="32" y="3020"/>
                        <a:pt x="11" y="3073"/>
                      </a:cubicBezTo>
                      <a:lnTo>
                        <a:pt x="3786" y="3073"/>
                      </a:lnTo>
                      <a:cubicBezTo>
                        <a:pt x="4080" y="3073"/>
                        <a:pt x="4080" y="0"/>
                        <a:pt x="3776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5" name="Google Shape;2825;p66"/>
                <p:cNvSpPr/>
                <p:nvPr/>
              </p:nvSpPr>
              <p:spPr>
                <a:xfrm>
                  <a:off x="989088" y="4803874"/>
                  <a:ext cx="472185" cy="22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3315" extrusionOk="0">
                      <a:moveTo>
                        <a:pt x="137" y="0"/>
                      </a:moveTo>
                      <a:cubicBezTo>
                        <a:pt x="64" y="0"/>
                        <a:pt x="1" y="53"/>
                        <a:pt x="1" y="126"/>
                      </a:cubicBezTo>
                      <a:cubicBezTo>
                        <a:pt x="1" y="200"/>
                        <a:pt x="64" y="252"/>
                        <a:pt x="137" y="252"/>
                      </a:cubicBezTo>
                      <a:lnTo>
                        <a:pt x="284" y="252"/>
                      </a:lnTo>
                      <a:cubicBezTo>
                        <a:pt x="693" y="252"/>
                        <a:pt x="693" y="3062"/>
                        <a:pt x="284" y="3062"/>
                      </a:cubicBezTo>
                      <a:lnTo>
                        <a:pt x="137" y="3062"/>
                      </a:lnTo>
                      <a:cubicBezTo>
                        <a:pt x="64" y="3062"/>
                        <a:pt x="1" y="3115"/>
                        <a:pt x="1" y="3188"/>
                      </a:cubicBezTo>
                      <a:cubicBezTo>
                        <a:pt x="1" y="3262"/>
                        <a:pt x="64" y="3314"/>
                        <a:pt x="137" y="3314"/>
                      </a:cubicBezTo>
                      <a:lnTo>
                        <a:pt x="5737" y="3314"/>
                      </a:lnTo>
                      <a:cubicBezTo>
                        <a:pt x="6806" y="3304"/>
                        <a:pt x="6806" y="0"/>
                        <a:pt x="573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6" name="Google Shape;2826;p66"/>
                <p:cNvSpPr/>
                <p:nvPr/>
              </p:nvSpPr>
              <p:spPr>
                <a:xfrm>
                  <a:off x="761421" y="5016280"/>
                  <a:ext cx="270672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2" h="253" extrusionOk="0">
                      <a:moveTo>
                        <a:pt x="105" y="0"/>
                      </a:moveTo>
                      <a:cubicBezTo>
                        <a:pt x="42" y="0"/>
                        <a:pt x="0" y="63"/>
                        <a:pt x="11" y="126"/>
                      </a:cubicBezTo>
                      <a:cubicBezTo>
                        <a:pt x="0" y="189"/>
                        <a:pt x="42" y="242"/>
                        <a:pt x="105" y="252"/>
                      </a:cubicBezTo>
                      <a:lnTo>
                        <a:pt x="3901" y="252"/>
                      </a:lnTo>
                      <a:lnTo>
                        <a:pt x="390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7" name="Google Shape;2827;p66"/>
                <p:cNvSpPr/>
                <p:nvPr/>
              </p:nvSpPr>
              <p:spPr>
                <a:xfrm>
                  <a:off x="760658" y="4803874"/>
                  <a:ext cx="483838" cy="14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5" h="2161" extrusionOk="0">
                      <a:moveTo>
                        <a:pt x="116" y="0"/>
                      </a:moveTo>
                      <a:cubicBezTo>
                        <a:pt x="1" y="42"/>
                        <a:pt x="1" y="210"/>
                        <a:pt x="116" y="252"/>
                      </a:cubicBezTo>
                      <a:lnTo>
                        <a:pt x="3577" y="252"/>
                      </a:lnTo>
                      <a:cubicBezTo>
                        <a:pt x="3828" y="252"/>
                        <a:pt x="3933" y="1343"/>
                        <a:pt x="3870" y="2161"/>
                      </a:cubicBezTo>
                      <a:cubicBezTo>
                        <a:pt x="5045" y="1888"/>
                        <a:pt x="6094" y="1206"/>
                        <a:pt x="6807" y="231"/>
                      </a:cubicBezTo>
                      <a:cubicBezTo>
                        <a:pt x="6870" y="158"/>
                        <a:pt x="6922" y="74"/>
                        <a:pt x="697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8" name="Google Shape;2828;p66"/>
                <p:cNvSpPr/>
                <p:nvPr/>
              </p:nvSpPr>
              <p:spPr>
                <a:xfrm>
                  <a:off x="1072053" y="4857704"/>
                  <a:ext cx="48072" cy="12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" h="1763" extrusionOk="0">
                      <a:moveTo>
                        <a:pt x="0" y="0"/>
                      </a:moveTo>
                      <a:cubicBezTo>
                        <a:pt x="84" y="0"/>
                        <a:pt x="84" y="1762"/>
                        <a:pt x="0" y="1762"/>
                      </a:cubicBezTo>
                      <a:lnTo>
                        <a:pt x="598" y="1762"/>
                      </a:lnTo>
                      <a:cubicBezTo>
                        <a:pt x="692" y="1762"/>
                        <a:pt x="692" y="0"/>
                        <a:pt x="59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9" name="Google Shape;2829;p66"/>
                <p:cNvSpPr/>
                <p:nvPr/>
              </p:nvSpPr>
              <p:spPr>
                <a:xfrm>
                  <a:off x="1138230" y="4878792"/>
                  <a:ext cx="31354" cy="8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154" extrusionOk="0">
                      <a:moveTo>
                        <a:pt x="0" y="0"/>
                      </a:moveTo>
                      <a:cubicBezTo>
                        <a:pt x="53" y="0"/>
                        <a:pt x="53" y="1154"/>
                        <a:pt x="0" y="1154"/>
                      </a:cubicBezTo>
                      <a:lnTo>
                        <a:pt x="388" y="1154"/>
                      </a:lnTo>
                      <a:cubicBezTo>
                        <a:pt x="451" y="1154"/>
                        <a:pt x="451" y="0"/>
                        <a:pt x="38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830" name="Google Shape;2830;p66"/>
          <p:cNvSpPr txBox="1">
            <a:spLocks noGrp="1"/>
          </p:cNvSpPr>
          <p:nvPr>
            <p:ph type="title"/>
          </p:nvPr>
        </p:nvSpPr>
        <p:spPr>
          <a:xfrm>
            <a:off x="2038200" y="3191825"/>
            <a:ext cx="50676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400" dirty="0"/>
              <a:t>Formulario de Registrar de libro</a:t>
            </a:r>
          </a:p>
        </p:txBody>
      </p:sp>
      <p:sp>
        <p:nvSpPr>
          <p:cNvPr id="2831" name="Google Shape;2831;p66"/>
          <p:cNvSpPr txBox="1">
            <a:spLocks noGrp="1"/>
          </p:cNvSpPr>
          <p:nvPr>
            <p:ph type="subTitle" idx="1"/>
          </p:nvPr>
        </p:nvSpPr>
        <p:spPr>
          <a:xfrm>
            <a:off x="2038200" y="3816150"/>
            <a:ext cx="5067600" cy="5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Page</a:t>
            </a:r>
            <a:endParaRPr dirty="0"/>
          </a:p>
        </p:txBody>
      </p:sp>
      <p:sp>
        <p:nvSpPr>
          <p:cNvPr id="2832" name="Google Shape;2832;p66"/>
          <p:cNvSpPr/>
          <p:nvPr/>
        </p:nvSpPr>
        <p:spPr>
          <a:xfrm>
            <a:off x="3815735" y="1574265"/>
            <a:ext cx="1512530" cy="1513003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9EBAB">
                  <a:alpha val="21960"/>
                  <a:alpha val="21910"/>
                </a:srgbClr>
              </a:gs>
              <a:gs pos="41000">
                <a:srgbClr val="F9EBAB">
                  <a:alpha val="53333"/>
                  <a:alpha val="21910"/>
                </a:srgbClr>
              </a:gs>
              <a:gs pos="100000">
                <a:srgbClr val="F9EBAB">
                  <a:alpha val="77254"/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3" name="Google Shape;2833;p66"/>
          <p:cNvSpPr txBox="1">
            <a:spLocks noGrp="1"/>
          </p:cNvSpPr>
          <p:nvPr>
            <p:ph type="title" idx="2"/>
          </p:nvPr>
        </p:nvSpPr>
        <p:spPr>
          <a:xfrm>
            <a:off x="3950850" y="1909866"/>
            <a:ext cx="1242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grpSp>
        <p:nvGrpSpPr>
          <p:cNvPr id="2834" name="Google Shape;2834;p66"/>
          <p:cNvGrpSpPr/>
          <p:nvPr/>
        </p:nvGrpSpPr>
        <p:grpSpPr>
          <a:xfrm>
            <a:off x="1069930" y="3736012"/>
            <a:ext cx="882090" cy="785318"/>
            <a:chOff x="1069930" y="3736012"/>
            <a:chExt cx="882090" cy="785318"/>
          </a:xfrm>
        </p:grpSpPr>
        <p:grpSp>
          <p:nvGrpSpPr>
            <p:cNvPr id="2835" name="Google Shape;2835;p66"/>
            <p:cNvGrpSpPr/>
            <p:nvPr/>
          </p:nvGrpSpPr>
          <p:grpSpPr>
            <a:xfrm flipH="1">
              <a:off x="1069930" y="4119687"/>
              <a:ext cx="795165" cy="401643"/>
              <a:chOff x="760658" y="4632187"/>
              <a:chExt cx="795165" cy="401643"/>
            </a:xfrm>
          </p:grpSpPr>
          <p:sp>
            <p:nvSpPr>
              <p:cNvPr id="2836" name="Google Shape;2836;p66"/>
              <p:cNvSpPr/>
              <p:nvPr/>
            </p:nvSpPr>
            <p:spPr>
              <a:xfrm>
                <a:off x="932345" y="4784242"/>
                <a:ext cx="301263" cy="21157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305" extrusionOk="0">
                    <a:moveTo>
                      <a:pt x="85" y="0"/>
                    </a:moveTo>
                    <a:cubicBezTo>
                      <a:pt x="43" y="0"/>
                      <a:pt x="1" y="63"/>
                      <a:pt x="1" y="147"/>
                    </a:cubicBezTo>
                    <a:cubicBezTo>
                      <a:pt x="1" y="231"/>
                      <a:pt x="43" y="304"/>
                      <a:pt x="85" y="304"/>
                    </a:cubicBezTo>
                    <a:lnTo>
                      <a:pt x="4342" y="304"/>
                    </a:lnTo>
                    <a:lnTo>
                      <a:pt x="43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37" name="Google Shape;2837;p66"/>
              <p:cNvGrpSpPr/>
              <p:nvPr/>
            </p:nvGrpSpPr>
            <p:grpSpPr>
              <a:xfrm>
                <a:off x="932345" y="4632187"/>
                <a:ext cx="623479" cy="173211"/>
                <a:chOff x="932345" y="4632187"/>
                <a:chExt cx="623479" cy="173211"/>
              </a:xfrm>
            </p:grpSpPr>
            <p:sp>
              <p:nvSpPr>
                <p:cNvPr id="2838" name="Google Shape;2838;p66"/>
                <p:cNvSpPr/>
                <p:nvPr/>
              </p:nvSpPr>
              <p:spPr>
                <a:xfrm>
                  <a:off x="949826" y="4642384"/>
                  <a:ext cx="312847" cy="153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0" h="2213" extrusionOk="0">
                      <a:moveTo>
                        <a:pt x="0" y="0"/>
                      </a:moveTo>
                      <a:cubicBezTo>
                        <a:pt x="483" y="588"/>
                        <a:pt x="462" y="1657"/>
                        <a:pt x="0" y="2213"/>
                      </a:cubicBezTo>
                      <a:lnTo>
                        <a:pt x="4237" y="2213"/>
                      </a:lnTo>
                      <a:cubicBezTo>
                        <a:pt x="4510" y="2213"/>
                        <a:pt x="4510" y="0"/>
                        <a:pt x="4237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9" name="Google Shape;2839;p66"/>
                <p:cNvSpPr/>
                <p:nvPr/>
              </p:nvSpPr>
              <p:spPr>
                <a:xfrm>
                  <a:off x="1194974" y="4632187"/>
                  <a:ext cx="360850" cy="173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2" h="2497" extrusionOk="0">
                      <a:moveTo>
                        <a:pt x="126" y="1"/>
                      </a:moveTo>
                      <a:cubicBezTo>
                        <a:pt x="53" y="1"/>
                        <a:pt x="0" y="74"/>
                        <a:pt x="11" y="147"/>
                      </a:cubicBezTo>
                      <a:cubicBezTo>
                        <a:pt x="0" y="221"/>
                        <a:pt x="53" y="284"/>
                        <a:pt x="126" y="294"/>
                      </a:cubicBezTo>
                      <a:lnTo>
                        <a:pt x="262" y="294"/>
                      </a:lnTo>
                      <a:cubicBezTo>
                        <a:pt x="619" y="294"/>
                        <a:pt x="619" y="2192"/>
                        <a:pt x="262" y="2192"/>
                      </a:cubicBezTo>
                      <a:lnTo>
                        <a:pt x="126" y="2192"/>
                      </a:lnTo>
                      <a:cubicBezTo>
                        <a:pt x="53" y="2203"/>
                        <a:pt x="0" y="2266"/>
                        <a:pt x="11" y="2339"/>
                      </a:cubicBezTo>
                      <a:cubicBezTo>
                        <a:pt x="0" y="2412"/>
                        <a:pt x="53" y="2486"/>
                        <a:pt x="126" y="2496"/>
                      </a:cubicBezTo>
                      <a:lnTo>
                        <a:pt x="4258" y="2496"/>
                      </a:lnTo>
                      <a:cubicBezTo>
                        <a:pt x="5202" y="2496"/>
                        <a:pt x="5202" y="1"/>
                        <a:pt x="42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0" name="Google Shape;2840;p66"/>
                <p:cNvSpPr/>
                <p:nvPr/>
              </p:nvSpPr>
              <p:spPr>
                <a:xfrm>
                  <a:off x="932345" y="4632187"/>
                  <a:ext cx="301263" cy="20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3" h="295" extrusionOk="0">
                      <a:moveTo>
                        <a:pt x="85" y="1"/>
                      </a:moveTo>
                      <a:cubicBezTo>
                        <a:pt x="43" y="1"/>
                        <a:pt x="1" y="63"/>
                        <a:pt x="1" y="147"/>
                      </a:cubicBezTo>
                      <a:cubicBezTo>
                        <a:pt x="1" y="231"/>
                        <a:pt x="43" y="294"/>
                        <a:pt x="85" y="294"/>
                      </a:cubicBezTo>
                      <a:lnTo>
                        <a:pt x="4342" y="294"/>
                      </a:lnTo>
                      <a:lnTo>
                        <a:pt x="434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1" name="Google Shape;2841;p66"/>
                <p:cNvSpPr/>
                <p:nvPr/>
              </p:nvSpPr>
              <p:spPr>
                <a:xfrm>
                  <a:off x="963630" y="4696214"/>
                  <a:ext cx="211016" cy="79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1150" extrusionOk="0">
                      <a:moveTo>
                        <a:pt x="127" y="0"/>
                      </a:moveTo>
                      <a:cubicBezTo>
                        <a:pt x="189" y="367"/>
                        <a:pt x="147" y="745"/>
                        <a:pt x="1" y="1091"/>
                      </a:cubicBezTo>
                      <a:lnTo>
                        <a:pt x="231" y="1112"/>
                      </a:lnTo>
                      <a:cubicBezTo>
                        <a:pt x="570" y="1138"/>
                        <a:pt x="896" y="1150"/>
                        <a:pt x="1197" y="1150"/>
                      </a:cubicBezTo>
                      <a:cubicBezTo>
                        <a:pt x="2247" y="1150"/>
                        <a:pt x="3004" y="1002"/>
                        <a:pt x="3021" y="766"/>
                      </a:cubicBezTo>
                      <a:cubicBezTo>
                        <a:pt x="3042" y="462"/>
                        <a:pt x="1836" y="126"/>
                        <a:pt x="315" y="11"/>
                      </a:cubicBez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2" name="Google Shape;2842;p66"/>
                <p:cNvSpPr/>
                <p:nvPr/>
              </p:nvSpPr>
              <p:spPr>
                <a:xfrm>
                  <a:off x="1043681" y="4671449"/>
                  <a:ext cx="157187" cy="6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96" extrusionOk="0">
                      <a:moveTo>
                        <a:pt x="1133" y="1"/>
                      </a:moveTo>
                      <a:cubicBezTo>
                        <a:pt x="504" y="1"/>
                        <a:pt x="0" y="22"/>
                        <a:pt x="0" y="53"/>
                      </a:cubicBezTo>
                      <a:cubicBezTo>
                        <a:pt x="0" y="74"/>
                        <a:pt x="504" y="95"/>
                        <a:pt x="1133" y="95"/>
                      </a:cubicBezTo>
                      <a:cubicBezTo>
                        <a:pt x="1751" y="95"/>
                        <a:pt x="2265" y="74"/>
                        <a:pt x="2265" y="53"/>
                      </a:cubicBezTo>
                      <a:cubicBezTo>
                        <a:pt x="2265" y="22"/>
                        <a:pt x="1751" y="1"/>
                        <a:pt x="1133" y="1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3" name="Google Shape;2843;p66"/>
                <p:cNvSpPr/>
                <p:nvPr/>
              </p:nvSpPr>
              <p:spPr>
                <a:xfrm>
                  <a:off x="1008026" y="4730413"/>
                  <a:ext cx="203039" cy="4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64" extrusionOk="0">
                      <a:moveTo>
                        <a:pt x="1458" y="0"/>
                      </a:moveTo>
                      <a:cubicBezTo>
                        <a:pt x="650" y="0"/>
                        <a:pt x="0" y="11"/>
                        <a:pt x="0" y="32"/>
                      </a:cubicBezTo>
                      <a:cubicBezTo>
                        <a:pt x="0" y="42"/>
                        <a:pt x="650" y="63"/>
                        <a:pt x="1458" y="63"/>
                      </a:cubicBezTo>
                      <a:cubicBezTo>
                        <a:pt x="2265" y="63"/>
                        <a:pt x="2926" y="42"/>
                        <a:pt x="2926" y="32"/>
                      </a:cubicBezTo>
                      <a:cubicBezTo>
                        <a:pt x="2926" y="11"/>
                        <a:pt x="2265" y="0"/>
                        <a:pt x="1458" y="0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44" name="Google Shape;2844;p66"/>
              <p:cNvSpPr/>
              <p:nvPr/>
            </p:nvSpPr>
            <p:spPr>
              <a:xfrm>
                <a:off x="760658" y="4803874"/>
                <a:ext cx="27143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53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912" y="252"/>
                    </a:lnTo>
                    <a:lnTo>
                      <a:pt x="39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45" name="Google Shape;2845;p66"/>
              <p:cNvGrpSpPr/>
              <p:nvPr/>
            </p:nvGrpSpPr>
            <p:grpSpPr>
              <a:xfrm>
                <a:off x="760658" y="4803874"/>
                <a:ext cx="700615" cy="229956"/>
                <a:chOff x="760658" y="4803874"/>
                <a:chExt cx="700615" cy="229956"/>
              </a:xfrm>
            </p:grpSpPr>
            <p:sp>
              <p:nvSpPr>
                <p:cNvPr id="2846" name="Google Shape;2846;p66"/>
                <p:cNvSpPr/>
                <p:nvPr/>
              </p:nvSpPr>
              <p:spPr>
                <a:xfrm>
                  <a:off x="786186" y="4821355"/>
                  <a:ext cx="283019" cy="200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2895" extrusionOk="0">
                      <a:moveTo>
                        <a:pt x="0" y="0"/>
                      </a:moveTo>
                      <a:cubicBezTo>
                        <a:pt x="325" y="923"/>
                        <a:pt x="262" y="1898"/>
                        <a:pt x="0" y="2894"/>
                      </a:cubicBezTo>
                      <a:lnTo>
                        <a:pt x="3775" y="2894"/>
                      </a:lnTo>
                      <a:cubicBezTo>
                        <a:pt x="3776" y="2894"/>
                        <a:pt x="3776" y="2894"/>
                        <a:pt x="3777" y="2894"/>
                      </a:cubicBezTo>
                      <a:cubicBezTo>
                        <a:pt x="4079" y="2894"/>
                        <a:pt x="4079" y="0"/>
                        <a:pt x="3775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7" name="Google Shape;2847;p66"/>
                <p:cNvSpPr/>
                <p:nvPr/>
              </p:nvSpPr>
              <p:spPr>
                <a:xfrm>
                  <a:off x="781052" y="4812614"/>
                  <a:ext cx="283019" cy="21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3073" extrusionOk="0">
                      <a:moveTo>
                        <a:pt x="1" y="0"/>
                      </a:moveTo>
                      <a:cubicBezTo>
                        <a:pt x="126" y="294"/>
                        <a:pt x="221" y="598"/>
                        <a:pt x="263" y="913"/>
                      </a:cubicBezTo>
                      <a:cubicBezTo>
                        <a:pt x="1825" y="1122"/>
                        <a:pt x="3000" y="1668"/>
                        <a:pt x="2947" y="2181"/>
                      </a:cubicBezTo>
                      <a:cubicBezTo>
                        <a:pt x="2901" y="2642"/>
                        <a:pt x="1925" y="2932"/>
                        <a:pt x="622" y="2932"/>
                      </a:cubicBezTo>
                      <a:cubicBezTo>
                        <a:pt x="442" y="2932"/>
                        <a:pt x="255" y="2927"/>
                        <a:pt x="64" y="2915"/>
                      </a:cubicBezTo>
                      <a:cubicBezTo>
                        <a:pt x="53" y="2968"/>
                        <a:pt x="32" y="3020"/>
                        <a:pt x="11" y="3073"/>
                      </a:cubicBezTo>
                      <a:lnTo>
                        <a:pt x="3786" y="3073"/>
                      </a:lnTo>
                      <a:cubicBezTo>
                        <a:pt x="4080" y="3073"/>
                        <a:pt x="4080" y="0"/>
                        <a:pt x="3776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8" name="Google Shape;2848;p66"/>
                <p:cNvSpPr/>
                <p:nvPr/>
              </p:nvSpPr>
              <p:spPr>
                <a:xfrm>
                  <a:off x="989088" y="4803874"/>
                  <a:ext cx="472185" cy="22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3315" extrusionOk="0">
                      <a:moveTo>
                        <a:pt x="137" y="0"/>
                      </a:moveTo>
                      <a:cubicBezTo>
                        <a:pt x="64" y="0"/>
                        <a:pt x="1" y="53"/>
                        <a:pt x="1" y="126"/>
                      </a:cubicBezTo>
                      <a:cubicBezTo>
                        <a:pt x="1" y="200"/>
                        <a:pt x="64" y="252"/>
                        <a:pt x="137" y="252"/>
                      </a:cubicBezTo>
                      <a:lnTo>
                        <a:pt x="284" y="252"/>
                      </a:lnTo>
                      <a:cubicBezTo>
                        <a:pt x="693" y="252"/>
                        <a:pt x="693" y="3062"/>
                        <a:pt x="284" y="3062"/>
                      </a:cubicBezTo>
                      <a:lnTo>
                        <a:pt x="137" y="3062"/>
                      </a:lnTo>
                      <a:cubicBezTo>
                        <a:pt x="64" y="3062"/>
                        <a:pt x="1" y="3115"/>
                        <a:pt x="1" y="3188"/>
                      </a:cubicBezTo>
                      <a:cubicBezTo>
                        <a:pt x="1" y="3262"/>
                        <a:pt x="64" y="3314"/>
                        <a:pt x="137" y="3314"/>
                      </a:cubicBezTo>
                      <a:lnTo>
                        <a:pt x="5737" y="3314"/>
                      </a:lnTo>
                      <a:cubicBezTo>
                        <a:pt x="6806" y="3304"/>
                        <a:pt x="6806" y="0"/>
                        <a:pt x="573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49" name="Google Shape;2849;p66"/>
                <p:cNvSpPr/>
                <p:nvPr/>
              </p:nvSpPr>
              <p:spPr>
                <a:xfrm>
                  <a:off x="761421" y="5016280"/>
                  <a:ext cx="270672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2" h="253" extrusionOk="0">
                      <a:moveTo>
                        <a:pt x="105" y="0"/>
                      </a:moveTo>
                      <a:cubicBezTo>
                        <a:pt x="42" y="0"/>
                        <a:pt x="0" y="63"/>
                        <a:pt x="11" y="126"/>
                      </a:cubicBezTo>
                      <a:cubicBezTo>
                        <a:pt x="0" y="189"/>
                        <a:pt x="42" y="242"/>
                        <a:pt x="105" y="252"/>
                      </a:cubicBezTo>
                      <a:lnTo>
                        <a:pt x="3901" y="252"/>
                      </a:lnTo>
                      <a:lnTo>
                        <a:pt x="390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0" name="Google Shape;2850;p66"/>
                <p:cNvSpPr/>
                <p:nvPr/>
              </p:nvSpPr>
              <p:spPr>
                <a:xfrm>
                  <a:off x="760658" y="4803874"/>
                  <a:ext cx="483838" cy="14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5" h="2161" extrusionOk="0">
                      <a:moveTo>
                        <a:pt x="116" y="0"/>
                      </a:moveTo>
                      <a:cubicBezTo>
                        <a:pt x="1" y="42"/>
                        <a:pt x="1" y="210"/>
                        <a:pt x="116" y="252"/>
                      </a:cubicBezTo>
                      <a:lnTo>
                        <a:pt x="3577" y="252"/>
                      </a:lnTo>
                      <a:cubicBezTo>
                        <a:pt x="3828" y="252"/>
                        <a:pt x="3933" y="1343"/>
                        <a:pt x="3870" y="2161"/>
                      </a:cubicBezTo>
                      <a:cubicBezTo>
                        <a:pt x="5045" y="1888"/>
                        <a:pt x="6094" y="1206"/>
                        <a:pt x="6807" y="231"/>
                      </a:cubicBezTo>
                      <a:cubicBezTo>
                        <a:pt x="6870" y="158"/>
                        <a:pt x="6922" y="74"/>
                        <a:pt x="697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1" name="Google Shape;2851;p66"/>
                <p:cNvSpPr/>
                <p:nvPr/>
              </p:nvSpPr>
              <p:spPr>
                <a:xfrm>
                  <a:off x="1072053" y="4857704"/>
                  <a:ext cx="48072" cy="12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" h="1763" extrusionOk="0">
                      <a:moveTo>
                        <a:pt x="0" y="0"/>
                      </a:moveTo>
                      <a:cubicBezTo>
                        <a:pt x="84" y="0"/>
                        <a:pt x="84" y="1762"/>
                        <a:pt x="0" y="1762"/>
                      </a:cubicBezTo>
                      <a:lnTo>
                        <a:pt x="598" y="1762"/>
                      </a:lnTo>
                      <a:cubicBezTo>
                        <a:pt x="692" y="1762"/>
                        <a:pt x="692" y="0"/>
                        <a:pt x="59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2" name="Google Shape;2852;p66"/>
                <p:cNvSpPr/>
                <p:nvPr/>
              </p:nvSpPr>
              <p:spPr>
                <a:xfrm>
                  <a:off x="1138230" y="4878792"/>
                  <a:ext cx="31354" cy="8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154" extrusionOk="0">
                      <a:moveTo>
                        <a:pt x="0" y="0"/>
                      </a:moveTo>
                      <a:cubicBezTo>
                        <a:pt x="53" y="0"/>
                        <a:pt x="53" y="1154"/>
                        <a:pt x="0" y="1154"/>
                      </a:cubicBezTo>
                      <a:lnTo>
                        <a:pt x="388" y="1154"/>
                      </a:lnTo>
                      <a:cubicBezTo>
                        <a:pt x="451" y="1154"/>
                        <a:pt x="451" y="0"/>
                        <a:pt x="38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853" name="Google Shape;2853;p66"/>
            <p:cNvGrpSpPr/>
            <p:nvPr/>
          </p:nvGrpSpPr>
          <p:grpSpPr>
            <a:xfrm flipH="1">
              <a:off x="1156855" y="3736012"/>
              <a:ext cx="795165" cy="401643"/>
              <a:chOff x="760658" y="4632187"/>
              <a:chExt cx="795165" cy="401643"/>
            </a:xfrm>
          </p:grpSpPr>
          <p:sp>
            <p:nvSpPr>
              <p:cNvPr id="2854" name="Google Shape;2854;p66"/>
              <p:cNvSpPr/>
              <p:nvPr/>
            </p:nvSpPr>
            <p:spPr>
              <a:xfrm>
                <a:off x="932345" y="4784242"/>
                <a:ext cx="301263" cy="21157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305" extrusionOk="0">
                    <a:moveTo>
                      <a:pt x="85" y="0"/>
                    </a:moveTo>
                    <a:cubicBezTo>
                      <a:pt x="43" y="0"/>
                      <a:pt x="1" y="63"/>
                      <a:pt x="1" y="147"/>
                    </a:cubicBezTo>
                    <a:cubicBezTo>
                      <a:pt x="1" y="231"/>
                      <a:pt x="43" y="304"/>
                      <a:pt x="85" y="304"/>
                    </a:cubicBezTo>
                    <a:lnTo>
                      <a:pt x="4342" y="304"/>
                    </a:lnTo>
                    <a:lnTo>
                      <a:pt x="434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55" name="Google Shape;2855;p66"/>
              <p:cNvGrpSpPr/>
              <p:nvPr/>
            </p:nvGrpSpPr>
            <p:grpSpPr>
              <a:xfrm>
                <a:off x="932345" y="4632187"/>
                <a:ext cx="623479" cy="173211"/>
                <a:chOff x="932345" y="4632187"/>
                <a:chExt cx="623479" cy="173211"/>
              </a:xfrm>
            </p:grpSpPr>
            <p:sp>
              <p:nvSpPr>
                <p:cNvPr id="2856" name="Google Shape;2856;p66"/>
                <p:cNvSpPr/>
                <p:nvPr/>
              </p:nvSpPr>
              <p:spPr>
                <a:xfrm>
                  <a:off x="949826" y="4642384"/>
                  <a:ext cx="312847" cy="1535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0" h="2213" extrusionOk="0">
                      <a:moveTo>
                        <a:pt x="0" y="0"/>
                      </a:moveTo>
                      <a:cubicBezTo>
                        <a:pt x="483" y="588"/>
                        <a:pt x="462" y="1657"/>
                        <a:pt x="0" y="2213"/>
                      </a:cubicBezTo>
                      <a:lnTo>
                        <a:pt x="4237" y="2213"/>
                      </a:lnTo>
                      <a:cubicBezTo>
                        <a:pt x="4510" y="2213"/>
                        <a:pt x="4510" y="0"/>
                        <a:pt x="4237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7" name="Google Shape;2857;p66"/>
                <p:cNvSpPr/>
                <p:nvPr/>
              </p:nvSpPr>
              <p:spPr>
                <a:xfrm>
                  <a:off x="1194974" y="4632187"/>
                  <a:ext cx="360850" cy="1732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2" h="2497" extrusionOk="0">
                      <a:moveTo>
                        <a:pt x="126" y="1"/>
                      </a:moveTo>
                      <a:cubicBezTo>
                        <a:pt x="53" y="1"/>
                        <a:pt x="0" y="74"/>
                        <a:pt x="11" y="147"/>
                      </a:cubicBezTo>
                      <a:cubicBezTo>
                        <a:pt x="0" y="221"/>
                        <a:pt x="53" y="284"/>
                        <a:pt x="126" y="294"/>
                      </a:cubicBezTo>
                      <a:lnTo>
                        <a:pt x="262" y="294"/>
                      </a:lnTo>
                      <a:cubicBezTo>
                        <a:pt x="619" y="294"/>
                        <a:pt x="619" y="2192"/>
                        <a:pt x="262" y="2192"/>
                      </a:cubicBezTo>
                      <a:lnTo>
                        <a:pt x="126" y="2192"/>
                      </a:lnTo>
                      <a:cubicBezTo>
                        <a:pt x="53" y="2203"/>
                        <a:pt x="0" y="2266"/>
                        <a:pt x="11" y="2339"/>
                      </a:cubicBezTo>
                      <a:cubicBezTo>
                        <a:pt x="0" y="2412"/>
                        <a:pt x="53" y="2486"/>
                        <a:pt x="126" y="2496"/>
                      </a:cubicBezTo>
                      <a:lnTo>
                        <a:pt x="4258" y="2496"/>
                      </a:lnTo>
                      <a:cubicBezTo>
                        <a:pt x="5202" y="2496"/>
                        <a:pt x="5202" y="1"/>
                        <a:pt x="42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8" name="Google Shape;2858;p66"/>
                <p:cNvSpPr/>
                <p:nvPr/>
              </p:nvSpPr>
              <p:spPr>
                <a:xfrm>
                  <a:off x="932345" y="4632187"/>
                  <a:ext cx="301263" cy="20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3" h="295" extrusionOk="0">
                      <a:moveTo>
                        <a:pt x="85" y="1"/>
                      </a:moveTo>
                      <a:cubicBezTo>
                        <a:pt x="43" y="1"/>
                        <a:pt x="1" y="63"/>
                        <a:pt x="1" y="147"/>
                      </a:cubicBezTo>
                      <a:cubicBezTo>
                        <a:pt x="1" y="231"/>
                        <a:pt x="43" y="294"/>
                        <a:pt x="85" y="294"/>
                      </a:cubicBezTo>
                      <a:lnTo>
                        <a:pt x="4342" y="294"/>
                      </a:lnTo>
                      <a:lnTo>
                        <a:pt x="4342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59" name="Google Shape;2859;p66"/>
                <p:cNvSpPr/>
                <p:nvPr/>
              </p:nvSpPr>
              <p:spPr>
                <a:xfrm>
                  <a:off x="963630" y="4696214"/>
                  <a:ext cx="211016" cy="79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1150" extrusionOk="0">
                      <a:moveTo>
                        <a:pt x="127" y="0"/>
                      </a:moveTo>
                      <a:cubicBezTo>
                        <a:pt x="189" y="367"/>
                        <a:pt x="147" y="745"/>
                        <a:pt x="1" y="1091"/>
                      </a:cubicBezTo>
                      <a:lnTo>
                        <a:pt x="231" y="1112"/>
                      </a:lnTo>
                      <a:cubicBezTo>
                        <a:pt x="570" y="1138"/>
                        <a:pt x="896" y="1150"/>
                        <a:pt x="1197" y="1150"/>
                      </a:cubicBezTo>
                      <a:cubicBezTo>
                        <a:pt x="2247" y="1150"/>
                        <a:pt x="3004" y="1002"/>
                        <a:pt x="3021" y="766"/>
                      </a:cubicBezTo>
                      <a:cubicBezTo>
                        <a:pt x="3042" y="462"/>
                        <a:pt x="1836" y="126"/>
                        <a:pt x="315" y="11"/>
                      </a:cubicBez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0" name="Google Shape;2860;p66"/>
                <p:cNvSpPr/>
                <p:nvPr/>
              </p:nvSpPr>
              <p:spPr>
                <a:xfrm>
                  <a:off x="1043681" y="4671449"/>
                  <a:ext cx="157187" cy="6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6" h="96" extrusionOk="0">
                      <a:moveTo>
                        <a:pt x="1133" y="1"/>
                      </a:moveTo>
                      <a:cubicBezTo>
                        <a:pt x="504" y="1"/>
                        <a:pt x="0" y="22"/>
                        <a:pt x="0" y="53"/>
                      </a:cubicBezTo>
                      <a:cubicBezTo>
                        <a:pt x="0" y="74"/>
                        <a:pt x="504" y="95"/>
                        <a:pt x="1133" y="95"/>
                      </a:cubicBezTo>
                      <a:cubicBezTo>
                        <a:pt x="1751" y="95"/>
                        <a:pt x="2265" y="74"/>
                        <a:pt x="2265" y="53"/>
                      </a:cubicBezTo>
                      <a:cubicBezTo>
                        <a:pt x="2265" y="22"/>
                        <a:pt x="1751" y="1"/>
                        <a:pt x="1133" y="1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1" name="Google Shape;2861;p66"/>
                <p:cNvSpPr/>
                <p:nvPr/>
              </p:nvSpPr>
              <p:spPr>
                <a:xfrm>
                  <a:off x="1008026" y="4730413"/>
                  <a:ext cx="203039" cy="4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64" extrusionOk="0">
                      <a:moveTo>
                        <a:pt x="1458" y="0"/>
                      </a:moveTo>
                      <a:cubicBezTo>
                        <a:pt x="650" y="0"/>
                        <a:pt x="0" y="11"/>
                        <a:pt x="0" y="32"/>
                      </a:cubicBezTo>
                      <a:cubicBezTo>
                        <a:pt x="0" y="42"/>
                        <a:pt x="650" y="63"/>
                        <a:pt x="1458" y="63"/>
                      </a:cubicBezTo>
                      <a:cubicBezTo>
                        <a:pt x="2265" y="63"/>
                        <a:pt x="2926" y="42"/>
                        <a:pt x="2926" y="32"/>
                      </a:cubicBezTo>
                      <a:cubicBezTo>
                        <a:pt x="2926" y="11"/>
                        <a:pt x="2265" y="0"/>
                        <a:pt x="1458" y="0"/>
                      </a:cubicBezTo>
                      <a:close/>
                    </a:path>
                  </a:pathLst>
                </a:custGeom>
                <a:solidFill>
                  <a:srgbClr val="CEA97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62" name="Google Shape;2862;p66"/>
              <p:cNvSpPr/>
              <p:nvPr/>
            </p:nvSpPr>
            <p:spPr>
              <a:xfrm>
                <a:off x="760658" y="4803874"/>
                <a:ext cx="271435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13" h="253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912" y="252"/>
                    </a:lnTo>
                    <a:lnTo>
                      <a:pt x="391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63" name="Google Shape;2863;p66"/>
              <p:cNvGrpSpPr/>
              <p:nvPr/>
            </p:nvGrpSpPr>
            <p:grpSpPr>
              <a:xfrm>
                <a:off x="760658" y="4803874"/>
                <a:ext cx="700615" cy="229956"/>
                <a:chOff x="760658" y="4803874"/>
                <a:chExt cx="700615" cy="229956"/>
              </a:xfrm>
            </p:grpSpPr>
            <p:sp>
              <p:nvSpPr>
                <p:cNvPr id="2864" name="Google Shape;2864;p66"/>
                <p:cNvSpPr/>
                <p:nvPr/>
              </p:nvSpPr>
              <p:spPr>
                <a:xfrm>
                  <a:off x="786186" y="4821355"/>
                  <a:ext cx="283019" cy="2008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2895" extrusionOk="0">
                      <a:moveTo>
                        <a:pt x="0" y="0"/>
                      </a:moveTo>
                      <a:cubicBezTo>
                        <a:pt x="325" y="923"/>
                        <a:pt x="262" y="1898"/>
                        <a:pt x="0" y="2894"/>
                      </a:cubicBezTo>
                      <a:lnTo>
                        <a:pt x="3775" y="2894"/>
                      </a:lnTo>
                      <a:cubicBezTo>
                        <a:pt x="3776" y="2894"/>
                        <a:pt x="3776" y="2894"/>
                        <a:pt x="3777" y="2894"/>
                      </a:cubicBezTo>
                      <a:cubicBezTo>
                        <a:pt x="4079" y="2894"/>
                        <a:pt x="4079" y="0"/>
                        <a:pt x="3775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5" name="Google Shape;2865;p66"/>
                <p:cNvSpPr/>
                <p:nvPr/>
              </p:nvSpPr>
              <p:spPr>
                <a:xfrm>
                  <a:off x="781052" y="4812614"/>
                  <a:ext cx="283019" cy="213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80" h="3073" extrusionOk="0">
                      <a:moveTo>
                        <a:pt x="1" y="0"/>
                      </a:moveTo>
                      <a:cubicBezTo>
                        <a:pt x="126" y="294"/>
                        <a:pt x="221" y="598"/>
                        <a:pt x="263" y="913"/>
                      </a:cubicBezTo>
                      <a:cubicBezTo>
                        <a:pt x="1825" y="1122"/>
                        <a:pt x="3000" y="1668"/>
                        <a:pt x="2947" y="2181"/>
                      </a:cubicBezTo>
                      <a:cubicBezTo>
                        <a:pt x="2901" y="2642"/>
                        <a:pt x="1925" y="2932"/>
                        <a:pt x="622" y="2932"/>
                      </a:cubicBezTo>
                      <a:cubicBezTo>
                        <a:pt x="442" y="2932"/>
                        <a:pt x="255" y="2927"/>
                        <a:pt x="64" y="2915"/>
                      </a:cubicBezTo>
                      <a:cubicBezTo>
                        <a:pt x="53" y="2968"/>
                        <a:pt x="32" y="3020"/>
                        <a:pt x="11" y="3073"/>
                      </a:cubicBezTo>
                      <a:lnTo>
                        <a:pt x="3786" y="3073"/>
                      </a:lnTo>
                      <a:cubicBezTo>
                        <a:pt x="4080" y="3073"/>
                        <a:pt x="4080" y="0"/>
                        <a:pt x="3776" y="0"/>
                      </a:cubicBezTo>
                      <a:close/>
                    </a:path>
                  </a:pathLst>
                </a:custGeom>
                <a:solidFill>
                  <a:srgbClr val="E2C19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6" name="Google Shape;2866;p66"/>
                <p:cNvSpPr/>
                <p:nvPr/>
              </p:nvSpPr>
              <p:spPr>
                <a:xfrm>
                  <a:off x="989088" y="4803874"/>
                  <a:ext cx="472185" cy="229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3315" extrusionOk="0">
                      <a:moveTo>
                        <a:pt x="137" y="0"/>
                      </a:moveTo>
                      <a:cubicBezTo>
                        <a:pt x="64" y="0"/>
                        <a:pt x="1" y="53"/>
                        <a:pt x="1" y="126"/>
                      </a:cubicBezTo>
                      <a:cubicBezTo>
                        <a:pt x="1" y="200"/>
                        <a:pt x="64" y="252"/>
                        <a:pt x="137" y="252"/>
                      </a:cubicBezTo>
                      <a:lnTo>
                        <a:pt x="284" y="252"/>
                      </a:lnTo>
                      <a:cubicBezTo>
                        <a:pt x="693" y="252"/>
                        <a:pt x="693" y="3062"/>
                        <a:pt x="284" y="3062"/>
                      </a:cubicBezTo>
                      <a:lnTo>
                        <a:pt x="137" y="3062"/>
                      </a:lnTo>
                      <a:cubicBezTo>
                        <a:pt x="64" y="3062"/>
                        <a:pt x="1" y="3115"/>
                        <a:pt x="1" y="3188"/>
                      </a:cubicBezTo>
                      <a:cubicBezTo>
                        <a:pt x="1" y="3262"/>
                        <a:pt x="64" y="3314"/>
                        <a:pt x="137" y="3314"/>
                      </a:cubicBezTo>
                      <a:lnTo>
                        <a:pt x="5737" y="3314"/>
                      </a:lnTo>
                      <a:cubicBezTo>
                        <a:pt x="6806" y="3304"/>
                        <a:pt x="6806" y="0"/>
                        <a:pt x="573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7" name="Google Shape;2867;p66"/>
                <p:cNvSpPr/>
                <p:nvPr/>
              </p:nvSpPr>
              <p:spPr>
                <a:xfrm>
                  <a:off x="761421" y="5016280"/>
                  <a:ext cx="270672" cy="1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2" h="253" extrusionOk="0">
                      <a:moveTo>
                        <a:pt x="105" y="0"/>
                      </a:moveTo>
                      <a:cubicBezTo>
                        <a:pt x="42" y="0"/>
                        <a:pt x="0" y="63"/>
                        <a:pt x="11" y="126"/>
                      </a:cubicBezTo>
                      <a:cubicBezTo>
                        <a:pt x="0" y="189"/>
                        <a:pt x="42" y="242"/>
                        <a:pt x="105" y="252"/>
                      </a:cubicBezTo>
                      <a:lnTo>
                        <a:pt x="3901" y="252"/>
                      </a:lnTo>
                      <a:lnTo>
                        <a:pt x="390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8" name="Google Shape;2868;p66"/>
                <p:cNvSpPr/>
                <p:nvPr/>
              </p:nvSpPr>
              <p:spPr>
                <a:xfrm>
                  <a:off x="760658" y="4803874"/>
                  <a:ext cx="483838" cy="1499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5" h="2161" extrusionOk="0">
                      <a:moveTo>
                        <a:pt x="116" y="0"/>
                      </a:moveTo>
                      <a:cubicBezTo>
                        <a:pt x="1" y="42"/>
                        <a:pt x="1" y="210"/>
                        <a:pt x="116" y="252"/>
                      </a:cubicBezTo>
                      <a:lnTo>
                        <a:pt x="3577" y="252"/>
                      </a:lnTo>
                      <a:cubicBezTo>
                        <a:pt x="3828" y="252"/>
                        <a:pt x="3933" y="1343"/>
                        <a:pt x="3870" y="2161"/>
                      </a:cubicBezTo>
                      <a:cubicBezTo>
                        <a:pt x="5045" y="1888"/>
                        <a:pt x="6094" y="1206"/>
                        <a:pt x="6807" y="231"/>
                      </a:cubicBezTo>
                      <a:cubicBezTo>
                        <a:pt x="6870" y="158"/>
                        <a:pt x="6922" y="74"/>
                        <a:pt x="697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69" name="Google Shape;2869;p66"/>
                <p:cNvSpPr/>
                <p:nvPr/>
              </p:nvSpPr>
              <p:spPr>
                <a:xfrm>
                  <a:off x="1072053" y="4857704"/>
                  <a:ext cx="48072" cy="122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" h="1763" extrusionOk="0">
                      <a:moveTo>
                        <a:pt x="0" y="0"/>
                      </a:moveTo>
                      <a:cubicBezTo>
                        <a:pt x="84" y="0"/>
                        <a:pt x="84" y="1762"/>
                        <a:pt x="0" y="1762"/>
                      </a:cubicBezTo>
                      <a:lnTo>
                        <a:pt x="598" y="1762"/>
                      </a:lnTo>
                      <a:cubicBezTo>
                        <a:pt x="692" y="1762"/>
                        <a:pt x="692" y="0"/>
                        <a:pt x="59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0" name="Google Shape;2870;p66"/>
                <p:cNvSpPr/>
                <p:nvPr/>
              </p:nvSpPr>
              <p:spPr>
                <a:xfrm>
                  <a:off x="1138230" y="4878792"/>
                  <a:ext cx="31354" cy="80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" h="1154" extrusionOk="0">
                      <a:moveTo>
                        <a:pt x="0" y="0"/>
                      </a:moveTo>
                      <a:cubicBezTo>
                        <a:pt x="53" y="0"/>
                        <a:pt x="53" y="1154"/>
                        <a:pt x="0" y="1154"/>
                      </a:cubicBezTo>
                      <a:lnTo>
                        <a:pt x="388" y="1154"/>
                      </a:lnTo>
                      <a:cubicBezTo>
                        <a:pt x="451" y="1154"/>
                        <a:pt x="451" y="0"/>
                        <a:pt x="388" y="0"/>
                      </a:cubicBezTo>
                      <a:close/>
                    </a:path>
                  </a:pathLst>
                </a:custGeom>
                <a:solidFill>
                  <a:srgbClr val="F4E4B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871" name="Google Shape;2871;p66"/>
          <p:cNvGrpSpPr/>
          <p:nvPr/>
        </p:nvGrpSpPr>
        <p:grpSpPr>
          <a:xfrm>
            <a:off x="713225" y="1317949"/>
            <a:ext cx="648376" cy="880878"/>
            <a:chOff x="638276" y="3526008"/>
            <a:chExt cx="714936" cy="971200"/>
          </a:xfrm>
        </p:grpSpPr>
        <p:sp>
          <p:nvSpPr>
            <p:cNvPr id="2872" name="Google Shape;2872;p66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73" name="Google Shape;2873;p66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2874" name="Google Shape;2874;p66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66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66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66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66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66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66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66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66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66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66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66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66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66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66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66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66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66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66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66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66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Google Shape;2895;p66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Google Shape;2896;p66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Google Shape;2897;p66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Google Shape;2898;p66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Google Shape;2899;p66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00" name="Google Shape;2900;p66"/>
          <p:cNvGrpSpPr/>
          <p:nvPr/>
        </p:nvGrpSpPr>
        <p:grpSpPr>
          <a:xfrm>
            <a:off x="7782400" y="1317949"/>
            <a:ext cx="648376" cy="880878"/>
            <a:chOff x="638276" y="3526008"/>
            <a:chExt cx="714936" cy="971200"/>
          </a:xfrm>
        </p:grpSpPr>
        <p:sp>
          <p:nvSpPr>
            <p:cNvPr id="2901" name="Google Shape;2901;p66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02" name="Google Shape;2902;p66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2903" name="Google Shape;2903;p66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Google Shape;2904;p66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Google Shape;2905;p66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Google Shape;2906;p66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Google Shape;2907;p66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Google Shape;2908;p66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Google Shape;2909;p66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Google Shape;2910;p66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Google Shape;2911;p66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Google Shape;2912;p66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Google Shape;2913;p66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Google Shape;2914;p66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Google Shape;2915;p66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Google Shape;2916;p66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Google Shape;2917;p66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Google Shape;2918;p66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Google Shape;2919;p66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Google Shape;2920;p66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Google Shape;2921;p66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Google Shape;2922;p66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Google Shape;2923;p66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Google Shape;2924;p66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Google Shape;2925;p66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Google Shape;2926;p66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Google Shape;2927;p66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Google Shape;2928;p66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29" name="Google Shape;2929;p66"/>
          <p:cNvGrpSpPr/>
          <p:nvPr/>
        </p:nvGrpSpPr>
        <p:grpSpPr>
          <a:xfrm rot="1321491" flipH="1">
            <a:off x="6590639" y="1775883"/>
            <a:ext cx="714934" cy="378491"/>
            <a:chOff x="-1074225" y="4512538"/>
            <a:chExt cx="714950" cy="378500"/>
          </a:xfrm>
        </p:grpSpPr>
        <p:sp>
          <p:nvSpPr>
            <p:cNvPr id="2930" name="Google Shape;2930;p66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66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66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66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66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66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66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66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66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66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66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1" name="Google Shape;2941;p66"/>
          <p:cNvGrpSpPr/>
          <p:nvPr/>
        </p:nvGrpSpPr>
        <p:grpSpPr>
          <a:xfrm>
            <a:off x="1811225" y="2751675"/>
            <a:ext cx="714950" cy="378500"/>
            <a:chOff x="-1074225" y="4512538"/>
            <a:chExt cx="714950" cy="378500"/>
          </a:xfrm>
        </p:grpSpPr>
        <p:sp>
          <p:nvSpPr>
            <p:cNvPr id="2942" name="Google Shape;2942;p66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66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66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66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66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66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66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9" name="Google Shape;2949;p66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0" name="Google Shape;2950;p66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66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66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66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4" name="Google Shape;2954;p66"/>
          <p:cNvGrpSpPr/>
          <p:nvPr/>
        </p:nvGrpSpPr>
        <p:grpSpPr>
          <a:xfrm>
            <a:off x="704716" y="859708"/>
            <a:ext cx="3268775" cy="380199"/>
            <a:chOff x="713263" y="859708"/>
            <a:chExt cx="3268775" cy="380199"/>
          </a:xfrm>
        </p:grpSpPr>
        <p:sp>
          <p:nvSpPr>
            <p:cNvPr id="2955" name="Google Shape;2955;p66"/>
            <p:cNvSpPr/>
            <p:nvPr/>
          </p:nvSpPr>
          <p:spPr>
            <a:xfrm>
              <a:off x="3796469" y="876794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66"/>
            <p:cNvSpPr/>
            <p:nvPr/>
          </p:nvSpPr>
          <p:spPr>
            <a:xfrm>
              <a:off x="3911763" y="876794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66"/>
            <p:cNvSpPr/>
            <p:nvPr/>
          </p:nvSpPr>
          <p:spPr>
            <a:xfrm>
              <a:off x="2525271" y="878428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8" name="Google Shape;2958;p66"/>
            <p:cNvSpPr/>
            <p:nvPr/>
          </p:nvSpPr>
          <p:spPr>
            <a:xfrm>
              <a:off x="2607729" y="876794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9" name="Google Shape;2959;p66"/>
            <p:cNvSpPr/>
            <p:nvPr/>
          </p:nvSpPr>
          <p:spPr>
            <a:xfrm>
              <a:off x="2737137" y="876794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66"/>
            <p:cNvSpPr/>
            <p:nvPr/>
          </p:nvSpPr>
          <p:spPr>
            <a:xfrm>
              <a:off x="3140664" y="878428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66"/>
            <p:cNvSpPr/>
            <p:nvPr/>
          </p:nvSpPr>
          <p:spPr>
            <a:xfrm>
              <a:off x="3262197" y="876794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66"/>
            <p:cNvSpPr/>
            <p:nvPr/>
          </p:nvSpPr>
          <p:spPr>
            <a:xfrm>
              <a:off x="1833510" y="878428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3" name="Google Shape;2963;p66"/>
            <p:cNvSpPr/>
            <p:nvPr/>
          </p:nvSpPr>
          <p:spPr>
            <a:xfrm>
              <a:off x="1955044" y="876794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4" name="Google Shape;2964;p66"/>
            <p:cNvSpPr/>
            <p:nvPr/>
          </p:nvSpPr>
          <p:spPr>
            <a:xfrm>
              <a:off x="2146556" y="876794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65" name="Google Shape;2965;p66"/>
            <p:cNvGrpSpPr/>
            <p:nvPr/>
          </p:nvGrpSpPr>
          <p:grpSpPr>
            <a:xfrm>
              <a:off x="713263" y="859708"/>
              <a:ext cx="3268775" cy="380199"/>
              <a:chOff x="975489" y="863689"/>
              <a:chExt cx="3268775" cy="380199"/>
            </a:xfrm>
          </p:grpSpPr>
          <p:sp>
            <p:nvSpPr>
              <p:cNvPr id="2966" name="Google Shape;2966;p66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Google Shape;2967;p66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Google Shape;2968;p66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Google Shape;2969;p66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Google Shape;2970;p66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Google Shape;2971;p66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Google Shape;2972;p66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Google Shape;2973;p66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Google Shape;2974;p66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Google Shape;2975;p66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Google Shape;2976;p66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Google Shape;2977;p66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Google Shape;2978;p66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Google Shape;2979;p66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Google Shape;2980;p66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Google Shape;2981;p66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Google Shape;2982;p66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Google Shape;2983;p66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Google Shape;2984;p66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Google Shape;2985;p66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Google Shape;2986;p66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Google Shape;2987;p66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Google Shape;2988;p66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Google Shape;2989;p66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Google Shape;2990;p66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Google Shape;2991;p66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Google Shape;2992;p66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Google Shape;2993;p66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Google Shape;2994;p66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Google Shape;2995;p66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Google Shape;2996;p66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Google Shape;2997;p66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Google Shape;2998;p66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Google Shape;2999;p66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Google Shape;3000;p66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Google Shape;3001;p66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Google Shape;3002;p66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Google Shape;3003;p66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Google Shape;3004;p66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Google Shape;3005;p66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Google Shape;3006;p66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Google Shape;3007;p66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Google Shape;3008;p66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Google Shape;3009;p66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Google Shape;3010;p66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Google Shape;3011;p66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Google Shape;3012;p66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Google Shape;3013;p66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Google Shape;3014;p66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Google Shape;3015;p66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Google Shape;3016;p66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Google Shape;3017;p66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Google Shape;3018;p66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Google Shape;3019;p66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Google Shape;3020;p66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Google Shape;3021;p66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Google Shape;3022;p66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Google Shape;3023;p66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Google Shape;3024;p66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Google Shape;3025;p66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Google Shape;3026;p66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Google Shape;3027;p66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Google Shape;3028;p66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Google Shape;3029;p66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Google Shape;3030;p66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Google Shape;3031;p66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Google Shape;3032;p66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Google Shape;3033;p66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Google Shape;3034;p66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Google Shape;3035;p66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Google Shape;3036;p66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Google Shape;3037;p66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Google Shape;3038;p66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Google Shape;3039;p66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Google Shape;3040;p66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Google Shape;3041;p66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Google Shape;3042;p66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Google Shape;3043;p66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Google Shape;3044;p66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Google Shape;3045;p66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Google Shape;3046;p66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Google Shape;3047;p66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Google Shape;3048;p66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Google Shape;3049;p66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Google Shape;3050;p66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Google Shape;3051;p66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Google Shape;3052;p66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Google Shape;3053;p66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Google Shape;3054;p66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Google Shape;3055;p66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Google Shape;3056;p66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Google Shape;3057;p66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Google Shape;3058;p66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Google Shape;3059;p66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Google Shape;3060;p66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Google Shape;3061;p66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Google Shape;3062;p66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Google Shape;3063;p66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Google Shape;3064;p66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Google Shape;3065;p66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Google Shape;3066;p66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Google Shape;3067;p66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Google Shape;3068;p66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Google Shape;3069;p66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Google Shape;3070;p66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Google Shape;3071;p66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72" name="Google Shape;3072;p66"/>
          <p:cNvGrpSpPr/>
          <p:nvPr/>
        </p:nvGrpSpPr>
        <p:grpSpPr>
          <a:xfrm>
            <a:off x="5153416" y="859708"/>
            <a:ext cx="3268775" cy="380199"/>
            <a:chOff x="5161963" y="859708"/>
            <a:chExt cx="3268775" cy="380199"/>
          </a:xfrm>
        </p:grpSpPr>
        <p:sp>
          <p:nvSpPr>
            <p:cNvPr id="3073" name="Google Shape;3073;p66"/>
            <p:cNvSpPr/>
            <p:nvPr/>
          </p:nvSpPr>
          <p:spPr>
            <a:xfrm flipH="1">
              <a:off x="5288102" y="876794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4" name="Google Shape;3074;p66"/>
            <p:cNvSpPr/>
            <p:nvPr/>
          </p:nvSpPr>
          <p:spPr>
            <a:xfrm flipH="1">
              <a:off x="5169688" y="876794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5" name="Google Shape;3075;p66"/>
            <p:cNvSpPr/>
            <p:nvPr/>
          </p:nvSpPr>
          <p:spPr>
            <a:xfrm flipH="1">
              <a:off x="6581289" y="878428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6" name="Google Shape;3076;p66"/>
            <p:cNvSpPr/>
            <p:nvPr/>
          </p:nvSpPr>
          <p:spPr>
            <a:xfrm flipH="1">
              <a:off x="6470602" y="876794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7" name="Google Shape;3077;p66"/>
            <p:cNvSpPr/>
            <p:nvPr/>
          </p:nvSpPr>
          <p:spPr>
            <a:xfrm flipH="1">
              <a:off x="6338222" y="876794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8" name="Google Shape;3078;p66"/>
            <p:cNvSpPr/>
            <p:nvPr/>
          </p:nvSpPr>
          <p:spPr>
            <a:xfrm flipH="1">
              <a:off x="5948661" y="878428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9" name="Google Shape;3079;p66"/>
            <p:cNvSpPr/>
            <p:nvPr/>
          </p:nvSpPr>
          <p:spPr>
            <a:xfrm flipH="1">
              <a:off x="5785082" y="876794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0" name="Google Shape;3080;p66"/>
            <p:cNvSpPr/>
            <p:nvPr/>
          </p:nvSpPr>
          <p:spPr>
            <a:xfrm flipH="1">
              <a:off x="7255815" y="878428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1" name="Google Shape;3081;p66"/>
            <p:cNvSpPr/>
            <p:nvPr/>
          </p:nvSpPr>
          <p:spPr>
            <a:xfrm flipH="1">
              <a:off x="7092236" y="876794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2" name="Google Shape;3082;p66"/>
            <p:cNvSpPr/>
            <p:nvPr/>
          </p:nvSpPr>
          <p:spPr>
            <a:xfrm flipH="1">
              <a:off x="6894484" y="876794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3" name="Google Shape;3083;p66"/>
            <p:cNvGrpSpPr/>
            <p:nvPr/>
          </p:nvGrpSpPr>
          <p:grpSpPr>
            <a:xfrm flipH="1">
              <a:off x="5161963" y="859708"/>
              <a:ext cx="3268775" cy="380199"/>
              <a:chOff x="975489" y="863689"/>
              <a:chExt cx="3268775" cy="380199"/>
            </a:xfrm>
          </p:grpSpPr>
          <p:sp>
            <p:nvSpPr>
              <p:cNvPr id="3084" name="Google Shape;3084;p66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Google Shape;3085;p66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Google Shape;3086;p66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Google Shape;3087;p66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Google Shape;3088;p66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Google Shape;3089;p66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Google Shape;3090;p66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Google Shape;3091;p66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Google Shape;3092;p66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Google Shape;3093;p66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Google Shape;3094;p66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Google Shape;3095;p66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Google Shape;3096;p66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Google Shape;3097;p66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Google Shape;3098;p66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Google Shape;3099;p66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Google Shape;3100;p66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Google Shape;3101;p66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Google Shape;3102;p66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Google Shape;3103;p66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Google Shape;3104;p66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Google Shape;3105;p66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Google Shape;3106;p66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Google Shape;3107;p66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Google Shape;3108;p66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Google Shape;3109;p66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Google Shape;3110;p66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Google Shape;3111;p66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Google Shape;3112;p66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Google Shape;3113;p66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Google Shape;3114;p66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Google Shape;3115;p66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Google Shape;3116;p66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Google Shape;3117;p66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Google Shape;3118;p66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Google Shape;3119;p66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Google Shape;3120;p66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Google Shape;3121;p66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Google Shape;3122;p66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Google Shape;3123;p66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Google Shape;3124;p66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Google Shape;3125;p66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66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Google Shape;3127;p66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Google Shape;3128;p66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Google Shape;3129;p66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Google Shape;3130;p66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Google Shape;3131;p66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Google Shape;3132;p66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Google Shape;3133;p66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Google Shape;3134;p66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Google Shape;3135;p66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Google Shape;3136;p66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Google Shape;3137;p66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Google Shape;3138;p66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Google Shape;3139;p66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Google Shape;3140;p66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Google Shape;3141;p66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Google Shape;3142;p66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Google Shape;3143;p66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Google Shape;3144;p66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Google Shape;3145;p66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Google Shape;3146;p66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Google Shape;3147;p66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Google Shape;3148;p66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Google Shape;3149;p66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Google Shape;3150;p66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Google Shape;3151;p66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Google Shape;3152;p66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p66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Google Shape;3154;p66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Google Shape;3155;p66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Google Shape;3156;p66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Google Shape;3157;p66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Google Shape;3158;p66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Google Shape;3159;p66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Google Shape;3160;p66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Google Shape;3161;p66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Google Shape;3162;p66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Google Shape;3163;p66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Google Shape;3164;p66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Google Shape;3165;p66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Google Shape;3166;p66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Google Shape;3167;p66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Google Shape;3168;p66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Google Shape;3169;p66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Google Shape;3170;p66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Google Shape;3171;p66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Google Shape;3172;p66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Google Shape;3173;p66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Google Shape;3174;p66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Google Shape;3175;p66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6" name="Google Shape;3176;p66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7" name="Google Shape;3177;p66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8" name="Google Shape;3178;p66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9" name="Google Shape;3179;p66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0" name="Google Shape;3180;p66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1" name="Google Shape;3181;p66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2" name="Google Shape;3182;p66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3" name="Google Shape;3183;p66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4" name="Google Shape;3184;p66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5" name="Google Shape;3185;p66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6" name="Google Shape;3186;p66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7" name="Google Shape;3187;p66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8" name="Google Shape;3188;p66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9" name="Google Shape;3189;p66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90" name="Google Shape;3190;p66"/>
          <p:cNvSpPr/>
          <p:nvPr/>
        </p:nvSpPr>
        <p:spPr>
          <a:xfrm>
            <a:off x="4" y="122977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1879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69"/>
          <p:cNvSpPr txBox="1">
            <a:spLocks noGrp="1"/>
          </p:cNvSpPr>
          <p:nvPr>
            <p:ph type="title"/>
          </p:nvPr>
        </p:nvSpPr>
        <p:spPr>
          <a:xfrm>
            <a:off x="1599675" y="798158"/>
            <a:ext cx="5910344" cy="4879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ventana de Registro de Libro en </a:t>
            </a:r>
            <a:r>
              <a:rPr lang="es-MX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MX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BookHub</a:t>
            </a:r>
            <a:r>
              <a:rPr lang="es-MX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permite a los usuarios agregar nuevos libros a la plataforma.</a:t>
            </a:r>
            <a:endParaRPr lang="es-MX" dirty="0"/>
          </a:p>
        </p:txBody>
      </p:sp>
      <p:grpSp>
        <p:nvGrpSpPr>
          <p:cNvPr id="3428" name="Google Shape;3428;p69"/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/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/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9218" name="Imagen 1">
            <a:extLst>
              <a:ext uri="{FF2B5EF4-FFF2-40B4-BE49-F238E27FC236}">
                <a16:creationId xmlns:a16="http://schemas.microsoft.com/office/drawing/2014/main" id="{AF34A015-274D-41C6-D1A2-F821CE03B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559" y="1498193"/>
            <a:ext cx="6124575" cy="2914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7772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9" name="Google Shape;5969;p87"/>
          <p:cNvSpPr/>
          <p:nvPr/>
        </p:nvSpPr>
        <p:spPr>
          <a:xfrm>
            <a:off x="6975890" y="1362267"/>
            <a:ext cx="1512530" cy="1513003"/>
          </a:xfrm>
          <a:custGeom>
            <a:avLst/>
            <a:gdLst/>
            <a:ahLst/>
            <a:cxnLst/>
            <a:rect l="l" t="t" r="r" b="b"/>
            <a:pathLst>
              <a:path w="91295" h="91296" extrusionOk="0">
                <a:moveTo>
                  <a:pt x="75084" y="16212"/>
                </a:moveTo>
                <a:cubicBezTo>
                  <a:pt x="91295" y="32466"/>
                  <a:pt x="91295" y="58788"/>
                  <a:pt x="75084" y="75041"/>
                </a:cubicBezTo>
                <a:cubicBezTo>
                  <a:pt x="58830" y="91295"/>
                  <a:pt x="32466" y="91295"/>
                  <a:pt x="16255" y="75041"/>
                </a:cubicBezTo>
                <a:cubicBezTo>
                  <a:pt x="1" y="58788"/>
                  <a:pt x="1" y="32466"/>
                  <a:pt x="16255" y="16212"/>
                </a:cubicBezTo>
                <a:cubicBezTo>
                  <a:pt x="32466" y="1"/>
                  <a:pt x="58830" y="1"/>
                  <a:pt x="75084" y="16212"/>
                </a:cubicBezTo>
                <a:close/>
              </a:path>
            </a:pathLst>
          </a:custGeom>
          <a:gradFill>
            <a:gsLst>
              <a:gs pos="0">
                <a:srgbClr val="F9EBAB">
                  <a:alpha val="21960"/>
                  <a:alpha val="21910"/>
                </a:srgbClr>
              </a:gs>
              <a:gs pos="41000">
                <a:srgbClr val="F9EBAB">
                  <a:alpha val="53333"/>
                  <a:alpha val="21910"/>
                </a:srgbClr>
              </a:gs>
              <a:gs pos="100000">
                <a:srgbClr val="F9EBAB">
                  <a:alpha val="77254"/>
                  <a:alpha val="2191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70" name="Google Shape;5970;p87"/>
          <p:cNvGrpSpPr/>
          <p:nvPr/>
        </p:nvGrpSpPr>
        <p:grpSpPr>
          <a:xfrm>
            <a:off x="713263" y="859708"/>
            <a:ext cx="3268775" cy="380199"/>
            <a:chOff x="975489" y="863689"/>
            <a:chExt cx="3268775" cy="380199"/>
          </a:xfrm>
        </p:grpSpPr>
        <p:grpSp>
          <p:nvGrpSpPr>
            <p:cNvPr id="5971" name="Google Shape;5971;p87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5972" name="Google Shape;5972;p87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3" name="Google Shape;5973;p87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4" name="Google Shape;5974;p87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5" name="Google Shape;5975;p87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6" name="Google Shape;5976;p87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7" name="Google Shape;5977;p87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8" name="Google Shape;5978;p87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9" name="Google Shape;5979;p87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0" name="Google Shape;5980;p87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1" name="Google Shape;5981;p87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2" name="Google Shape;5982;p87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3" name="Google Shape;5983;p87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4" name="Google Shape;5984;p87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5" name="Google Shape;5985;p87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6" name="Google Shape;5986;p87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7" name="Google Shape;5987;p87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8" name="Google Shape;5988;p87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9" name="Google Shape;5989;p87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0" name="Google Shape;5990;p87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1" name="Google Shape;5991;p87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2" name="Google Shape;5992;p87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3" name="Google Shape;5993;p87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4" name="Google Shape;5994;p87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5" name="Google Shape;5995;p87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6" name="Google Shape;5996;p87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7" name="Google Shape;5997;p87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8" name="Google Shape;5998;p87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9" name="Google Shape;5999;p87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0" name="Google Shape;6000;p87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1" name="Google Shape;6001;p87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2" name="Google Shape;6002;p87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3" name="Google Shape;6003;p87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4" name="Google Shape;6004;p87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5" name="Google Shape;6005;p87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6" name="Google Shape;6006;p87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7" name="Google Shape;6007;p87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8" name="Google Shape;6008;p87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9" name="Google Shape;6009;p87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0" name="Google Shape;6010;p87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1" name="Google Shape;6011;p87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2" name="Google Shape;6012;p87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3" name="Google Shape;6013;p87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4" name="Google Shape;6014;p87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5" name="Google Shape;6015;p87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6" name="Google Shape;6016;p87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7" name="Google Shape;6017;p87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8" name="Google Shape;6018;p87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9" name="Google Shape;6019;p87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0" name="Google Shape;6020;p87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1" name="Google Shape;6021;p87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2" name="Google Shape;6022;p87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3" name="Google Shape;6023;p87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4" name="Google Shape;6024;p87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5" name="Google Shape;6025;p87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6" name="Google Shape;6026;p87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7" name="Google Shape;6027;p87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8" name="Google Shape;6028;p87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9" name="Google Shape;6029;p87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0" name="Google Shape;6030;p87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1" name="Google Shape;6031;p87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2" name="Google Shape;6032;p87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3" name="Google Shape;6033;p87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4" name="Google Shape;6034;p87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5" name="Google Shape;6035;p87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6" name="Google Shape;6036;p87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7" name="Google Shape;6037;p87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8" name="Google Shape;6038;p87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9" name="Google Shape;6039;p87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0" name="Google Shape;6040;p87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1" name="Google Shape;6041;p87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2" name="Google Shape;6042;p87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3" name="Google Shape;6043;p87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4" name="Google Shape;6044;p87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5" name="Google Shape;6045;p87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6" name="Google Shape;6046;p87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7" name="Google Shape;6047;p87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8" name="Google Shape;6048;p87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9" name="Google Shape;6049;p87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0" name="Google Shape;6050;p87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1" name="Google Shape;6051;p87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2" name="Google Shape;6052;p87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3" name="Google Shape;6053;p87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4" name="Google Shape;6054;p87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5" name="Google Shape;6055;p87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6" name="Google Shape;6056;p87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7" name="Google Shape;6057;p87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8" name="Google Shape;6058;p87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9" name="Google Shape;6059;p87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0" name="Google Shape;6060;p87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1" name="Google Shape;6061;p87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2" name="Google Shape;6062;p87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3" name="Google Shape;6063;p87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4" name="Google Shape;6064;p87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5" name="Google Shape;6065;p87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6" name="Google Shape;6066;p87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7" name="Google Shape;6067;p87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8" name="Google Shape;6068;p87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9" name="Google Shape;6069;p87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0" name="Google Shape;6070;p87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1" name="Google Shape;6071;p87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2" name="Google Shape;6072;p87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3" name="Google Shape;6073;p87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4" name="Google Shape;6074;p87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5" name="Google Shape;6075;p87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6" name="Google Shape;6076;p87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7" name="Google Shape;6077;p87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078" name="Google Shape;6078;p87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87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87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87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87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87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6084;p87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87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87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87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88" name="Google Shape;6088;p87"/>
          <p:cNvGrpSpPr/>
          <p:nvPr/>
        </p:nvGrpSpPr>
        <p:grpSpPr>
          <a:xfrm flipH="1">
            <a:off x="5161963" y="859708"/>
            <a:ext cx="3268775" cy="380199"/>
            <a:chOff x="975489" y="863689"/>
            <a:chExt cx="3268775" cy="380199"/>
          </a:xfrm>
        </p:grpSpPr>
        <p:grpSp>
          <p:nvGrpSpPr>
            <p:cNvPr id="6089" name="Google Shape;6089;p87"/>
            <p:cNvGrpSpPr/>
            <p:nvPr/>
          </p:nvGrpSpPr>
          <p:grpSpPr>
            <a:xfrm>
              <a:off x="975489" y="863689"/>
              <a:ext cx="3268775" cy="380199"/>
              <a:chOff x="975489" y="863689"/>
              <a:chExt cx="3268775" cy="380199"/>
            </a:xfrm>
          </p:grpSpPr>
          <p:sp>
            <p:nvSpPr>
              <p:cNvPr id="6090" name="Google Shape;6090;p87"/>
              <p:cNvSpPr/>
              <p:nvPr/>
            </p:nvSpPr>
            <p:spPr>
              <a:xfrm>
                <a:off x="2505355" y="905736"/>
                <a:ext cx="166847" cy="33815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276" extrusionOk="0">
                    <a:moveTo>
                      <a:pt x="588" y="0"/>
                    </a:moveTo>
                    <a:lnTo>
                      <a:pt x="1" y="2171"/>
                    </a:lnTo>
                    <a:lnTo>
                      <a:pt x="546" y="2276"/>
                    </a:lnTo>
                    <a:lnTo>
                      <a:pt x="1123" y="74"/>
                    </a:ln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1" name="Google Shape;6091;p87"/>
              <p:cNvSpPr/>
              <p:nvPr/>
            </p:nvSpPr>
            <p:spPr>
              <a:xfrm>
                <a:off x="2536556" y="905736"/>
                <a:ext cx="135647" cy="207407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396" extrusionOk="0">
                    <a:moveTo>
                      <a:pt x="378" y="0"/>
                    </a:moveTo>
                    <a:lnTo>
                      <a:pt x="1" y="1395"/>
                    </a:lnTo>
                    <a:cubicBezTo>
                      <a:pt x="200" y="1374"/>
                      <a:pt x="399" y="1332"/>
                      <a:pt x="598" y="1280"/>
                    </a:cubicBezTo>
                    <a:lnTo>
                      <a:pt x="913" y="74"/>
                    </a:lnTo>
                    <a:lnTo>
                      <a:pt x="37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2" name="Google Shape;6092;p87"/>
              <p:cNvSpPr/>
              <p:nvPr/>
            </p:nvSpPr>
            <p:spPr>
              <a:xfrm>
                <a:off x="2592717" y="930696"/>
                <a:ext cx="54675" cy="45315"/>
              </a:xfrm>
              <a:custGeom>
                <a:avLst/>
                <a:gdLst/>
                <a:ahLst/>
                <a:cxnLst/>
                <a:rect l="l" t="t" r="r" b="b"/>
                <a:pathLst>
                  <a:path w="368" h="305" extrusionOk="0">
                    <a:moveTo>
                      <a:pt x="74" y="0"/>
                    </a:moveTo>
                    <a:lnTo>
                      <a:pt x="0" y="294"/>
                    </a:lnTo>
                    <a:lnTo>
                      <a:pt x="283" y="304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3" name="Google Shape;6093;p87"/>
              <p:cNvSpPr/>
              <p:nvPr/>
            </p:nvSpPr>
            <p:spPr>
              <a:xfrm>
                <a:off x="2525710" y="1186094"/>
                <a:ext cx="51555" cy="4546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6" extrusionOk="0">
                    <a:moveTo>
                      <a:pt x="63" y="1"/>
                    </a:moveTo>
                    <a:lnTo>
                      <a:pt x="0" y="232"/>
                    </a:lnTo>
                    <a:lnTo>
                      <a:pt x="283" y="305"/>
                    </a:lnTo>
                    <a:lnTo>
                      <a:pt x="346" y="64"/>
                    </a:lnTo>
                    <a:lnTo>
                      <a:pt x="6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4" name="Google Shape;6094;p87"/>
              <p:cNvSpPr/>
              <p:nvPr/>
            </p:nvSpPr>
            <p:spPr>
              <a:xfrm>
                <a:off x="2598957" y="986708"/>
                <a:ext cx="14114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1" extrusionOk="0">
                    <a:moveTo>
                      <a:pt x="53" y="1"/>
                    </a:moveTo>
                    <a:lnTo>
                      <a:pt x="0" y="221"/>
                    </a:lnTo>
                    <a:lnTo>
                      <a:pt x="42" y="221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5" name="Google Shape;6095;p87"/>
              <p:cNvSpPr/>
              <p:nvPr/>
            </p:nvSpPr>
            <p:spPr>
              <a:xfrm>
                <a:off x="1664130" y="896376"/>
                <a:ext cx="115441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777" h="2329" extrusionOk="0">
                    <a:moveTo>
                      <a:pt x="0" y="0"/>
                    </a:moveTo>
                    <a:lnTo>
                      <a:pt x="32" y="2328"/>
                    </a:lnTo>
                    <a:lnTo>
                      <a:pt x="776" y="232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6" name="Google Shape;6096;p87"/>
              <p:cNvSpPr/>
              <p:nvPr/>
            </p:nvSpPr>
            <p:spPr>
              <a:xfrm>
                <a:off x="975489" y="896376"/>
                <a:ext cx="151247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329" extrusionOk="0">
                    <a:moveTo>
                      <a:pt x="32" y="0"/>
                    </a:moveTo>
                    <a:lnTo>
                      <a:pt x="0" y="2328"/>
                    </a:lnTo>
                    <a:lnTo>
                      <a:pt x="923" y="2328"/>
                    </a:lnTo>
                    <a:lnTo>
                      <a:pt x="101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7" name="Google Shape;6097;p87"/>
              <p:cNvSpPr/>
              <p:nvPr/>
            </p:nvSpPr>
            <p:spPr>
              <a:xfrm>
                <a:off x="1385256" y="991463"/>
                <a:ext cx="109201" cy="25093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689" extrusionOk="0">
                    <a:moveTo>
                      <a:pt x="42" y="0"/>
                    </a:moveTo>
                    <a:lnTo>
                      <a:pt x="0" y="1688"/>
                    </a:lnTo>
                    <a:lnTo>
                      <a:pt x="734" y="1688"/>
                    </a:lnTo>
                    <a:lnTo>
                      <a:pt x="69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8" name="Google Shape;6098;p87"/>
              <p:cNvSpPr/>
              <p:nvPr/>
            </p:nvSpPr>
            <p:spPr>
              <a:xfrm>
                <a:off x="1280809" y="896376"/>
                <a:ext cx="88995" cy="34602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329" extrusionOk="0">
                    <a:moveTo>
                      <a:pt x="1" y="0"/>
                    </a:moveTo>
                    <a:lnTo>
                      <a:pt x="64" y="2328"/>
                    </a:lnTo>
                    <a:lnTo>
                      <a:pt x="598" y="2328"/>
                    </a:lnTo>
                    <a:lnTo>
                      <a:pt x="5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9" name="Google Shape;6099;p87"/>
              <p:cNvSpPr/>
              <p:nvPr/>
            </p:nvSpPr>
            <p:spPr>
              <a:xfrm>
                <a:off x="1126589" y="929062"/>
                <a:ext cx="146641" cy="313339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109" extrusionOk="0">
                    <a:moveTo>
                      <a:pt x="84" y="1"/>
                    </a:moveTo>
                    <a:lnTo>
                      <a:pt x="1" y="2108"/>
                    </a:lnTo>
                    <a:lnTo>
                      <a:pt x="986" y="2108"/>
                    </a:lnTo>
                    <a:lnTo>
                      <a:pt x="902" y="64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0" name="Google Shape;6100;p87"/>
              <p:cNvSpPr/>
              <p:nvPr/>
            </p:nvSpPr>
            <p:spPr>
              <a:xfrm>
                <a:off x="1502036" y="924456"/>
                <a:ext cx="151247" cy="31794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2140" extrusionOk="0">
                    <a:moveTo>
                      <a:pt x="1" y="0"/>
                    </a:moveTo>
                    <a:lnTo>
                      <a:pt x="32" y="2139"/>
                    </a:lnTo>
                    <a:lnTo>
                      <a:pt x="1018" y="2139"/>
                    </a:lnTo>
                    <a:lnTo>
                      <a:pt x="913" y="3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1" name="Google Shape;6101;p87"/>
              <p:cNvSpPr/>
              <p:nvPr/>
            </p:nvSpPr>
            <p:spPr>
              <a:xfrm>
                <a:off x="1667250" y="1116116"/>
                <a:ext cx="112321" cy="12628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850" extrusionOk="0">
                    <a:moveTo>
                      <a:pt x="0" y="0"/>
                    </a:moveTo>
                    <a:lnTo>
                      <a:pt x="11" y="839"/>
                    </a:lnTo>
                    <a:lnTo>
                      <a:pt x="755" y="849"/>
                    </a:lnTo>
                    <a:lnTo>
                      <a:pt x="713" y="315"/>
                    </a:lnTo>
                    <a:cubicBezTo>
                      <a:pt x="483" y="189"/>
                      <a:pt x="242" y="94"/>
                      <a:pt x="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2" name="Google Shape;6102;p87"/>
              <p:cNvSpPr/>
              <p:nvPr/>
            </p:nvSpPr>
            <p:spPr>
              <a:xfrm>
                <a:off x="9754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986" y="1"/>
                    </a:moveTo>
                    <a:lnTo>
                      <a:pt x="986" y="1"/>
                    </a:lnTo>
                    <a:cubicBezTo>
                      <a:pt x="651" y="11"/>
                      <a:pt x="325" y="43"/>
                      <a:pt x="21" y="74"/>
                    </a:cubicBezTo>
                    <a:lnTo>
                      <a:pt x="0" y="1416"/>
                    </a:lnTo>
                    <a:lnTo>
                      <a:pt x="923" y="1416"/>
                    </a:lnTo>
                    <a:lnTo>
                      <a:pt x="98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3" name="Google Shape;6103;p87"/>
              <p:cNvSpPr/>
              <p:nvPr/>
            </p:nvSpPr>
            <p:spPr>
              <a:xfrm>
                <a:off x="1385256" y="1049109"/>
                <a:ext cx="109201" cy="194779"/>
              </a:xfrm>
              <a:custGeom>
                <a:avLst/>
                <a:gdLst/>
                <a:ahLst/>
                <a:cxnLst/>
                <a:rect l="l" t="t" r="r" b="b"/>
                <a:pathLst>
                  <a:path w="735" h="1311" extrusionOk="0">
                    <a:moveTo>
                      <a:pt x="32" y="0"/>
                    </a:moveTo>
                    <a:lnTo>
                      <a:pt x="0" y="1311"/>
                    </a:lnTo>
                    <a:lnTo>
                      <a:pt x="734" y="1300"/>
                    </a:lnTo>
                    <a:lnTo>
                      <a:pt x="703" y="115"/>
                    </a:lnTo>
                    <a:cubicBezTo>
                      <a:pt x="483" y="74"/>
                      <a:pt x="262" y="32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4" name="Google Shape;6104;p87"/>
              <p:cNvSpPr/>
              <p:nvPr/>
            </p:nvSpPr>
            <p:spPr>
              <a:xfrm>
                <a:off x="1283929" y="1036629"/>
                <a:ext cx="85875" cy="20577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385" extrusionOk="0">
                    <a:moveTo>
                      <a:pt x="1" y="0"/>
                    </a:moveTo>
                    <a:lnTo>
                      <a:pt x="43" y="1384"/>
                    </a:lnTo>
                    <a:lnTo>
                      <a:pt x="577" y="1384"/>
                    </a:lnTo>
                    <a:lnTo>
                      <a:pt x="556" y="53"/>
                    </a:lnTo>
                    <a:cubicBezTo>
                      <a:pt x="378" y="32"/>
                      <a:pt x="189" y="11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5" name="Google Shape;6105;p87"/>
              <p:cNvSpPr/>
              <p:nvPr/>
            </p:nvSpPr>
            <p:spPr>
              <a:xfrm>
                <a:off x="1126589" y="1031875"/>
                <a:ext cx="146641" cy="210527"/>
              </a:xfrm>
              <a:custGeom>
                <a:avLst/>
                <a:gdLst/>
                <a:ahLst/>
                <a:cxnLst/>
                <a:rect l="l" t="t" r="r" b="b"/>
                <a:pathLst>
                  <a:path w="987" h="1417" extrusionOk="0">
                    <a:moveTo>
                      <a:pt x="63" y="1"/>
                    </a:moveTo>
                    <a:lnTo>
                      <a:pt x="1" y="1416"/>
                    </a:lnTo>
                    <a:lnTo>
                      <a:pt x="986" y="1416"/>
                    </a:lnTo>
                    <a:lnTo>
                      <a:pt x="934" y="22"/>
                    </a:lnTo>
                    <a:cubicBezTo>
                      <a:pt x="630" y="1"/>
                      <a:pt x="347" y="1"/>
                      <a:pt x="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6" name="Google Shape;6106;p87"/>
              <p:cNvSpPr/>
              <p:nvPr/>
            </p:nvSpPr>
            <p:spPr>
              <a:xfrm>
                <a:off x="1505156" y="1069315"/>
                <a:ext cx="148127" cy="173087"/>
              </a:xfrm>
              <a:custGeom>
                <a:avLst/>
                <a:gdLst/>
                <a:ahLst/>
                <a:cxnLst/>
                <a:rect l="l" t="t" r="r" b="b"/>
                <a:pathLst>
                  <a:path w="997" h="1165" extrusionOk="0">
                    <a:moveTo>
                      <a:pt x="1" y="0"/>
                    </a:moveTo>
                    <a:lnTo>
                      <a:pt x="11" y="1164"/>
                    </a:lnTo>
                    <a:lnTo>
                      <a:pt x="997" y="1164"/>
                    </a:lnTo>
                    <a:lnTo>
                      <a:pt x="955" y="263"/>
                    </a:lnTo>
                    <a:cubicBezTo>
                      <a:pt x="640" y="158"/>
                      <a:pt x="326" y="63"/>
                      <a:pt x="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7" name="Google Shape;6107;p87"/>
              <p:cNvSpPr/>
              <p:nvPr/>
            </p:nvSpPr>
            <p:spPr>
              <a:xfrm>
                <a:off x="995696" y="1203329"/>
                <a:ext cx="90481" cy="23474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58" extrusionOk="0">
                    <a:moveTo>
                      <a:pt x="11" y="0"/>
                    </a:moveTo>
                    <a:lnTo>
                      <a:pt x="1" y="158"/>
                    </a:lnTo>
                    <a:lnTo>
                      <a:pt x="609" y="15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8" name="Google Shape;6108;p87"/>
              <p:cNvSpPr/>
              <p:nvPr/>
            </p:nvSpPr>
            <p:spPr>
              <a:xfrm>
                <a:off x="997330" y="1165888"/>
                <a:ext cx="90481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48" extrusionOk="0">
                    <a:moveTo>
                      <a:pt x="0" y="1"/>
                    </a:moveTo>
                    <a:lnTo>
                      <a:pt x="0" y="147"/>
                    </a:lnTo>
                    <a:lnTo>
                      <a:pt x="598" y="147"/>
                    </a:lnTo>
                    <a:lnTo>
                      <a:pt x="60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9" name="Google Shape;6109;p87"/>
              <p:cNvSpPr/>
              <p:nvPr/>
            </p:nvSpPr>
            <p:spPr>
              <a:xfrm>
                <a:off x="1156155" y="1193969"/>
                <a:ext cx="85875" cy="29715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00" extrusionOk="0">
                    <a:moveTo>
                      <a:pt x="1" y="0"/>
                    </a:moveTo>
                    <a:lnTo>
                      <a:pt x="1" y="200"/>
                    </a:lnTo>
                    <a:lnTo>
                      <a:pt x="578" y="200"/>
                    </a:lnTo>
                    <a:lnTo>
                      <a:pt x="578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0" name="Google Shape;6110;p87"/>
              <p:cNvSpPr/>
              <p:nvPr/>
            </p:nvSpPr>
            <p:spPr>
              <a:xfrm>
                <a:off x="989455" y="910341"/>
                <a:ext cx="9984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672" y="137"/>
                    </a:lnTo>
                    <a:lnTo>
                      <a:pt x="6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1" name="Google Shape;6111;p87"/>
              <p:cNvSpPr/>
              <p:nvPr/>
            </p:nvSpPr>
            <p:spPr>
              <a:xfrm>
                <a:off x="1318695" y="916582"/>
                <a:ext cx="18423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117" extrusionOk="0">
                    <a:moveTo>
                      <a:pt x="63" y="0"/>
                    </a:moveTo>
                    <a:cubicBezTo>
                      <a:pt x="0" y="0"/>
                      <a:pt x="0" y="117"/>
                      <a:pt x="63" y="117"/>
                    </a:cubicBezTo>
                    <a:cubicBezTo>
                      <a:pt x="65" y="117"/>
                      <a:pt x="68" y="117"/>
                      <a:pt x="71" y="116"/>
                    </a:cubicBezTo>
                    <a:cubicBezTo>
                      <a:pt x="92" y="116"/>
                      <a:pt x="123" y="95"/>
                      <a:pt x="123" y="64"/>
                    </a:cubicBezTo>
                    <a:cubicBezTo>
                      <a:pt x="123" y="32"/>
                      <a:pt x="92" y="1"/>
                      <a:pt x="71" y="1"/>
                    </a:cubicBezTo>
                    <a:cubicBezTo>
                      <a:pt x="68" y="0"/>
                      <a:pt x="65" y="0"/>
                      <a:pt x="63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2" name="Google Shape;6112;p87"/>
              <p:cNvSpPr/>
              <p:nvPr/>
            </p:nvSpPr>
            <p:spPr>
              <a:xfrm>
                <a:off x="1196122" y="1158163"/>
                <a:ext cx="16343" cy="11292"/>
              </a:xfrm>
              <a:custGeom>
                <a:avLst/>
                <a:gdLst/>
                <a:ahLst/>
                <a:cxnLst/>
                <a:rect l="l" t="t" r="r" b="b"/>
                <a:pathLst>
                  <a:path w="110" h="76" extrusionOk="0">
                    <a:moveTo>
                      <a:pt x="57" y="0"/>
                    </a:moveTo>
                    <a:cubicBezTo>
                      <a:pt x="0" y="0"/>
                      <a:pt x="56" y="76"/>
                      <a:pt x="90" y="76"/>
                    </a:cubicBezTo>
                    <a:cubicBezTo>
                      <a:pt x="99" y="76"/>
                      <a:pt x="107" y="69"/>
                      <a:pt x="109" y="53"/>
                    </a:cubicBezTo>
                    <a:cubicBezTo>
                      <a:pt x="109" y="21"/>
                      <a:pt x="88" y="0"/>
                      <a:pt x="5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3" name="Google Shape;6113;p87"/>
              <p:cNvSpPr/>
              <p:nvPr/>
            </p:nvSpPr>
            <p:spPr>
              <a:xfrm>
                <a:off x="1405462" y="1207935"/>
                <a:ext cx="67155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27" extrusionOk="0">
                    <a:moveTo>
                      <a:pt x="11" y="1"/>
                    </a:moveTo>
                    <a:lnTo>
                      <a:pt x="1" y="127"/>
                    </a:lnTo>
                    <a:lnTo>
                      <a:pt x="452" y="127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4" name="Google Shape;6114;p87"/>
              <p:cNvSpPr/>
              <p:nvPr/>
            </p:nvSpPr>
            <p:spPr>
              <a:xfrm>
                <a:off x="1304284" y="1187729"/>
                <a:ext cx="54675" cy="43829"/>
              </a:xfrm>
              <a:custGeom>
                <a:avLst/>
                <a:gdLst/>
                <a:ahLst/>
                <a:cxnLst/>
                <a:rect l="l" t="t" r="r" b="b"/>
                <a:pathLst>
                  <a:path w="368" h="295" extrusionOk="0">
                    <a:moveTo>
                      <a:pt x="367" y="0"/>
                    </a:moveTo>
                    <a:lnTo>
                      <a:pt x="0" y="11"/>
                    </a:lnTo>
                    <a:lnTo>
                      <a:pt x="0" y="294"/>
                    </a:lnTo>
                    <a:lnTo>
                      <a:pt x="357" y="273"/>
                    </a:lnTo>
                    <a:lnTo>
                      <a:pt x="367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5" name="Google Shape;6115;p87"/>
              <p:cNvSpPr/>
              <p:nvPr/>
            </p:nvSpPr>
            <p:spPr>
              <a:xfrm>
                <a:off x="1534722" y="943176"/>
                <a:ext cx="78149" cy="34320"/>
              </a:xfrm>
              <a:custGeom>
                <a:avLst/>
                <a:gdLst/>
                <a:ahLst/>
                <a:cxnLst/>
                <a:rect l="l" t="t" r="r" b="b"/>
                <a:pathLst>
                  <a:path w="526" h="231" extrusionOk="0">
                    <a:moveTo>
                      <a:pt x="11" y="0"/>
                    </a:moveTo>
                    <a:lnTo>
                      <a:pt x="1" y="231"/>
                    </a:lnTo>
                    <a:lnTo>
                      <a:pt x="525" y="231"/>
                    </a:lnTo>
                    <a:lnTo>
                      <a:pt x="525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6" name="Google Shape;6116;p87"/>
              <p:cNvSpPr/>
              <p:nvPr/>
            </p:nvSpPr>
            <p:spPr>
              <a:xfrm>
                <a:off x="1673490" y="913462"/>
                <a:ext cx="62400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420" h="263" extrusionOk="0">
                    <a:moveTo>
                      <a:pt x="11" y="1"/>
                    </a:moveTo>
                    <a:lnTo>
                      <a:pt x="0" y="242"/>
                    </a:lnTo>
                    <a:lnTo>
                      <a:pt x="420" y="263"/>
                    </a:lnTo>
                    <a:lnTo>
                      <a:pt x="420" y="2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7" name="Google Shape;6117;p87"/>
              <p:cNvSpPr/>
              <p:nvPr/>
            </p:nvSpPr>
            <p:spPr>
              <a:xfrm>
                <a:off x="1523876" y="1200209"/>
                <a:ext cx="104595" cy="28229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90" extrusionOk="0">
                    <a:moveTo>
                      <a:pt x="1" y="0"/>
                    </a:moveTo>
                    <a:lnTo>
                      <a:pt x="11" y="189"/>
                    </a:lnTo>
                    <a:lnTo>
                      <a:pt x="703" y="189"/>
                    </a:lnTo>
                    <a:lnTo>
                      <a:pt x="69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8" name="Google Shape;6118;p87"/>
              <p:cNvSpPr/>
              <p:nvPr/>
            </p:nvSpPr>
            <p:spPr>
              <a:xfrm>
                <a:off x="1679730" y="1161283"/>
                <a:ext cx="78001" cy="71761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83" extrusionOk="0">
                    <a:moveTo>
                      <a:pt x="0" y="0"/>
                    </a:moveTo>
                    <a:lnTo>
                      <a:pt x="11" y="483"/>
                    </a:lnTo>
                    <a:lnTo>
                      <a:pt x="525" y="483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9" name="Google Shape;6119;p87"/>
              <p:cNvSpPr/>
              <p:nvPr/>
            </p:nvSpPr>
            <p:spPr>
              <a:xfrm>
                <a:off x="1327610" y="1144048"/>
                <a:ext cx="7874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2" extrusionOk="0">
                    <a:moveTo>
                      <a:pt x="53" y="1"/>
                    </a:moveTo>
                    <a:lnTo>
                      <a:pt x="0" y="11"/>
                    </a:lnTo>
                    <a:lnTo>
                      <a:pt x="0" y="221"/>
                    </a:lnTo>
                    <a:lnTo>
                      <a:pt x="53" y="221"/>
                    </a:lnTo>
                    <a:lnTo>
                      <a:pt x="5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0" name="Google Shape;6120;p87"/>
              <p:cNvSpPr/>
              <p:nvPr/>
            </p:nvSpPr>
            <p:spPr>
              <a:xfrm>
                <a:off x="1424183" y="1008252"/>
                <a:ext cx="26297" cy="21394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44" extrusionOk="0">
                    <a:moveTo>
                      <a:pt x="107" y="0"/>
                    </a:moveTo>
                    <a:cubicBezTo>
                      <a:pt x="103" y="0"/>
                      <a:pt x="99" y="1"/>
                      <a:pt x="95" y="2"/>
                    </a:cubicBezTo>
                    <a:cubicBezTo>
                      <a:pt x="32" y="2"/>
                      <a:pt x="0" y="86"/>
                      <a:pt x="53" y="128"/>
                    </a:cubicBezTo>
                    <a:cubicBezTo>
                      <a:pt x="66" y="139"/>
                      <a:pt x="80" y="143"/>
                      <a:pt x="95" y="143"/>
                    </a:cubicBezTo>
                    <a:cubicBezTo>
                      <a:pt x="137" y="143"/>
                      <a:pt x="176" y="102"/>
                      <a:pt x="168" y="55"/>
                    </a:cubicBezTo>
                    <a:cubicBezTo>
                      <a:pt x="159" y="28"/>
                      <a:pt x="134" y="0"/>
                      <a:pt x="107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1" name="Google Shape;6121;p87"/>
              <p:cNvSpPr/>
              <p:nvPr/>
            </p:nvSpPr>
            <p:spPr>
              <a:xfrm>
                <a:off x="2778137" y="863689"/>
                <a:ext cx="748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549" extrusionOk="0">
                    <a:moveTo>
                      <a:pt x="0" y="0"/>
                    </a:moveTo>
                    <a:lnTo>
                      <a:pt x="21" y="2548"/>
                    </a:lnTo>
                    <a:lnTo>
                      <a:pt x="503" y="2548"/>
                    </a:ln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2" name="Google Shape;6122;p87"/>
              <p:cNvSpPr/>
              <p:nvPr/>
            </p:nvSpPr>
            <p:spPr>
              <a:xfrm>
                <a:off x="3683250" y="925942"/>
                <a:ext cx="1139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767" h="2130" extrusionOk="0">
                    <a:moveTo>
                      <a:pt x="1" y="1"/>
                    </a:moveTo>
                    <a:lnTo>
                      <a:pt x="32" y="2129"/>
                    </a:lnTo>
                    <a:lnTo>
                      <a:pt x="766" y="2129"/>
                    </a:ln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3" name="Google Shape;6123;p87"/>
              <p:cNvSpPr/>
              <p:nvPr/>
            </p:nvSpPr>
            <p:spPr>
              <a:xfrm>
                <a:off x="3801663" y="925942"/>
                <a:ext cx="98355" cy="316459"/>
              </a:xfrm>
              <a:custGeom>
                <a:avLst/>
                <a:gdLst/>
                <a:ahLst/>
                <a:cxnLst/>
                <a:rect l="l" t="t" r="r" b="b"/>
                <a:pathLst>
                  <a:path w="662" h="2130" extrusionOk="0">
                    <a:moveTo>
                      <a:pt x="22" y="1"/>
                    </a:moveTo>
                    <a:lnTo>
                      <a:pt x="1" y="2129"/>
                    </a:lnTo>
                    <a:lnTo>
                      <a:pt x="598" y="2129"/>
                    </a:ln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4" name="Google Shape;6124;p87"/>
              <p:cNvSpPr/>
              <p:nvPr/>
            </p:nvSpPr>
            <p:spPr>
              <a:xfrm>
                <a:off x="3683250" y="925942"/>
                <a:ext cx="106081" cy="223007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501" extrusionOk="0">
                    <a:moveTo>
                      <a:pt x="1" y="1"/>
                    </a:moveTo>
                    <a:lnTo>
                      <a:pt x="22" y="1500"/>
                    </a:lnTo>
                    <a:lnTo>
                      <a:pt x="74" y="1500"/>
                    </a:lnTo>
                    <a:cubicBezTo>
                      <a:pt x="294" y="1500"/>
                      <a:pt x="504" y="1490"/>
                      <a:pt x="714" y="1479"/>
                    </a:cubicBezTo>
                    <a:lnTo>
                      <a:pt x="6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5" name="Google Shape;6125;p87"/>
              <p:cNvSpPr/>
              <p:nvPr/>
            </p:nvSpPr>
            <p:spPr>
              <a:xfrm>
                <a:off x="3801663" y="925942"/>
                <a:ext cx="98355" cy="218253"/>
              </a:xfrm>
              <a:custGeom>
                <a:avLst/>
                <a:gdLst/>
                <a:ahLst/>
                <a:cxnLst/>
                <a:rect l="l" t="t" r="r" b="b"/>
                <a:pathLst>
                  <a:path w="662" h="1469" extrusionOk="0">
                    <a:moveTo>
                      <a:pt x="22" y="1"/>
                    </a:moveTo>
                    <a:lnTo>
                      <a:pt x="1" y="1469"/>
                    </a:lnTo>
                    <a:cubicBezTo>
                      <a:pt x="221" y="1448"/>
                      <a:pt x="431" y="1416"/>
                      <a:pt x="619" y="1385"/>
                    </a:cubicBezTo>
                    <a:lnTo>
                      <a:pt x="66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6" name="Google Shape;6126;p87"/>
              <p:cNvSpPr/>
              <p:nvPr/>
            </p:nvSpPr>
            <p:spPr>
              <a:xfrm>
                <a:off x="3692610" y="940056"/>
                <a:ext cx="67155" cy="2496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68" extrusionOk="0">
                    <a:moveTo>
                      <a:pt x="1" y="0"/>
                    </a:moveTo>
                    <a:lnTo>
                      <a:pt x="11" y="168"/>
                    </a:lnTo>
                    <a:lnTo>
                      <a:pt x="451" y="168"/>
                    </a:lnTo>
                    <a:lnTo>
                      <a:pt x="441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7" name="Google Shape;6127;p87"/>
              <p:cNvSpPr/>
              <p:nvPr/>
            </p:nvSpPr>
            <p:spPr>
              <a:xfrm>
                <a:off x="3817263" y="1189214"/>
                <a:ext cx="57795" cy="3610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243" extrusionOk="0">
                    <a:moveTo>
                      <a:pt x="0" y="1"/>
                    </a:moveTo>
                    <a:lnTo>
                      <a:pt x="11" y="242"/>
                    </a:lnTo>
                    <a:lnTo>
                      <a:pt x="388" y="242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8" name="Google Shape;6128;p87"/>
              <p:cNvSpPr/>
              <p:nvPr/>
            </p:nvSpPr>
            <p:spPr>
              <a:xfrm>
                <a:off x="3821869" y="941542"/>
                <a:ext cx="70275" cy="21989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48" extrusionOk="0">
                    <a:moveTo>
                      <a:pt x="1" y="1"/>
                    </a:moveTo>
                    <a:lnTo>
                      <a:pt x="11" y="147"/>
                    </a:lnTo>
                    <a:lnTo>
                      <a:pt x="473" y="14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9" name="Google Shape;6129;p87"/>
              <p:cNvSpPr/>
              <p:nvPr/>
            </p:nvSpPr>
            <p:spPr>
              <a:xfrm>
                <a:off x="3734656" y="1203329"/>
                <a:ext cx="11143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5" h="95" extrusionOk="0">
                    <a:moveTo>
                      <a:pt x="32" y="0"/>
                    </a:moveTo>
                    <a:cubicBezTo>
                      <a:pt x="11" y="0"/>
                      <a:pt x="1" y="21"/>
                      <a:pt x="1" y="42"/>
                    </a:cubicBezTo>
                    <a:cubicBezTo>
                      <a:pt x="1" y="74"/>
                      <a:pt x="11" y="95"/>
                      <a:pt x="32" y="95"/>
                    </a:cubicBezTo>
                    <a:cubicBezTo>
                      <a:pt x="64" y="95"/>
                      <a:pt x="74" y="74"/>
                      <a:pt x="74" y="42"/>
                    </a:cubicBezTo>
                    <a:cubicBezTo>
                      <a:pt x="74" y="21"/>
                      <a:pt x="64" y="0"/>
                      <a:pt x="3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0" name="Google Shape;6130;p87"/>
              <p:cNvSpPr/>
              <p:nvPr/>
            </p:nvSpPr>
            <p:spPr>
              <a:xfrm>
                <a:off x="3723810" y="985223"/>
                <a:ext cx="10994" cy="14114"/>
              </a:xfrm>
              <a:custGeom>
                <a:avLst/>
                <a:gdLst/>
                <a:ahLst/>
                <a:cxnLst/>
                <a:rect l="l" t="t" r="r" b="b"/>
                <a:pathLst>
                  <a:path w="74" h="95" extrusionOk="0">
                    <a:moveTo>
                      <a:pt x="42" y="0"/>
                    </a:moveTo>
                    <a:cubicBezTo>
                      <a:pt x="21" y="0"/>
                      <a:pt x="0" y="21"/>
                      <a:pt x="0" y="42"/>
                    </a:cubicBezTo>
                    <a:cubicBezTo>
                      <a:pt x="0" y="74"/>
                      <a:pt x="21" y="95"/>
                      <a:pt x="42" y="95"/>
                    </a:cubicBezTo>
                    <a:cubicBezTo>
                      <a:pt x="63" y="95"/>
                      <a:pt x="74" y="74"/>
                      <a:pt x="74" y="42"/>
                    </a:cubicBezTo>
                    <a:cubicBezTo>
                      <a:pt x="74" y="21"/>
                      <a:pt x="63" y="0"/>
                      <a:pt x="42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1" name="Google Shape;6131;p87"/>
              <p:cNvSpPr/>
              <p:nvPr/>
            </p:nvSpPr>
            <p:spPr>
              <a:xfrm>
                <a:off x="3839104" y="1156528"/>
                <a:ext cx="1262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85" h="117" extrusionOk="0">
                    <a:moveTo>
                      <a:pt x="42" y="1"/>
                    </a:moveTo>
                    <a:cubicBezTo>
                      <a:pt x="21" y="1"/>
                      <a:pt x="0" y="32"/>
                      <a:pt x="0" y="64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84" y="85"/>
                      <a:pt x="84" y="64"/>
                    </a:cubicBezTo>
                    <a:cubicBezTo>
                      <a:pt x="84" y="3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2" name="Google Shape;6132;p87"/>
              <p:cNvSpPr/>
              <p:nvPr/>
            </p:nvSpPr>
            <p:spPr>
              <a:xfrm>
                <a:off x="3918591" y="1013155"/>
                <a:ext cx="112321" cy="229247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543" extrusionOk="0">
                    <a:moveTo>
                      <a:pt x="0" y="1"/>
                    </a:moveTo>
                    <a:lnTo>
                      <a:pt x="0" y="1542"/>
                    </a:lnTo>
                    <a:lnTo>
                      <a:pt x="713" y="1542"/>
                    </a:ln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3" name="Google Shape;6133;p87"/>
              <p:cNvSpPr/>
              <p:nvPr/>
            </p:nvSpPr>
            <p:spPr>
              <a:xfrm>
                <a:off x="3918591" y="1013155"/>
                <a:ext cx="112321" cy="117075"/>
              </a:xfrm>
              <a:custGeom>
                <a:avLst/>
                <a:gdLst/>
                <a:ahLst/>
                <a:cxnLst/>
                <a:rect l="l" t="t" r="r" b="b"/>
                <a:pathLst>
                  <a:path w="756" h="788" extrusionOk="0">
                    <a:moveTo>
                      <a:pt x="0" y="1"/>
                    </a:moveTo>
                    <a:lnTo>
                      <a:pt x="0" y="662"/>
                    </a:lnTo>
                    <a:cubicBezTo>
                      <a:pt x="220" y="704"/>
                      <a:pt x="472" y="745"/>
                      <a:pt x="734" y="787"/>
                    </a:cubicBezTo>
                    <a:lnTo>
                      <a:pt x="75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4" name="Google Shape;6134;p87"/>
              <p:cNvSpPr/>
              <p:nvPr/>
            </p:nvSpPr>
            <p:spPr>
              <a:xfrm>
                <a:off x="3929437" y="1025635"/>
                <a:ext cx="76515" cy="3298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22" extrusionOk="0">
                    <a:moveTo>
                      <a:pt x="514" y="1"/>
                    </a:moveTo>
                    <a:lnTo>
                      <a:pt x="11" y="22"/>
                    </a:lnTo>
                    <a:lnTo>
                      <a:pt x="0" y="221"/>
                    </a:lnTo>
                    <a:lnTo>
                      <a:pt x="504" y="200"/>
                    </a:lnTo>
                    <a:lnTo>
                      <a:pt x="5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5" name="Google Shape;6135;p87"/>
              <p:cNvSpPr/>
              <p:nvPr/>
            </p:nvSpPr>
            <p:spPr>
              <a:xfrm>
                <a:off x="3930922" y="1203329"/>
                <a:ext cx="71909" cy="32835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21" extrusionOk="0">
                    <a:moveTo>
                      <a:pt x="483" y="0"/>
                    </a:moveTo>
                    <a:lnTo>
                      <a:pt x="11" y="21"/>
                    </a:lnTo>
                    <a:lnTo>
                      <a:pt x="1" y="220"/>
                    </a:lnTo>
                    <a:lnTo>
                      <a:pt x="473" y="200"/>
                    </a:lnTo>
                    <a:lnTo>
                      <a:pt x="48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6" name="Google Shape;6136;p87"/>
              <p:cNvSpPr/>
              <p:nvPr/>
            </p:nvSpPr>
            <p:spPr>
              <a:xfrm>
                <a:off x="4049336" y="863689"/>
                <a:ext cx="10147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83" h="2549" extrusionOk="0">
                    <a:moveTo>
                      <a:pt x="1" y="0"/>
                    </a:moveTo>
                    <a:lnTo>
                      <a:pt x="32" y="2548"/>
                    </a:lnTo>
                    <a:lnTo>
                      <a:pt x="683" y="2548"/>
                    </a:ln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7" name="Google Shape;6137;p87"/>
              <p:cNvSpPr/>
              <p:nvPr/>
            </p:nvSpPr>
            <p:spPr>
              <a:xfrm>
                <a:off x="4155269" y="863689"/>
                <a:ext cx="88995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599" h="2549" extrusionOk="0">
                    <a:moveTo>
                      <a:pt x="22" y="0"/>
                    </a:moveTo>
                    <a:lnTo>
                      <a:pt x="1" y="2548"/>
                    </a:lnTo>
                    <a:lnTo>
                      <a:pt x="53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8" name="Google Shape;6138;p87"/>
              <p:cNvSpPr/>
              <p:nvPr/>
            </p:nvSpPr>
            <p:spPr>
              <a:xfrm>
                <a:off x="4049336" y="863689"/>
                <a:ext cx="9523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641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63" y="1793"/>
                      <a:pt x="452" y="1783"/>
                      <a:pt x="641" y="1772"/>
                    </a:cubicBezTo>
                    <a:lnTo>
                      <a:pt x="5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9" name="Google Shape;6139;p87"/>
              <p:cNvSpPr/>
              <p:nvPr/>
            </p:nvSpPr>
            <p:spPr>
              <a:xfrm>
                <a:off x="4156903" y="863689"/>
                <a:ext cx="8736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1762" extrusionOk="0">
                    <a:moveTo>
                      <a:pt x="21" y="0"/>
                    </a:moveTo>
                    <a:lnTo>
                      <a:pt x="0" y="1762"/>
                    </a:lnTo>
                    <a:cubicBezTo>
                      <a:pt x="189" y="1730"/>
                      <a:pt x="368" y="1699"/>
                      <a:pt x="556" y="1657"/>
                    </a:cubicBezTo>
                    <a:lnTo>
                      <a:pt x="5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0" name="Google Shape;6140;p87"/>
              <p:cNvSpPr/>
              <p:nvPr/>
            </p:nvSpPr>
            <p:spPr>
              <a:xfrm>
                <a:off x="4169384" y="1179854"/>
                <a:ext cx="5304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57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57" y="284"/>
                    </a:lnTo>
                    <a:lnTo>
                      <a:pt x="346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1" name="Google Shape;6141;p87"/>
              <p:cNvSpPr/>
              <p:nvPr/>
            </p:nvSpPr>
            <p:spPr>
              <a:xfrm>
                <a:off x="4096137" y="1195455"/>
                <a:ext cx="950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64" h="11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16"/>
                      <a:pt x="32" y="116"/>
                    </a:cubicBezTo>
                    <a:cubicBezTo>
                      <a:pt x="42" y="116"/>
                      <a:pt x="63" y="85"/>
                      <a:pt x="63" y="53"/>
                    </a:cubicBezTo>
                    <a:cubicBezTo>
                      <a:pt x="63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2" name="Google Shape;6142;p87"/>
              <p:cNvSpPr/>
              <p:nvPr/>
            </p:nvSpPr>
            <p:spPr>
              <a:xfrm>
                <a:off x="4086777" y="935302"/>
                <a:ext cx="950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64" h="106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53"/>
                    </a:cubicBezTo>
                    <a:cubicBezTo>
                      <a:pt x="1" y="85"/>
                      <a:pt x="11" y="105"/>
                      <a:pt x="32" y="105"/>
                    </a:cubicBezTo>
                    <a:cubicBezTo>
                      <a:pt x="53" y="105"/>
                      <a:pt x="64" y="85"/>
                      <a:pt x="64" y="53"/>
                    </a:cubicBezTo>
                    <a:cubicBezTo>
                      <a:pt x="6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3" name="Google Shape;6143;p87"/>
              <p:cNvSpPr/>
              <p:nvPr/>
            </p:nvSpPr>
            <p:spPr>
              <a:xfrm>
                <a:off x="4189590" y="1140928"/>
                <a:ext cx="11143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75" h="127" extrusionOk="0">
                    <a:moveTo>
                      <a:pt x="32" y="1"/>
                    </a:moveTo>
                    <a:cubicBezTo>
                      <a:pt x="11" y="1"/>
                      <a:pt x="1" y="22"/>
                      <a:pt x="1" y="64"/>
                    </a:cubicBezTo>
                    <a:cubicBezTo>
                      <a:pt x="1" y="95"/>
                      <a:pt x="11" y="127"/>
                      <a:pt x="32" y="127"/>
                    </a:cubicBezTo>
                    <a:cubicBezTo>
                      <a:pt x="53" y="127"/>
                      <a:pt x="74" y="95"/>
                      <a:pt x="74" y="64"/>
                    </a:cubicBezTo>
                    <a:cubicBezTo>
                      <a:pt x="74" y="22"/>
                      <a:pt x="64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4" name="Google Shape;6144;p87"/>
              <p:cNvSpPr/>
              <p:nvPr/>
            </p:nvSpPr>
            <p:spPr>
              <a:xfrm>
                <a:off x="2860596" y="863689"/>
                <a:ext cx="11232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2549" extrusionOk="0">
                    <a:moveTo>
                      <a:pt x="1" y="0"/>
                    </a:moveTo>
                    <a:lnTo>
                      <a:pt x="22" y="2548"/>
                    </a:lnTo>
                    <a:lnTo>
                      <a:pt x="756" y="2548"/>
                    </a:ln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5" name="Google Shape;6145;p87"/>
              <p:cNvSpPr/>
              <p:nvPr/>
            </p:nvSpPr>
            <p:spPr>
              <a:xfrm>
                <a:off x="2977523" y="863689"/>
                <a:ext cx="98206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661" h="2549" extrusionOk="0">
                    <a:moveTo>
                      <a:pt x="21" y="0"/>
                    </a:moveTo>
                    <a:lnTo>
                      <a:pt x="0" y="2548"/>
                    </a:lnTo>
                    <a:lnTo>
                      <a:pt x="598" y="2548"/>
                    </a:lnTo>
                    <a:lnTo>
                      <a:pt x="6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6" name="Google Shape;6146;p87"/>
              <p:cNvSpPr/>
              <p:nvPr/>
            </p:nvSpPr>
            <p:spPr>
              <a:xfrm>
                <a:off x="2673690" y="894741"/>
                <a:ext cx="9672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2340" extrusionOk="0">
                    <a:moveTo>
                      <a:pt x="1" y="1"/>
                    </a:moveTo>
                    <a:lnTo>
                      <a:pt x="11" y="2339"/>
                    </a:lnTo>
                    <a:lnTo>
                      <a:pt x="651" y="2339"/>
                    </a:ln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7" name="Google Shape;6147;p87"/>
              <p:cNvSpPr/>
              <p:nvPr/>
            </p:nvSpPr>
            <p:spPr>
              <a:xfrm>
                <a:off x="2778137" y="863689"/>
                <a:ext cx="7012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472" h="1794" extrusionOk="0">
                    <a:moveTo>
                      <a:pt x="0" y="0"/>
                    </a:moveTo>
                    <a:lnTo>
                      <a:pt x="11" y="1772"/>
                    </a:lnTo>
                    <a:cubicBezTo>
                      <a:pt x="157" y="1783"/>
                      <a:pt x="315" y="1793"/>
                      <a:pt x="472" y="1793"/>
                    </a:cubicBezTo>
                    <a:lnTo>
                      <a:pt x="3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8" name="Google Shape;6148;p87"/>
              <p:cNvSpPr/>
              <p:nvPr/>
            </p:nvSpPr>
            <p:spPr>
              <a:xfrm>
                <a:off x="2860596" y="863689"/>
                <a:ext cx="104595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804" extrusionOk="0">
                    <a:moveTo>
                      <a:pt x="1" y="0"/>
                    </a:moveTo>
                    <a:lnTo>
                      <a:pt x="22" y="1804"/>
                    </a:lnTo>
                    <a:lnTo>
                      <a:pt x="64" y="1804"/>
                    </a:lnTo>
                    <a:cubicBezTo>
                      <a:pt x="284" y="1804"/>
                      <a:pt x="504" y="1783"/>
                      <a:pt x="703" y="1772"/>
                    </a:cubicBezTo>
                    <a:lnTo>
                      <a:pt x="59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9" name="Google Shape;6149;p87"/>
              <p:cNvSpPr/>
              <p:nvPr/>
            </p:nvSpPr>
            <p:spPr>
              <a:xfrm>
                <a:off x="2979009" y="863689"/>
                <a:ext cx="96721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651" h="1762" extrusionOk="0">
                    <a:moveTo>
                      <a:pt x="11" y="0"/>
                    </a:moveTo>
                    <a:lnTo>
                      <a:pt x="1" y="1762"/>
                    </a:lnTo>
                    <a:cubicBezTo>
                      <a:pt x="211" y="1730"/>
                      <a:pt x="410" y="1699"/>
                      <a:pt x="609" y="1657"/>
                    </a:cubicBezTo>
                    <a:lnTo>
                      <a:pt x="65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0" name="Google Shape;6150;p87"/>
              <p:cNvSpPr/>
              <p:nvPr/>
            </p:nvSpPr>
            <p:spPr>
              <a:xfrm>
                <a:off x="2673690" y="894741"/>
                <a:ext cx="936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53" extrusionOk="0">
                    <a:moveTo>
                      <a:pt x="1" y="1"/>
                    </a:moveTo>
                    <a:lnTo>
                      <a:pt x="11" y="1448"/>
                    </a:lnTo>
                    <a:cubicBezTo>
                      <a:pt x="210" y="1501"/>
                      <a:pt x="420" y="1532"/>
                      <a:pt x="630" y="1553"/>
                    </a:cubicBezTo>
                    <a:lnTo>
                      <a:pt x="588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1" name="Google Shape;6151;p87"/>
              <p:cNvSpPr/>
              <p:nvPr/>
            </p:nvSpPr>
            <p:spPr>
              <a:xfrm>
                <a:off x="2686170" y="913462"/>
                <a:ext cx="64035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31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43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2" name="Google Shape;6152;p87"/>
              <p:cNvSpPr/>
              <p:nvPr/>
            </p:nvSpPr>
            <p:spPr>
              <a:xfrm>
                <a:off x="2687656" y="952388"/>
                <a:ext cx="625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42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420" y="158"/>
                    </a:lnTo>
                    <a:lnTo>
                      <a:pt x="4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3" name="Google Shape;6153;p87"/>
              <p:cNvSpPr/>
              <p:nvPr/>
            </p:nvSpPr>
            <p:spPr>
              <a:xfrm>
                <a:off x="2684536" y="1201695"/>
                <a:ext cx="7027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473" y="137"/>
                    </a:lnTo>
                    <a:lnTo>
                      <a:pt x="47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4" name="Google Shape;6154;p87"/>
              <p:cNvSpPr/>
              <p:nvPr/>
            </p:nvSpPr>
            <p:spPr>
              <a:xfrm>
                <a:off x="2807703" y="119857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32" y="1"/>
                    </a:moveTo>
                    <a:cubicBezTo>
                      <a:pt x="11" y="1"/>
                      <a:pt x="0" y="22"/>
                      <a:pt x="0" y="53"/>
                    </a:cubicBezTo>
                    <a:cubicBezTo>
                      <a:pt x="0" y="85"/>
                      <a:pt x="11" y="116"/>
                      <a:pt x="32" y="116"/>
                    </a:cubicBezTo>
                    <a:cubicBezTo>
                      <a:pt x="53" y="116"/>
                      <a:pt x="74" y="85"/>
                      <a:pt x="74" y="53"/>
                    </a:cubicBezTo>
                    <a:cubicBezTo>
                      <a:pt x="74" y="22"/>
                      <a:pt x="53" y="1"/>
                      <a:pt x="3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5" name="Google Shape;6155;p87"/>
              <p:cNvSpPr/>
              <p:nvPr/>
            </p:nvSpPr>
            <p:spPr>
              <a:xfrm>
                <a:off x="2993124" y="1179854"/>
                <a:ext cx="59280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399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399" y="284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6" name="Google Shape;6156;p87"/>
              <p:cNvSpPr/>
              <p:nvPr/>
            </p:nvSpPr>
            <p:spPr>
              <a:xfrm>
                <a:off x="2910517" y="1195455"/>
                <a:ext cx="1099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74" h="11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42" y="116"/>
                    </a:cubicBezTo>
                    <a:cubicBezTo>
                      <a:pt x="63" y="116"/>
                      <a:pt x="74" y="85"/>
                      <a:pt x="74" y="53"/>
                    </a:cubicBezTo>
                    <a:cubicBezTo>
                      <a:pt x="7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7" name="Google Shape;6157;p87"/>
              <p:cNvSpPr/>
              <p:nvPr/>
            </p:nvSpPr>
            <p:spPr>
              <a:xfrm>
                <a:off x="2901156" y="935302"/>
                <a:ext cx="12629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6" extrusionOk="0">
                    <a:moveTo>
                      <a:pt x="42" y="1"/>
                    </a:moveTo>
                    <a:cubicBezTo>
                      <a:pt x="21" y="1"/>
                      <a:pt x="1" y="22"/>
                      <a:pt x="1" y="53"/>
                    </a:cubicBezTo>
                    <a:cubicBezTo>
                      <a:pt x="1" y="85"/>
                      <a:pt x="21" y="105"/>
                      <a:pt x="42" y="105"/>
                    </a:cubicBezTo>
                    <a:cubicBezTo>
                      <a:pt x="63" y="105"/>
                      <a:pt x="84" y="85"/>
                      <a:pt x="84" y="53"/>
                    </a:cubicBezTo>
                    <a:cubicBezTo>
                      <a:pt x="84" y="22"/>
                      <a:pt x="6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8" name="Google Shape;6158;p87"/>
              <p:cNvSpPr/>
              <p:nvPr/>
            </p:nvSpPr>
            <p:spPr>
              <a:xfrm>
                <a:off x="3014964" y="1140928"/>
                <a:ext cx="14114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95" h="127" extrusionOk="0">
                    <a:moveTo>
                      <a:pt x="42" y="1"/>
                    </a:moveTo>
                    <a:cubicBezTo>
                      <a:pt x="21" y="1"/>
                      <a:pt x="0" y="22"/>
                      <a:pt x="0" y="64"/>
                    </a:cubicBezTo>
                    <a:cubicBezTo>
                      <a:pt x="0" y="95"/>
                      <a:pt x="21" y="127"/>
                      <a:pt x="42" y="127"/>
                    </a:cubicBezTo>
                    <a:cubicBezTo>
                      <a:pt x="73" y="127"/>
                      <a:pt x="94" y="95"/>
                      <a:pt x="94" y="64"/>
                    </a:cubicBezTo>
                    <a:cubicBezTo>
                      <a:pt x="94" y="22"/>
                      <a:pt x="73" y="1"/>
                      <a:pt x="42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9" name="Google Shape;6159;p87"/>
              <p:cNvSpPr/>
              <p:nvPr/>
            </p:nvSpPr>
            <p:spPr>
              <a:xfrm>
                <a:off x="3376296" y="863689"/>
                <a:ext cx="106081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14" h="2549" extrusionOk="0">
                    <a:moveTo>
                      <a:pt x="85" y="0"/>
                    </a:moveTo>
                    <a:lnTo>
                      <a:pt x="1" y="2548"/>
                    </a:lnTo>
                    <a:lnTo>
                      <a:pt x="714" y="2548"/>
                    </a:lnTo>
                    <a:lnTo>
                      <a:pt x="67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0" name="Google Shape;6160;p87"/>
              <p:cNvSpPr/>
              <p:nvPr/>
            </p:nvSpPr>
            <p:spPr>
              <a:xfrm>
                <a:off x="3094303" y="967988"/>
                <a:ext cx="11232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56" h="1847" extrusionOk="0">
                    <a:moveTo>
                      <a:pt x="1" y="1"/>
                    </a:moveTo>
                    <a:lnTo>
                      <a:pt x="1" y="1846"/>
                    </a:lnTo>
                    <a:lnTo>
                      <a:pt x="714" y="1846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1" name="Google Shape;6161;p87"/>
              <p:cNvSpPr/>
              <p:nvPr/>
            </p:nvSpPr>
            <p:spPr>
              <a:xfrm>
                <a:off x="3500949" y="863689"/>
                <a:ext cx="1606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081" h="2549" extrusionOk="0">
                    <a:moveTo>
                      <a:pt x="64" y="0"/>
                    </a:moveTo>
                    <a:lnTo>
                      <a:pt x="1" y="2548"/>
                    </a:lnTo>
                    <a:lnTo>
                      <a:pt x="1081" y="2548"/>
                    </a:lnTo>
                    <a:lnTo>
                      <a:pt x="95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2" name="Google Shape;6162;p87"/>
              <p:cNvSpPr/>
              <p:nvPr/>
            </p:nvSpPr>
            <p:spPr>
              <a:xfrm>
                <a:off x="3220590" y="894741"/>
                <a:ext cx="141887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55" h="2340" extrusionOk="0">
                    <a:moveTo>
                      <a:pt x="74" y="1"/>
                    </a:moveTo>
                    <a:lnTo>
                      <a:pt x="0" y="2339"/>
                    </a:lnTo>
                    <a:lnTo>
                      <a:pt x="954" y="2339"/>
                    </a:lnTo>
                    <a:lnTo>
                      <a:pt x="944" y="32"/>
                    </a:lnTo>
                    <a:lnTo>
                      <a:pt x="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3" name="Google Shape;6163;p87"/>
              <p:cNvSpPr/>
              <p:nvPr/>
            </p:nvSpPr>
            <p:spPr>
              <a:xfrm>
                <a:off x="3381050" y="863689"/>
                <a:ext cx="99841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672" h="1794" extrusionOk="0">
                    <a:moveTo>
                      <a:pt x="53" y="0"/>
                    </a:moveTo>
                    <a:lnTo>
                      <a:pt x="0" y="1772"/>
                    </a:lnTo>
                    <a:cubicBezTo>
                      <a:pt x="210" y="1783"/>
                      <a:pt x="441" y="1793"/>
                      <a:pt x="671" y="1793"/>
                    </a:cubicBezTo>
                    <a:lnTo>
                      <a:pt x="64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4" name="Google Shape;6164;p87"/>
              <p:cNvSpPr/>
              <p:nvPr/>
            </p:nvSpPr>
            <p:spPr>
              <a:xfrm>
                <a:off x="3094303" y="967988"/>
                <a:ext cx="11232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56" h="945" extrusionOk="0">
                    <a:moveTo>
                      <a:pt x="1" y="1"/>
                    </a:moveTo>
                    <a:lnTo>
                      <a:pt x="1" y="787"/>
                    </a:lnTo>
                    <a:cubicBezTo>
                      <a:pt x="232" y="850"/>
                      <a:pt x="473" y="903"/>
                      <a:pt x="735" y="945"/>
                    </a:cubicBez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5" name="Google Shape;6165;p87"/>
              <p:cNvSpPr/>
              <p:nvPr/>
            </p:nvSpPr>
            <p:spPr>
              <a:xfrm>
                <a:off x="3504070" y="863689"/>
                <a:ext cx="151247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18" h="1804" extrusionOk="0">
                    <a:moveTo>
                      <a:pt x="43" y="0"/>
                    </a:moveTo>
                    <a:lnTo>
                      <a:pt x="1" y="1804"/>
                    </a:lnTo>
                    <a:lnTo>
                      <a:pt x="74" y="1804"/>
                    </a:lnTo>
                    <a:cubicBezTo>
                      <a:pt x="399" y="1804"/>
                      <a:pt x="714" y="1783"/>
                      <a:pt x="1018" y="1772"/>
                    </a:cubicBezTo>
                    <a:lnTo>
                      <a:pt x="93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6" name="Google Shape;6166;p87"/>
              <p:cNvSpPr/>
              <p:nvPr/>
            </p:nvSpPr>
            <p:spPr>
              <a:xfrm>
                <a:off x="3225196" y="894741"/>
                <a:ext cx="135647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13" h="1553" extrusionOk="0">
                    <a:moveTo>
                      <a:pt x="43" y="1"/>
                    </a:moveTo>
                    <a:lnTo>
                      <a:pt x="1" y="1448"/>
                    </a:lnTo>
                    <a:cubicBezTo>
                      <a:pt x="284" y="1501"/>
                      <a:pt x="588" y="1532"/>
                      <a:pt x="913" y="1553"/>
                    </a:cubicBezTo>
                    <a:lnTo>
                      <a:pt x="913" y="3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7" name="Google Shape;6167;p87"/>
              <p:cNvSpPr/>
              <p:nvPr/>
            </p:nvSpPr>
            <p:spPr>
              <a:xfrm>
                <a:off x="3250157" y="913462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8" name="Google Shape;6168;p87"/>
              <p:cNvSpPr/>
              <p:nvPr/>
            </p:nvSpPr>
            <p:spPr>
              <a:xfrm>
                <a:off x="3250157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19" y="158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9" name="Google Shape;6169;p87"/>
              <p:cNvSpPr/>
              <p:nvPr/>
            </p:nvSpPr>
            <p:spPr>
              <a:xfrm>
                <a:off x="3234556" y="1201695"/>
                <a:ext cx="106081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1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3" y="137"/>
                    </a:lnTo>
                    <a:lnTo>
                      <a:pt x="71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0" name="Google Shape;6170;p87"/>
              <p:cNvSpPr/>
              <p:nvPr/>
            </p:nvSpPr>
            <p:spPr>
              <a:xfrm>
                <a:off x="3416857" y="119857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3" y="1"/>
                    </a:moveTo>
                    <a:cubicBezTo>
                      <a:pt x="32" y="1"/>
                      <a:pt x="0" y="22"/>
                      <a:pt x="0" y="53"/>
                    </a:cubicBezTo>
                    <a:cubicBezTo>
                      <a:pt x="0" y="85"/>
                      <a:pt x="21" y="116"/>
                      <a:pt x="53" y="116"/>
                    </a:cubicBezTo>
                    <a:cubicBezTo>
                      <a:pt x="84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1" name="Google Shape;6171;p87"/>
              <p:cNvSpPr/>
              <p:nvPr/>
            </p:nvSpPr>
            <p:spPr>
              <a:xfrm>
                <a:off x="3105297" y="982103"/>
                <a:ext cx="76515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15" h="263" extrusionOk="0">
                    <a:moveTo>
                      <a:pt x="514" y="0"/>
                    </a:moveTo>
                    <a:lnTo>
                      <a:pt x="11" y="21"/>
                    </a:lnTo>
                    <a:lnTo>
                      <a:pt x="0" y="262"/>
                    </a:lnTo>
                    <a:lnTo>
                      <a:pt x="514" y="241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2" name="Google Shape;6172;p87"/>
              <p:cNvSpPr/>
              <p:nvPr/>
            </p:nvSpPr>
            <p:spPr>
              <a:xfrm>
                <a:off x="3106783" y="1195455"/>
                <a:ext cx="71909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84" h="264" extrusionOk="0">
                    <a:moveTo>
                      <a:pt x="483" y="1"/>
                    </a:moveTo>
                    <a:lnTo>
                      <a:pt x="11" y="22"/>
                    </a:lnTo>
                    <a:lnTo>
                      <a:pt x="1" y="263"/>
                    </a:lnTo>
                    <a:lnTo>
                      <a:pt x="483" y="242"/>
                    </a:lnTo>
                    <a:lnTo>
                      <a:pt x="483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3" name="Google Shape;6173;p87"/>
              <p:cNvSpPr/>
              <p:nvPr/>
            </p:nvSpPr>
            <p:spPr>
              <a:xfrm>
                <a:off x="3571076" y="1195455"/>
                <a:ext cx="17234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7" extrusionOk="0">
                    <a:moveTo>
                      <a:pt x="64" y="1"/>
                    </a:moveTo>
                    <a:cubicBezTo>
                      <a:pt x="32" y="1"/>
                      <a:pt x="1" y="22"/>
                      <a:pt x="1" y="53"/>
                    </a:cubicBezTo>
                    <a:cubicBezTo>
                      <a:pt x="1" y="85"/>
                      <a:pt x="22" y="116"/>
                      <a:pt x="53" y="116"/>
                    </a:cubicBezTo>
                    <a:cubicBezTo>
                      <a:pt x="85" y="116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4" name="Google Shape;6174;p87"/>
              <p:cNvSpPr/>
              <p:nvPr/>
            </p:nvSpPr>
            <p:spPr>
              <a:xfrm>
                <a:off x="3566471" y="935302"/>
                <a:ext cx="17234" cy="15749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06" extrusionOk="0">
                    <a:moveTo>
                      <a:pt x="63" y="1"/>
                    </a:moveTo>
                    <a:cubicBezTo>
                      <a:pt x="32" y="1"/>
                      <a:pt x="11" y="22"/>
                      <a:pt x="11" y="53"/>
                    </a:cubicBezTo>
                    <a:cubicBezTo>
                      <a:pt x="0" y="85"/>
                      <a:pt x="32" y="105"/>
                      <a:pt x="63" y="105"/>
                    </a:cubicBezTo>
                    <a:cubicBezTo>
                      <a:pt x="95" y="105"/>
                      <a:pt x="116" y="85"/>
                      <a:pt x="116" y="53"/>
                    </a:cubicBezTo>
                    <a:cubicBezTo>
                      <a:pt x="116" y="22"/>
                      <a:pt x="95" y="1"/>
                      <a:pt x="63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5" name="Google Shape;6175;p87"/>
              <p:cNvSpPr/>
              <p:nvPr/>
            </p:nvSpPr>
            <p:spPr>
              <a:xfrm>
                <a:off x="2080137" y="863689"/>
                <a:ext cx="11068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745" h="2549" extrusionOk="0">
                    <a:moveTo>
                      <a:pt x="0" y="0"/>
                    </a:moveTo>
                    <a:lnTo>
                      <a:pt x="32" y="2548"/>
                    </a:lnTo>
                    <a:lnTo>
                      <a:pt x="745" y="2548"/>
                    </a:ln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6" name="Google Shape;6176;p87"/>
              <p:cNvSpPr/>
              <p:nvPr/>
            </p:nvSpPr>
            <p:spPr>
              <a:xfrm>
                <a:off x="1790269" y="967988"/>
                <a:ext cx="118561" cy="274413"/>
              </a:xfrm>
              <a:custGeom>
                <a:avLst/>
                <a:gdLst/>
                <a:ahLst/>
                <a:cxnLst/>
                <a:rect l="l" t="t" r="r" b="b"/>
                <a:pathLst>
                  <a:path w="798" h="1847" extrusionOk="0">
                    <a:moveTo>
                      <a:pt x="1" y="1"/>
                    </a:moveTo>
                    <a:lnTo>
                      <a:pt x="85" y="1846"/>
                    </a:lnTo>
                    <a:lnTo>
                      <a:pt x="798" y="1846"/>
                    </a:ln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7" name="Google Shape;6177;p87"/>
              <p:cNvSpPr/>
              <p:nvPr/>
            </p:nvSpPr>
            <p:spPr>
              <a:xfrm>
                <a:off x="2203156" y="863689"/>
                <a:ext cx="16684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1123" h="2549" extrusionOk="0">
                    <a:moveTo>
                      <a:pt x="1" y="0"/>
                    </a:moveTo>
                    <a:lnTo>
                      <a:pt x="43" y="2548"/>
                    </a:lnTo>
                    <a:lnTo>
                      <a:pt x="1123" y="2548"/>
                    </a:ln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8" name="Google Shape;6178;p87"/>
              <p:cNvSpPr/>
              <p:nvPr/>
            </p:nvSpPr>
            <p:spPr>
              <a:xfrm>
                <a:off x="2377730" y="863689"/>
                <a:ext cx="145007" cy="378711"/>
              </a:xfrm>
              <a:custGeom>
                <a:avLst/>
                <a:gdLst/>
                <a:ahLst/>
                <a:cxnLst/>
                <a:rect l="l" t="t" r="r" b="b"/>
                <a:pathLst>
                  <a:path w="976" h="2549" extrusionOk="0">
                    <a:moveTo>
                      <a:pt x="32" y="0"/>
                    </a:moveTo>
                    <a:lnTo>
                      <a:pt x="0" y="2548"/>
                    </a:lnTo>
                    <a:lnTo>
                      <a:pt x="891" y="2548"/>
                    </a:lnTo>
                    <a:lnTo>
                      <a:pt x="97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9" name="Google Shape;6179;p87"/>
              <p:cNvSpPr/>
              <p:nvPr/>
            </p:nvSpPr>
            <p:spPr>
              <a:xfrm>
                <a:off x="1924283" y="894741"/>
                <a:ext cx="146641" cy="347660"/>
              </a:xfrm>
              <a:custGeom>
                <a:avLst/>
                <a:gdLst/>
                <a:ahLst/>
                <a:cxnLst/>
                <a:rect l="l" t="t" r="r" b="b"/>
                <a:pathLst>
                  <a:path w="987" h="2340" extrusionOk="0">
                    <a:moveTo>
                      <a:pt x="1" y="1"/>
                    </a:moveTo>
                    <a:lnTo>
                      <a:pt x="32" y="2339"/>
                    </a:lnTo>
                    <a:lnTo>
                      <a:pt x="986" y="2339"/>
                    </a:ln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0" name="Google Shape;6180;p87"/>
              <p:cNvSpPr/>
              <p:nvPr/>
            </p:nvSpPr>
            <p:spPr>
              <a:xfrm>
                <a:off x="2080137" y="863689"/>
                <a:ext cx="104446" cy="266539"/>
              </a:xfrm>
              <a:custGeom>
                <a:avLst/>
                <a:gdLst/>
                <a:ahLst/>
                <a:cxnLst/>
                <a:rect l="l" t="t" r="r" b="b"/>
                <a:pathLst>
                  <a:path w="703" h="1794" extrusionOk="0">
                    <a:moveTo>
                      <a:pt x="0" y="0"/>
                    </a:moveTo>
                    <a:lnTo>
                      <a:pt x="21" y="1772"/>
                    </a:lnTo>
                    <a:cubicBezTo>
                      <a:pt x="241" y="1783"/>
                      <a:pt x="472" y="1793"/>
                      <a:pt x="703" y="1793"/>
                    </a:cubicBezTo>
                    <a:lnTo>
                      <a:pt x="5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1" name="Google Shape;6181;p87"/>
              <p:cNvSpPr/>
              <p:nvPr/>
            </p:nvSpPr>
            <p:spPr>
              <a:xfrm>
                <a:off x="1790269" y="967988"/>
                <a:ext cx="115441" cy="140401"/>
              </a:xfrm>
              <a:custGeom>
                <a:avLst/>
                <a:gdLst/>
                <a:ahLst/>
                <a:cxnLst/>
                <a:rect l="l" t="t" r="r" b="b"/>
                <a:pathLst>
                  <a:path w="777" h="945" extrusionOk="0">
                    <a:moveTo>
                      <a:pt x="1" y="1"/>
                    </a:moveTo>
                    <a:lnTo>
                      <a:pt x="43" y="787"/>
                    </a:lnTo>
                    <a:cubicBezTo>
                      <a:pt x="263" y="850"/>
                      <a:pt x="515" y="903"/>
                      <a:pt x="777" y="945"/>
                    </a:cubicBezTo>
                    <a:lnTo>
                      <a:pt x="76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2" name="Google Shape;6182;p87"/>
              <p:cNvSpPr/>
              <p:nvPr/>
            </p:nvSpPr>
            <p:spPr>
              <a:xfrm>
                <a:off x="2203156" y="863689"/>
                <a:ext cx="156001" cy="26802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1804" extrusionOk="0">
                    <a:moveTo>
                      <a:pt x="1" y="0"/>
                    </a:moveTo>
                    <a:lnTo>
                      <a:pt x="32" y="1804"/>
                    </a:lnTo>
                    <a:lnTo>
                      <a:pt x="105" y="1804"/>
                    </a:lnTo>
                    <a:cubicBezTo>
                      <a:pt x="431" y="1804"/>
                      <a:pt x="745" y="1783"/>
                      <a:pt x="1049" y="1772"/>
                    </a:cubicBezTo>
                    <a:lnTo>
                      <a:pt x="89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3" name="Google Shape;6183;p87"/>
              <p:cNvSpPr/>
              <p:nvPr/>
            </p:nvSpPr>
            <p:spPr>
              <a:xfrm>
                <a:off x="2379216" y="863689"/>
                <a:ext cx="145007" cy="261785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762" extrusionOk="0">
                    <a:moveTo>
                      <a:pt x="22" y="0"/>
                    </a:moveTo>
                    <a:lnTo>
                      <a:pt x="1" y="1762"/>
                    </a:lnTo>
                    <a:cubicBezTo>
                      <a:pt x="315" y="1730"/>
                      <a:pt x="619" y="1699"/>
                      <a:pt x="913" y="1657"/>
                    </a:cubicBezTo>
                    <a:lnTo>
                      <a:pt x="97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4" name="Google Shape;6184;p87"/>
              <p:cNvSpPr/>
              <p:nvPr/>
            </p:nvSpPr>
            <p:spPr>
              <a:xfrm>
                <a:off x="1924283" y="894741"/>
                <a:ext cx="140401" cy="230733"/>
              </a:xfrm>
              <a:custGeom>
                <a:avLst/>
                <a:gdLst/>
                <a:ahLst/>
                <a:cxnLst/>
                <a:rect l="l" t="t" r="r" b="b"/>
                <a:pathLst>
                  <a:path w="945" h="1553" extrusionOk="0">
                    <a:moveTo>
                      <a:pt x="1" y="1"/>
                    </a:moveTo>
                    <a:lnTo>
                      <a:pt x="22" y="1448"/>
                    </a:lnTo>
                    <a:cubicBezTo>
                      <a:pt x="315" y="1501"/>
                      <a:pt x="619" y="1532"/>
                      <a:pt x="944" y="1553"/>
                    </a:cubicBezTo>
                    <a:lnTo>
                      <a:pt x="881" y="3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5" name="Google Shape;6185;p87"/>
              <p:cNvSpPr/>
              <p:nvPr/>
            </p:nvSpPr>
            <p:spPr>
              <a:xfrm>
                <a:off x="1944489" y="913462"/>
                <a:ext cx="93749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1" h="159" extrusionOk="0">
                    <a:moveTo>
                      <a:pt x="1" y="1"/>
                    </a:moveTo>
                    <a:lnTo>
                      <a:pt x="1" y="158"/>
                    </a:lnTo>
                    <a:lnTo>
                      <a:pt x="630" y="158"/>
                    </a:lnTo>
                    <a:lnTo>
                      <a:pt x="620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6" name="Google Shape;6186;p87"/>
              <p:cNvSpPr/>
              <p:nvPr/>
            </p:nvSpPr>
            <p:spPr>
              <a:xfrm>
                <a:off x="1946123" y="952388"/>
                <a:ext cx="93601" cy="23623"/>
              </a:xfrm>
              <a:custGeom>
                <a:avLst/>
                <a:gdLst/>
                <a:ahLst/>
                <a:cxnLst/>
                <a:rect l="l" t="t" r="r" b="b"/>
                <a:pathLst>
                  <a:path w="630" h="159" extrusionOk="0">
                    <a:moveTo>
                      <a:pt x="0" y="1"/>
                    </a:moveTo>
                    <a:lnTo>
                      <a:pt x="0" y="158"/>
                    </a:lnTo>
                    <a:lnTo>
                      <a:pt x="630" y="158"/>
                    </a:lnTo>
                    <a:lnTo>
                      <a:pt x="619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7" name="Google Shape;6187;p87"/>
              <p:cNvSpPr/>
              <p:nvPr/>
            </p:nvSpPr>
            <p:spPr>
              <a:xfrm>
                <a:off x="1941369" y="1201695"/>
                <a:ext cx="104595" cy="20503"/>
              </a:xfrm>
              <a:custGeom>
                <a:avLst/>
                <a:gdLst/>
                <a:ahLst/>
                <a:cxnLst/>
                <a:rect l="l" t="t" r="r" b="b"/>
                <a:pathLst>
                  <a:path w="704" h="138" extrusionOk="0">
                    <a:moveTo>
                      <a:pt x="1" y="1"/>
                    </a:moveTo>
                    <a:lnTo>
                      <a:pt x="1" y="137"/>
                    </a:lnTo>
                    <a:lnTo>
                      <a:pt x="704" y="137"/>
                    </a:lnTo>
                    <a:lnTo>
                      <a:pt x="704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8" name="Google Shape;6188;p87"/>
              <p:cNvSpPr/>
              <p:nvPr/>
            </p:nvSpPr>
            <p:spPr>
              <a:xfrm>
                <a:off x="2122480" y="1201695"/>
                <a:ext cx="18572" cy="14263"/>
              </a:xfrm>
              <a:custGeom>
                <a:avLst/>
                <a:gdLst/>
                <a:ahLst/>
                <a:cxnLst/>
                <a:rect l="l" t="t" r="r" b="b"/>
                <a:pathLst>
                  <a:path w="125" h="96" extrusionOk="0">
                    <a:moveTo>
                      <a:pt x="104" y="1"/>
                    </a:moveTo>
                    <a:cubicBezTo>
                      <a:pt x="67" y="1"/>
                      <a:pt x="0" y="87"/>
                      <a:pt x="72" y="95"/>
                    </a:cubicBezTo>
                    <a:cubicBezTo>
                      <a:pt x="103" y="95"/>
                      <a:pt x="124" y="64"/>
                      <a:pt x="124" y="32"/>
                    </a:cubicBezTo>
                    <a:cubicBezTo>
                      <a:pt x="124" y="9"/>
                      <a:pt x="116" y="1"/>
                      <a:pt x="10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9" name="Google Shape;6189;p87"/>
              <p:cNvSpPr/>
              <p:nvPr/>
            </p:nvSpPr>
            <p:spPr>
              <a:xfrm>
                <a:off x="2401057" y="1179854"/>
                <a:ext cx="85875" cy="4234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285" extrusionOk="0">
                    <a:moveTo>
                      <a:pt x="0" y="1"/>
                    </a:moveTo>
                    <a:lnTo>
                      <a:pt x="11" y="284"/>
                    </a:lnTo>
                    <a:lnTo>
                      <a:pt x="577" y="284"/>
                    </a:lnTo>
                    <a:lnTo>
                      <a:pt x="577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0" name="Google Shape;6190;p87"/>
              <p:cNvSpPr/>
              <p:nvPr/>
            </p:nvSpPr>
            <p:spPr>
              <a:xfrm>
                <a:off x="1804384" y="982103"/>
                <a:ext cx="74881" cy="39075"/>
              </a:xfrm>
              <a:custGeom>
                <a:avLst/>
                <a:gdLst/>
                <a:ahLst/>
                <a:cxnLst/>
                <a:rect l="l" t="t" r="r" b="b"/>
                <a:pathLst>
                  <a:path w="504" h="263" extrusionOk="0">
                    <a:moveTo>
                      <a:pt x="503" y="0"/>
                    </a:moveTo>
                    <a:lnTo>
                      <a:pt x="0" y="21"/>
                    </a:lnTo>
                    <a:lnTo>
                      <a:pt x="0" y="262"/>
                    </a:lnTo>
                    <a:lnTo>
                      <a:pt x="503" y="241"/>
                    </a:lnTo>
                    <a:lnTo>
                      <a:pt x="503" y="0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1" name="Google Shape;6191;p87"/>
              <p:cNvSpPr/>
              <p:nvPr/>
            </p:nvSpPr>
            <p:spPr>
              <a:xfrm>
                <a:off x="1815229" y="1195455"/>
                <a:ext cx="70275" cy="39223"/>
              </a:xfrm>
              <a:custGeom>
                <a:avLst/>
                <a:gdLst/>
                <a:ahLst/>
                <a:cxnLst/>
                <a:rect l="l" t="t" r="r" b="b"/>
                <a:pathLst>
                  <a:path w="473" h="264" extrusionOk="0">
                    <a:moveTo>
                      <a:pt x="472" y="1"/>
                    </a:moveTo>
                    <a:lnTo>
                      <a:pt x="1" y="22"/>
                    </a:lnTo>
                    <a:lnTo>
                      <a:pt x="1" y="263"/>
                    </a:lnTo>
                    <a:lnTo>
                      <a:pt x="472" y="242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2" name="Google Shape;6192;p87"/>
              <p:cNvSpPr/>
              <p:nvPr/>
            </p:nvSpPr>
            <p:spPr>
              <a:xfrm>
                <a:off x="2276403" y="1195455"/>
                <a:ext cx="18869" cy="17383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17" extrusionOk="0">
                    <a:moveTo>
                      <a:pt x="56" y="0"/>
                    </a:moveTo>
                    <a:cubicBezTo>
                      <a:pt x="1" y="0"/>
                      <a:pt x="3" y="116"/>
                      <a:pt x="63" y="116"/>
                    </a:cubicBezTo>
                    <a:cubicBezTo>
                      <a:pt x="95" y="116"/>
                      <a:pt x="126" y="85"/>
                      <a:pt x="126" y="53"/>
                    </a:cubicBezTo>
                    <a:cubicBezTo>
                      <a:pt x="126" y="22"/>
                      <a:pt x="95" y="1"/>
                      <a:pt x="63" y="1"/>
                    </a:cubicBezTo>
                    <a:cubicBezTo>
                      <a:pt x="61" y="0"/>
                      <a:pt x="58" y="0"/>
                      <a:pt x="56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3" name="Google Shape;6193;p87"/>
              <p:cNvSpPr/>
              <p:nvPr/>
            </p:nvSpPr>
            <p:spPr>
              <a:xfrm>
                <a:off x="2261100" y="938422"/>
                <a:ext cx="18572" cy="12629"/>
              </a:xfrm>
              <a:custGeom>
                <a:avLst/>
                <a:gdLst/>
                <a:ahLst/>
                <a:cxnLst/>
                <a:rect l="l" t="t" r="r" b="b"/>
                <a:pathLst>
                  <a:path w="125" h="85" extrusionOk="0">
                    <a:moveTo>
                      <a:pt x="104" y="0"/>
                    </a:moveTo>
                    <a:cubicBezTo>
                      <a:pt x="67" y="0"/>
                      <a:pt x="1" y="84"/>
                      <a:pt x="72" y="84"/>
                    </a:cubicBezTo>
                    <a:cubicBezTo>
                      <a:pt x="103" y="84"/>
                      <a:pt x="124" y="64"/>
                      <a:pt x="124" y="32"/>
                    </a:cubicBezTo>
                    <a:cubicBezTo>
                      <a:pt x="124" y="9"/>
                      <a:pt x="116" y="0"/>
                      <a:pt x="104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4" name="Google Shape;6194;p87"/>
              <p:cNvSpPr/>
              <p:nvPr/>
            </p:nvSpPr>
            <p:spPr>
              <a:xfrm>
                <a:off x="2433743" y="1140928"/>
                <a:ext cx="18869" cy="18869"/>
              </a:xfrm>
              <a:custGeom>
                <a:avLst/>
                <a:gdLst/>
                <a:ahLst/>
                <a:cxnLst/>
                <a:rect l="l" t="t" r="r" b="b"/>
                <a:pathLst>
                  <a:path w="127" h="127" extrusionOk="0">
                    <a:moveTo>
                      <a:pt x="64" y="1"/>
                    </a:moveTo>
                    <a:cubicBezTo>
                      <a:pt x="22" y="1"/>
                      <a:pt x="1" y="22"/>
                      <a:pt x="1" y="64"/>
                    </a:cubicBezTo>
                    <a:cubicBezTo>
                      <a:pt x="1" y="95"/>
                      <a:pt x="22" y="127"/>
                      <a:pt x="64" y="127"/>
                    </a:cubicBezTo>
                    <a:cubicBezTo>
                      <a:pt x="95" y="127"/>
                      <a:pt x="126" y="95"/>
                      <a:pt x="126" y="64"/>
                    </a:cubicBezTo>
                    <a:cubicBezTo>
                      <a:pt x="126" y="22"/>
                      <a:pt x="95" y="1"/>
                      <a:pt x="64" y="1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5" name="Google Shape;6195;p87"/>
              <p:cNvSpPr/>
              <p:nvPr/>
            </p:nvSpPr>
            <p:spPr>
              <a:xfrm>
                <a:off x="2446966" y="939759"/>
                <a:ext cx="23177" cy="15897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5" y="0"/>
                    </a:moveTo>
                    <a:cubicBezTo>
                      <a:pt x="93" y="0"/>
                      <a:pt x="1" y="107"/>
                      <a:pt x="90" y="107"/>
                    </a:cubicBezTo>
                    <a:cubicBezTo>
                      <a:pt x="121" y="107"/>
                      <a:pt x="153" y="75"/>
                      <a:pt x="153" y="34"/>
                    </a:cubicBezTo>
                    <a:cubicBezTo>
                      <a:pt x="155" y="10"/>
                      <a:pt x="147" y="0"/>
                      <a:pt x="135" y="0"/>
                    </a:cubicBezTo>
                    <a:close/>
                  </a:path>
                </a:pathLst>
              </a:custGeom>
              <a:solidFill>
                <a:srgbClr val="FFF2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96" name="Google Shape;6196;p87"/>
            <p:cNvSpPr/>
            <p:nvPr/>
          </p:nvSpPr>
          <p:spPr>
            <a:xfrm>
              <a:off x="4058696" y="880775"/>
              <a:ext cx="59429" cy="28229"/>
            </a:xfrm>
            <a:custGeom>
              <a:avLst/>
              <a:gdLst/>
              <a:ahLst/>
              <a:cxnLst/>
              <a:rect l="l" t="t" r="r" b="b"/>
              <a:pathLst>
                <a:path w="400" h="190" extrusionOk="0">
                  <a:moveTo>
                    <a:pt x="1" y="1"/>
                  </a:moveTo>
                  <a:lnTo>
                    <a:pt x="1" y="189"/>
                  </a:lnTo>
                  <a:lnTo>
                    <a:pt x="399" y="189"/>
                  </a:lnTo>
                  <a:lnTo>
                    <a:pt x="389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87"/>
            <p:cNvSpPr/>
            <p:nvPr/>
          </p:nvSpPr>
          <p:spPr>
            <a:xfrm>
              <a:off x="4173989" y="880775"/>
              <a:ext cx="62549" cy="28229"/>
            </a:xfrm>
            <a:custGeom>
              <a:avLst/>
              <a:gdLst/>
              <a:ahLst/>
              <a:cxnLst/>
              <a:rect l="l" t="t" r="r" b="b"/>
              <a:pathLst>
                <a:path w="421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420" y="189"/>
                  </a:lnTo>
                  <a:lnTo>
                    <a:pt x="42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87"/>
            <p:cNvSpPr/>
            <p:nvPr/>
          </p:nvSpPr>
          <p:spPr>
            <a:xfrm>
              <a:off x="2787497" y="882410"/>
              <a:ext cx="37440" cy="18720"/>
            </a:xfrm>
            <a:custGeom>
              <a:avLst/>
              <a:gdLst/>
              <a:ahLst/>
              <a:cxnLst/>
              <a:rect l="l" t="t" r="r" b="b"/>
              <a:pathLst>
                <a:path w="252" h="126" extrusionOk="0">
                  <a:moveTo>
                    <a:pt x="0" y="0"/>
                  </a:moveTo>
                  <a:lnTo>
                    <a:pt x="10" y="126"/>
                  </a:lnTo>
                  <a:lnTo>
                    <a:pt x="252" y="126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87"/>
            <p:cNvSpPr/>
            <p:nvPr/>
          </p:nvSpPr>
          <p:spPr>
            <a:xfrm>
              <a:off x="2869956" y="880775"/>
              <a:ext cx="65669" cy="28229"/>
            </a:xfrm>
            <a:custGeom>
              <a:avLst/>
              <a:gdLst/>
              <a:ahLst/>
              <a:cxnLst/>
              <a:rect l="l" t="t" r="r" b="b"/>
              <a:pathLst>
                <a:path w="442" h="190" extrusionOk="0">
                  <a:moveTo>
                    <a:pt x="1" y="1"/>
                  </a:moveTo>
                  <a:lnTo>
                    <a:pt x="1" y="189"/>
                  </a:lnTo>
                  <a:lnTo>
                    <a:pt x="441" y="189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87"/>
            <p:cNvSpPr/>
            <p:nvPr/>
          </p:nvSpPr>
          <p:spPr>
            <a:xfrm>
              <a:off x="2999364" y="880775"/>
              <a:ext cx="68640" cy="28229"/>
            </a:xfrm>
            <a:custGeom>
              <a:avLst/>
              <a:gdLst/>
              <a:ahLst/>
              <a:cxnLst/>
              <a:rect l="l" t="t" r="r" b="b"/>
              <a:pathLst>
                <a:path w="462" h="190" extrusionOk="0">
                  <a:moveTo>
                    <a:pt x="0" y="1"/>
                  </a:moveTo>
                  <a:lnTo>
                    <a:pt x="0" y="189"/>
                  </a:lnTo>
                  <a:lnTo>
                    <a:pt x="462" y="189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87"/>
            <p:cNvSpPr/>
            <p:nvPr/>
          </p:nvSpPr>
          <p:spPr>
            <a:xfrm>
              <a:off x="3402891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87"/>
            <p:cNvSpPr/>
            <p:nvPr/>
          </p:nvSpPr>
          <p:spPr>
            <a:xfrm>
              <a:off x="3524424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4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87"/>
            <p:cNvSpPr/>
            <p:nvPr/>
          </p:nvSpPr>
          <p:spPr>
            <a:xfrm>
              <a:off x="2095737" y="882410"/>
              <a:ext cx="54675" cy="18720"/>
            </a:xfrm>
            <a:custGeom>
              <a:avLst/>
              <a:gdLst/>
              <a:ahLst/>
              <a:cxnLst/>
              <a:rect l="l" t="t" r="r" b="b"/>
              <a:pathLst>
                <a:path w="368" h="126" extrusionOk="0">
                  <a:moveTo>
                    <a:pt x="0" y="0"/>
                  </a:moveTo>
                  <a:lnTo>
                    <a:pt x="0" y="126"/>
                  </a:lnTo>
                  <a:lnTo>
                    <a:pt x="367" y="126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87"/>
            <p:cNvSpPr/>
            <p:nvPr/>
          </p:nvSpPr>
          <p:spPr>
            <a:xfrm>
              <a:off x="2217271" y="880775"/>
              <a:ext cx="96721" cy="28229"/>
            </a:xfrm>
            <a:custGeom>
              <a:avLst/>
              <a:gdLst/>
              <a:ahLst/>
              <a:cxnLst/>
              <a:rect l="l" t="t" r="r" b="b"/>
              <a:pathLst>
                <a:path w="651" h="190" extrusionOk="0">
                  <a:moveTo>
                    <a:pt x="0" y="1"/>
                  </a:moveTo>
                  <a:lnTo>
                    <a:pt x="0" y="189"/>
                  </a:lnTo>
                  <a:lnTo>
                    <a:pt x="650" y="189"/>
                  </a:lnTo>
                  <a:lnTo>
                    <a:pt x="650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87"/>
            <p:cNvSpPr/>
            <p:nvPr/>
          </p:nvSpPr>
          <p:spPr>
            <a:xfrm>
              <a:off x="2408782" y="880775"/>
              <a:ext cx="102961" cy="28229"/>
            </a:xfrm>
            <a:custGeom>
              <a:avLst/>
              <a:gdLst/>
              <a:ahLst/>
              <a:cxnLst/>
              <a:rect l="l" t="t" r="r" b="b"/>
              <a:pathLst>
                <a:path w="693" h="190" extrusionOk="0">
                  <a:moveTo>
                    <a:pt x="1" y="1"/>
                  </a:moveTo>
                  <a:lnTo>
                    <a:pt x="11" y="189"/>
                  </a:lnTo>
                  <a:lnTo>
                    <a:pt x="693" y="189"/>
                  </a:lnTo>
                  <a:lnTo>
                    <a:pt x="693" y="1"/>
                  </a:lnTo>
                  <a:close/>
                </a:path>
              </a:pathLst>
            </a:custGeom>
            <a:solidFill>
              <a:srgbClr val="FFF2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06" name="Google Shape;6206;p87"/>
          <p:cNvSpPr/>
          <p:nvPr/>
        </p:nvSpPr>
        <p:spPr>
          <a:xfrm>
            <a:off x="8550" y="1229775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07" name="Google Shape;6207;p87"/>
          <p:cNvGrpSpPr/>
          <p:nvPr/>
        </p:nvGrpSpPr>
        <p:grpSpPr>
          <a:xfrm>
            <a:off x="3075330" y="4098610"/>
            <a:ext cx="795165" cy="401643"/>
            <a:chOff x="760658" y="4632187"/>
            <a:chExt cx="795165" cy="401643"/>
          </a:xfrm>
        </p:grpSpPr>
        <p:sp>
          <p:nvSpPr>
            <p:cNvPr id="6208" name="Google Shape;6208;p87"/>
            <p:cNvSpPr/>
            <p:nvPr/>
          </p:nvSpPr>
          <p:spPr>
            <a:xfrm>
              <a:off x="932345" y="4784242"/>
              <a:ext cx="301263" cy="21157"/>
            </a:xfrm>
            <a:custGeom>
              <a:avLst/>
              <a:gdLst/>
              <a:ahLst/>
              <a:cxnLst/>
              <a:rect l="l" t="t" r="r" b="b"/>
              <a:pathLst>
                <a:path w="4343" h="305" extrusionOk="0">
                  <a:moveTo>
                    <a:pt x="85" y="0"/>
                  </a:moveTo>
                  <a:cubicBezTo>
                    <a:pt x="43" y="0"/>
                    <a:pt x="1" y="63"/>
                    <a:pt x="1" y="147"/>
                  </a:cubicBezTo>
                  <a:cubicBezTo>
                    <a:pt x="1" y="231"/>
                    <a:pt x="43" y="304"/>
                    <a:pt x="85" y="304"/>
                  </a:cubicBezTo>
                  <a:lnTo>
                    <a:pt x="4342" y="304"/>
                  </a:lnTo>
                  <a:lnTo>
                    <a:pt x="434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09" name="Google Shape;6209;p87"/>
            <p:cNvGrpSpPr/>
            <p:nvPr/>
          </p:nvGrpSpPr>
          <p:grpSpPr>
            <a:xfrm>
              <a:off x="932345" y="4632187"/>
              <a:ext cx="623479" cy="173211"/>
              <a:chOff x="932345" y="4632187"/>
              <a:chExt cx="623479" cy="173211"/>
            </a:xfrm>
          </p:grpSpPr>
          <p:sp>
            <p:nvSpPr>
              <p:cNvPr id="6210" name="Google Shape;6210;p87"/>
              <p:cNvSpPr/>
              <p:nvPr/>
            </p:nvSpPr>
            <p:spPr>
              <a:xfrm>
                <a:off x="949826" y="4642384"/>
                <a:ext cx="312847" cy="153510"/>
              </a:xfrm>
              <a:custGeom>
                <a:avLst/>
                <a:gdLst/>
                <a:ahLst/>
                <a:cxnLst/>
                <a:rect l="l" t="t" r="r" b="b"/>
                <a:pathLst>
                  <a:path w="4510" h="2213" extrusionOk="0">
                    <a:moveTo>
                      <a:pt x="0" y="0"/>
                    </a:moveTo>
                    <a:cubicBezTo>
                      <a:pt x="483" y="588"/>
                      <a:pt x="462" y="1657"/>
                      <a:pt x="0" y="2213"/>
                    </a:cubicBezTo>
                    <a:lnTo>
                      <a:pt x="4237" y="2213"/>
                    </a:lnTo>
                    <a:cubicBezTo>
                      <a:pt x="4510" y="2213"/>
                      <a:pt x="4510" y="0"/>
                      <a:pt x="4237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1" name="Google Shape;6211;p87"/>
              <p:cNvSpPr/>
              <p:nvPr/>
            </p:nvSpPr>
            <p:spPr>
              <a:xfrm>
                <a:off x="1194974" y="4632187"/>
                <a:ext cx="360850" cy="173211"/>
              </a:xfrm>
              <a:custGeom>
                <a:avLst/>
                <a:gdLst/>
                <a:ahLst/>
                <a:cxnLst/>
                <a:rect l="l" t="t" r="r" b="b"/>
                <a:pathLst>
                  <a:path w="5202" h="2497" extrusionOk="0">
                    <a:moveTo>
                      <a:pt x="126" y="1"/>
                    </a:moveTo>
                    <a:cubicBezTo>
                      <a:pt x="53" y="1"/>
                      <a:pt x="0" y="74"/>
                      <a:pt x="11" y="147"/>
                    </a:cubicBezTo>
                    <a:cubicBezTo>
                      <a:pt x="0" y="221"/>
                      <a:pt x="53" y="284"/>
                      <a:pt x="126" y="294"/>
                    </a:cubicBezTo>
                    <a:lnTo>
                      <a:pt x="262" y="294"/>
                    </a:lnTo>
                    <a:cubicBezTo>
                      <a:pt x="619" y="294"/>
                      <a:pt x="619" y="2192"/>
                      <a:pt x="262" y="2192"/>
                    </a:cubicBezTo>
                    <a:lnTo>
                      <a:pt x="126" y="2192"/>
                    </a:lnTo>
                    <a:cubicBezTo>
                      <a:pt x="53" y="2203"/>
                      <a:pt x="0" y="2266"/>
                      <a:pt x="11" y="2339"/>
                    </a:cubicBezTo>
                    <a:cubicBezTo>
                      <a:pt x="0" y="2412"/>
                      <a:pt x="53" y="2486"/>
                      <a:pt x="126" y="2496"/>
                    </a:cubicBezTo>
                    <a:lnTo>
                      <a:pt x="4258" y="2496"/>
                    </a:lnTo>
                    <a:cubicBezTo>
                      <a:pt x="5202" y="2496"/>
                      <a:pt x="5202" y="1"/>
                      <a:pt x="42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2" name="Google Shape;6212;p87"/>
              <p:cNvSpPr/>
              <p:nvPr/>
            </p:nvSpPr>
            <p:spPr>
              <a:xfrm>
                <a:off x="932345" y="4632187"/>
                <a:ext cx="301263" cy="20463"/>
              </a:xfrm>
              <a:custGeom>
                <a:avLst/>
                <a:gdLst/>
                <a:ahLst/>
                <a:cxnLst/>
                <a:rect l="l" t="t" r="r" b="b"/>
                <a:pathLst>
                  <a:path w="4343" h="295" extrusionOk="0">
                    <a:moveTo>
                      <a:pt x="85" y="1"/>
                    </a:moveTo>
                    <a:cubicBezTo>
                      <a:pt x="43" y="1"/>
                      <a:pt x="1" y="63"/>
                      <a:pt x="1" y="147"/>
                    </a:cubicBezTo>
                    <a:cubicBezTo>
                      <a:pt x="1" y="231"/>
                      <a:pt x="43" y="294"/>
                      <a:pt x="85" y="294"/>
                    </a:cubicBezTo>
                    <a:lnTo>
                      <a:pt x="4342" y="294"/>
                    </a:lnTo>
                    <a:lnTo>
                      <a:pt x="4342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3" name="Google Shape;6213;p87"/>
              <p:cNvSpPr/>
              <p:nvPr/>
            </p:nvSpPr>
            <p:spPr>
              <a:xfrm>
                <a:off x="963630" y="4696214"/>
                <a:ext cx="211016" cy="79773"/>
              </a:xfrm>
              <a:custGeom>
                <a:avLst/>
                <a:gdLst/>
                <a:ahLst/>
                <a:cxnLst/>
                <a:rect l="l" t="t" r="r" b="b"/>
                <a:pathLst>
                  <a:path w="3042" h="1150" extrusionOk="0">
                    <a:moveTo>
                      <a:pt x="127" y="0"/>
                    </a:moveTo>
                    <a:cubicBezTo>
                      <a:pt x="189" y="367"/>
                      <a:pt x="147" y="745"/>
                      <a:pt x="1" y="1091"/>
                    </a:cubicBezTo>
                    <a:lnTo>
                      <a:pt x="231" y="1112"/>
                    </a:lnTo>
                    <a:cubicBezTo>
                      <a:pt x="570" y="1138"/>
                      <a:pt x="896" y="1150"/>
                      <a:pt x="1197" y="1150"/>
                    </a:cubicBezTo>
                    <a:cubicBezTo>
                      <a:pt x="2247" y="1150"/>
                      <a:pt x="3004" y="1002"/>
                      <a:pt x="3021" y="766"/>
                    </a:cubicBezTo>
                    <a:cubicBezTo>
                      <a:pt x="3042" y="462"/>
                      <a:pt x="1836" y="126"/>
                      <a:pt x="315" y="11"/>
                    </a:cubicBez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4" name="Google Shape;6214;p87"/>
              <p:cNvSpPr/>
              <p:nvPr/>
            </p:nvSpPr>
            <p:spPr>
              <a:xfrm>
                <a:off x="1043681" y="4671449"/>
                <a:ext cx="157187" cy="6659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96" extrusionOk="0">
                    <a:moveTo>
                      <a:pt x="1133" y="1"/>
                    </a:moveTo>
                    <a:cubicBezTo>
                      <a:pt x="504" y="1"/>
                      <a:pt x="0" y="22"/>
                      <a:pt x="0" y="53"/>
                    </a:cubicBezTo>
                    <a:cubicBezTo>
                      <a:pt x="0" y="74"/>
                      <a:pt x="504" y="95"/>
                      <a:pt x="1133" y="95"/>
                    </a:cubicBezTo>
                    <a:cubicBezTo>
                      <a:pt x="1751" y="95"/>
                      <a:pt x="2265" y="74"/>
                      <a:pt x="2265" y="53"/>
                    </a:cubicBezTo>
                    <a:cubicBezTo>
                      <a:pt x="2265" y="22"/>
                      <a:pt x="1751" y="1"/>
                      <a:pt x="1133" y="1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5" name="Google Shape;6215;p87"/>
              <p:cNvSpPr/>
              <p:nvPr/>
            </p:nvSpPr>
            <p:spPr>
              <a:xfrm>
                <a:off x="1008026" y="4730413"/>
                <a:ext cx="203039" cy="4440"/>
              </a:xfrm>
              <a:custGeom>
                <a:avLst/>
                <a:gdLst/>
                <a:ahLst/>
                <a:cxnLst/>
                <a:rect l="l" t="t" r="r" b="b"/>
                <a:pathLst>
                  <a:path w="2927" h="64" extrusionOk="0">
                    <a:moveTo>
                      <a:pt x="1458" y="0"/>
                    </a:moveTo>
                    <a:cubicBezTo>
                      <a:pt x="650" y="0"/>
                      <a:pt x="0" y="11"/>
                      <a:pt x="0" y="32"/>
                    </a:cubicBezTo>
                    <a:cubicBezTo>
                      <a:pt x="0" y="42"/>
                      <a:pt x="650" y="63"/>
                      <a:pt x="1458" y="63"/>
                    </a:cubicBezTo>
                    <a:cubicBezTo>
                      <a:pt x="2265" y="63"/>
                      <a:pt x="2926" y="42"/>
                      <a:pt x="2926" y="32"/>
                    </a:cubicBezTo>
                    <a:cubicBezTo>
                      <a:pt x="2926" y="11"/>
                      <a:pt x="2265" y="0"/>
                      <a:pt x="1458" y="0"/>
                    </a:cubicBezTo>
                    <a:close/>
                  </a:path>
                </a:pathLst>
              </a:custGeom>
              <a:solidFill>
                <a:srgbClr val="CEA9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16" name="Google Shape;6216;p87"/>
            <p:cNvSpPr/>
            <p:nvPr/>
          </p:nvSpPr>
          <p:spPr>
            <a:xfrm>
              <a:off x="760658" y="4803874"/>
              <a:ext cx="271435" cy="17550"/>
            </a:xfrm>
            <a:custGeom>
              <a:avLst/>
              <a:gdLst/>
              <a:ahLst/>
              <a:cxnLst/>
              <a:rect l="l" t="t" r="r" b="b"/>
              <a:pathLst>
                <a:path w="3913" h="253" extrusionOk="0">
                  <a:moveTo>
                    <a:pt x="116" y="0"/>
                  </a:moveTo>
                  <a:cubicBezTo>
                    <a:pt x="1" y="42"/>
                    <a:pt x="1" y="210"/>
                    <a:pt x="116" y="252"/>
                  </a:cubicBezTo>
                  <a:lnTo>
                    <a:pt x="3912" y="252"/>
                  </a:ln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17" name="Google Shape;6217;p87"/>
            <p:cNvGrpSpPr/>
            <p:nvPr/>
          </p:nvGrpSpPr>
          <p:grpSpPr>
            <a:xfrm>
              <a:off x="760658" y="4803874"/>
              <a:ext cx="700615" cy="229956"/>
              <a:chOff x="760658" y="4803874"/>
              <a:chExt cx="700615" cy="229956"/>
            </a:xfrm>
          </p:grpSpPr>
          <p:sp>
            <p:nvSpPr>
              <p:cNvPr id="6218" name="Google Shape;6218;p87"/>
              <p:cNvSpPr/>
              <p:nvPr/>
            </p:nvSpPr>
            <p:spPr>
              <a:xfrm>
                <a:off x="786186" y="4821355"/>
                <a:ext cx="283019" cy="200819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2895" extrusionOk="0">
                    <a:moveTo>
                      <a:pt x="0" y="0"/>
                    </a:moveTo>
                    <a:cubicBezTo>
                      <a:pt x="325" y="923"/>
                      <a:pt x="262" y="1898"/>
                      <a:pt x="0" y="2894"/>
                    </a:cubicBezTo>
                    <a:lnTo>
                      <a:pt x="3775" y="2894"/>
                    </a:lnTo>
                    <a:cubicBezTo>
                      <a:pt x="3776" y="2894"/>
                      <a:pt x="3776" y="2894"/>
                      <a:pt x="3777" y="2894"/>
                    </a:cubicBezTo>
                    <a:cubicBezTo>
                      <a:pt x="4079" y="2894"/>
                      <a:pt x="4079" y="0"/>
                      <a:pt x="3775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9" name="Google Shape;6219;p87"/>
              <p:cNvSpPr/>
              <p:nvPr/>
            </p:nvSpPr>
            <p:spPr>
              <a:xfrm>
                <a:off x="781052" y="4812614"/>
                <a:ext cx="283019" cy="213166"/>
              </a:xfrm>
              <a:custGeom>
                <a:avLst/>
                <a:gdLst/>
                <a:ahLst/>
                <a:cxnLst/>
                <a:rect l="l" t="t" r="r" b="b"/>
                <a:pathLst>
                  <a:path w="4080" h="3073" extrusionOk="0">
                    <a:moveTo>
                      <a:pt x="1" y="0"/>
                    </a:moveTo>
                    <a:cubicBezTo>
                      <a:pt x="126" y="294"/>
                      <a:pt x="221" y="598"/>
                      <a:pt x="263" y="913"/>
                    </a:cubicBezTo>
                    <a:cubicBezTo>
                      <a:pt x="1825" y="1122"/>
                      <a:pt x="3000" y="1668"/>
                      <a:pt x="2947" y="2181"/>
                    </a:cubicBezTo>
                    <a:cubicBezTo>
                      <a:pt x="2901" y="2642"/>
                      <a:pt x="1925" y="2932"/>
                      <a:pt x="622" y="2932"/>
                    </a:cubicBezTo>
                    <a:cubicBezTo>
                      <a:pt x="442" y="2932"/>
                      <a:pt x="255" y="2927"/>
                      <a:pt x="64" y="2915"/>
                    </a:cubicBezTo>
                    <a:cubicBezTo>
                      <a:pt x="53" y="2968"/>
                      <a:pt x="32" y="3020"/>
                      <a:pt x="11" y="3073"/>
                    </a:cubicBezTo>
                    <a:lnTo>
                      <a:pt x="3786" y="3073"/>
                    </a:lnTo>
                    <a:cubicBezTo>
                      <a:pt x="4080" y="3073"/>
                      <a:pt x="4080" y="0"/>
                      <a:pt x="3776" y="0"/>
                    </a:cubicBezTo>
                    <a:close/>
                  </a:path>
                </a:pathLst>
              </a:custGeom>
              <a:solidFill>
                <a:srgbClr val="E2C19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0" name="Google Shape;6220;p87"/>
              <p:cNvSpPr/>
              <p:nvPr/>
            </p:nvSpPr>
            <p:spPr>
              <a:xfrm>
                <a:off x="989088" y="4803874"/>
                <a:ext cx="472185" cy="229953"/>
              </a:xfrm>
              <a:custGeom>
                <a:avLst/>
                <a:gdLst/>
                <a:ahLst/>
                <a:cxnLst/>
                <a:rect l="l" t="t" r="r" b="b"/>
                <a:pathLst>
                  <a:path w="6807" h="3315" extrusionOk="0">
                    <a:moveTo>
                      <a:pt x="137" y="0"/>
                    </a:moveTo>
                    <a:cubicBezTo>
                      <a:pt x="64" y="0"/>
                      <a:pt x="1" y="53"/>
                      <a:pt x="1" y="126"/>
                    </a:cubicBezTo>
                    <a:cubicBezTo>
                      <a:pt x="1" y="200"/>
                      <a:pt x="64" y="252"/>
                      <a:pt x="137" y="252"/>
                    </a:cubicBezTo>
                    <a:lnTo>
                      <a:pt x="284" y="252"/>
                    </a:lnTo>
                    <a:cubicBezTo>
                      <a:pt x="693" y="252"/>
                      <a:pt x="693" y="3062"/>
                      <a:pt x="284" y="3062"/>
                    </a:cubicBezTo>
                    <a:lnTo>
                      <a:pt x="137" y="3062"/>
                    </a:lnTo>
                    <a:cubicBezTo>
                      <a:pt x="64" y="3062"/>
                      <a:pt x="1" y="3115"/>
                      <a:pt x="1" y="3188"/>
                    </a:cubicBezTo>
                    <a:cubicBezTo>
                      <a:pt x="1" y="3262"/>
                      <a:pt x="64" y="3314"/>
                      <a:pt x="137" y="3314"/>
                    </a:cubicBezTo>
                    <a:lnTo>
                      <a:pt x="5737" y="3314"/>
                    </a:lnTo>
                    <a:cubicBezTo>
                      <a:pt x="6806" y="3304"/>
                      <a:pt x="6806" y="0"/>
                      <a:pt x="57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1" name="Google Shape;6221;p87"/>
              <p:cNvSpPr/>
              <p:nvPr/>
            </p:nvSpPr>
            <p:spPr>
              <a:xfrm>
                <a:off x="761421" y="5016280"/>
                <a:ext cx="270672" cy="17550"/>
              </a:xfrm>
              <a:custGeom>
                <a:avLst/>
                <a:gdLst/>
                <a:ahLst/>
                <a:cxnLst/>
                <a:rect l="l" t="t" r="r" b="b"/>
                <a:pathLst>
                  <a:path w="3902" h="253" extrusionOk="0">
                    <a:moveTo>
                      <a:pt x="105" y="0"/>
                    </a:moveTo>
                    <a:cubicBezTo>
                      <a:pt x="42" y="0"/>
                      <a:pt x="0" y="63"/>
                      <a:pt x="11" y="126"/>
                    </a:cubicBezTo>
                    <a:cubicBezTo>
                      <a:pt x="0" y="189"/>
                      <a:pt x="42" y="242"/>
                      <a:pt x="105" y="252"/>
                    </a:cubicBezTo>
                    <a:lnTo>
                      <a:pt x="3901" y="252"/>
                    </a:lnTo>
                    <a:lnTo>
                      <a:pt x="390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2" name="Google Shape;6222;p87"/>
              <p:cNvSpPr/>
              <p:nvPr/>
            </p:nvSpPr>
            <p:spPr>
              <a:xfrm>
                <a:off x="760658" y="4803874"/>
                <a:ext cx="483838" cy="149903"/>
              </a:xfrm>
              <a:custGeom>
                <a:avLst/>
                <a:gdLst/>
                <a:ahLst/>
                <a:cxnLst/>
                <a:rect l="l" t="t" r="r" b="b"/>
                <a:pathLst>
                  <a:path w="6975" h="2161" extrusionOk="0">
                    <a:moveTo>
                      <a:pt x="116" y="0"/>
                    </a:moveTo>
                    <a:cubicBezTo>
                      <a:pt x="1" y="42"/>
                      <a:pt x="1" y="210"/>
                      <a:pt x="116" y="252"/>
                    </a:cubicBezTo>
                    <a:lnTo>
                      <a:pt x="3577" y="252"/>
                    </a:lnTo>
                    <a:cubicBezTo>
                      <a:pt x="3828" y="252"/>
                      <a:pt x="3933" y="1343"/>
                      <a:pt x="3870" y="2161"/>
                    </a:cubicBezTo>
                    <a:cubicBezTo>
                      <a:pt x="5045" y="1888"/>
                      <a:pt x="6094" y="1206"/>
                      <a:pt x="6807" y="231"/>
                    </a:cubicBezTo>
                    <a:cubicBezTo>
                      <a:pt x="6870" y="158"/>
                      <a:pt x="6922" y="74"/>
                      <a:pt x="69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3" name="Google Shape;6223;p87"/>
              <p:cNvSpPr/>
              <p:nvPr/>
            </p:nvSpPr>
            <p:spPr>
              <a:xfrm>
                <a:off x="1072053" y="4857704"/>
                <a:ext cx="48072" cy="122295"/>
              </a:xfrm>
              <a:custGeom>
                <a:avLst/>
                <a:gdLst/>
                <a:ahLst/>
                <a:cxnLst/>
                <a:rect l="l" t="t" r="r" b="b"/>
                <a:pathLst>
                  <a:path w="693" h="1763" extrusionOk="0">
                    <a:moveTo>
                      <a:pt x="0" y="0"/>
                    </a:moveTo>
                    <a:cubicBezTo>
                      <a:pt x="84" y="0"/>
                      <a:pt x="84" y="1762"/>
                      <a:pt x="0" y="1762"/>
                    </a:cubicBezTo>
                    <a:lnTo>
                      <a:pt x="598" y="1762"/>
                    </a:lnTo>
                    <a:cubicBezTo>
                      <a:pt x="692" y="1762"/>
                      <a:pt x="692" y="0"/>
                      <a:pt x="59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4" name="Google Shape;6224;p87"/>
              <p:cNvSpPr/>
              <p:nvPr/>
            </p:nvSpPr>
            <p:spPr>
              <a:xfrm>
                <a:off x="1138230" y="4878792"/>
                <a:ext cx="31354" cy="80050"/>
              </a:xfrm>
              <a:custGeom>
                <a:avLst/>
                <a:gdLst/>
                <a:ahLst/>
                <a:cxnLst/>
                <a:rect l="l" t="t" r="r" b="b"/>
                <a:pathLst>
                  <a:path w="452" h="1154" extrusionOk="0">
                    <a:moveTo>
                      <a:pt x="0" y="0"/>
                    </a:moveTo>
                    <a:cubicBezTo>
                      <a:pt x="53" y="0"/>
                      <a:pt x="53" y="1154"/>
                      <a:pt x="0" y="1154"/>
                    </a:cubicBezTo>
                    <a:lnTo>
                      <a:pt x="388" y="1154"/>
                    </a:lnTo>
                    <a:cubicBezTo>
                      <a:pt x="451" y="1154"/>
                      <a:pt x="451" y="0"/>
                      <a:pt x="388" y="0"/>
                    </a:cubicBezTo>
                    <a:close/>
                  </a:path>
                </a:pathLst>
              </a:custGeom>
              <a:solidFill>
                <a:srgbClr val="F4E4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225" name="Google Shape;6225;p87"/>
          <p:cNvSpPr txBox="1">
            <a:spLocks noGrp="1"/>
          </p:cNvSpPr>
          <p:nvPr>
            <p:ph type="title"/>
          </p:nvPr>
        </p:nvSpPr>
        <p:spPr>
          <a:xfrm>
            <a:off x="3363175" y="2918054"/>
            <a:ext cx="506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Perfil</a:t>
            </a:r>
          </a:p>
        </p:txBody>
      </p:sp>
      <p:sp>
        <p:nvSpPr>
          <p:cNvPr id="6226" name="Google Shape;6226;p87"/>
          <p:cNvSpPr txBox="1">
            <a:spLocks noGrp="1"/>
          </p:cNvSpPr>
          <p:nvPr>
            <p:ph type="title" idx="2"/>
          </p:nvPr>
        </p:nvSpPr>
        <p:spPr>
          <a:xfrm>
            <a:off x="7078905" y="1697868"/>
            <a:ext cx="1306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6227" name="Google Shape;6227;p87"/>
          <p:cNvSpPr txBox="1">
            <a:spLocks noGrp="1"/>
          </p:cNvSpPr>
          <p:nvPr>
            <p:ph type="subTitle" idx="1"/>
          </p:nvPr>
        </p:nvSpPr>
        <p:spPr>
          <a:xfrm>
            <a:off x="3363175" y="3767078"/>
            <a:ext cx="5067600" cy="3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Page</a:t>
            </a:r>
            <a:endParaRPr dirty="0"/>
          </a:p>
        </p:txBody>
      </p:sp>
      <p:grpSp>
        <p:nvGrpSpPr>
          <p:cNvPr id="6228" name="Google Shape;6228;p87"/>
          <p:cNvGrpSpPr/>
          <p:nvPr/>
        </p:nvGrpSpPr>
        <p:grpSpPr>
          <a:xfrm flipH="1">
            <a:off x="713237" y="1771251"/>
            <a:ext cx="1785137" cy="2727071"/>
            <a:chOff x="4276575" y="4080625"/>
            <a:chExt cx="2331075" cy="3561075"/>
          </a:xfrm>
        </p:grpSpPr>
        <p:sp>
          <p:nvSpPr>
            <p:cNvPr id="6229" name="Google Shape;6229;p87"/>
            <p:cNvSpPr/>
            <p:nvPr/>
          </p:nvSpPr>
          <p:spPr>
            <a:xfrm>
              <a:off x="5912975" y="4879250"/>
              <a:ext cx="14200" cy="603550"/>
            </a:xfrm>
            <a:custGeom>
              <a:avLst/>
              <a:gdLst/>
              <a:ahLst/>
              <a:cxnLst/>
              <a:rect l="l" t="t" r="r" b="b"/>
              <a:pathLst>
                <a:path w="568" h="24142" extrusionOk="0">
                  <a:moveTo>
                    <a:pt x="1" y="0"/>
                  </a:moveTo>
                  <a:lnTo>
                    <a:pt x="1" y="24141"/>
                  </a:lnTo>
                  <a:lnTo>
                    <a:pt x="568" y="24141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87"/>
            <p:cNvSpPr/>
            <p:nvPr/>
          </p:nvSpPr>
          <p:spPr>
            <a:xfrm>
              <a:off x="5569350" y="4713850"/>
              <a:ext cx="35125" cy="2823900"/>
            </a:xfrm>
            <a:custGeom>
              <a:avLst/>
              <a:gdLst/>
              <a:ahLst/>
              <a:cxnLst/>
              <a:rect l="l" t="t" r="r" b="b"/>
              <a:pathLst>
                <a:path w="1405" h="112956" extrusionOk="0">
                  <a:moveTo>
                    <a:pt x="1" y="0"/>
                  </a:moveTo>
                  <a:lnTo>
                    <a:pt x="1" y="112955"/>
                  </a:lnTo>
                  <a:lnTo>
                    <a:pt x="1405" y="112955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87"/>
            <p:cNvSpPr/>
            <p:nvPr/>
          </p:nvSpPr>
          <p:spPr>
            <a:xfrm>
              <a:off x="5569350" y="4874525"/>
              <a:ext cx="35125" cy="615700"/>
            </a:xfrm>
            <a:custGeom>
              <a:avLst/>
              <a:gdLst/>
              <a:ahLst/>
              <a:cxnLst/>
              <a:rect l="l" t="t" r="r" b="b"/>
              <a:pathLst>
                <a:path w="1405" h="24628" extrusionOk="0">
                  <a:moveTo>
                    <a:pt x="1" y="0"/>
                  </a:moveTo>
                  <a:lnTo>
                    <a:pt x="1" y="24627"/>
                  </a:lnTo>
                  <a:lnTo>
                    <a:pt x="1405" y="24627"/>
                  </a:lnTo>
                  <a:lnTo>
                    <a:pt x="1405" y="0"/>
                  </a:lnTo>
                  <a:close/>
                </a:path>
              </a:pathLst>
            </a:custGeom>
            <a:solidFill>
              <a:srgbClr val="A331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87"/>
            <p:cNvSpPr/>
            <p:nvPr/>
          </p:nvSpPr>
          <p:spPr>
            <a:xfrm>
              <a:off x="5569350" y="6403575"/>
              <a:ext cx="35125" cy="1134175"/>
            </a:xfrm>
            <a:custGeom>
              <a:avLst/>
              <a:gdLst/>
              <a:ahLst/>
              <a:cxnLst/>
              <a:rect l="l" t="t" r="r" b="b"/>
              <a:pathLst>
                <a:path w="1405" h="45367" extrusionOk="0">
                  <a:moveTo>
                    <a:pt x="1" y="1"/>
                  </a:moveTo>
                  <a:lnTo>
                    <a:pt x="1" y="45366"/>
                  </a:lnTo>
                  <a:lnTo>
                    <a:pt x="1405" y="45366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87"/>
            <p:cNvSpPr/>
            <p:nvPr/>
          </p:nvSpPr>
          <p:spPr>
            <a:xfrm>
              <a:off x="5029300" y="4080625"/>
              <a:ext cx="1114575" cy="720325"/>
            </a:xfrm>
            <a:custGeom>
              <a:avLst/>
              <a:gdLst/>
              <a:ahLst/>
              <a:cxnLst/>
              <a:rect l="l" t="t" r="r" b="b"/>
              <a:pathLst>
                <a:path w="44583" h="28813" extrusionOk="0">
                  <a:moveTo>
                    <a:pt x="6400" y="0"/>
                  </a:moveTo>
                  <a:cubicBezTo>
                    <a:pt x="4402" y="0"/>
                    <a:pt x="0" y="14582"/>
                    <a:pt x="0" y="28813"/>
                  </a:cubicBezTo>
                  <a:lnTo>
                    <a:pt x="44583" y="28813"/>
                  </a:lnTo>
                  <a:cubicBezTo>
                    <a:pt x="44583" y="16796"/>
                    <a:pt x="39938" y="0"/>
                    <a:pt x="38156" y="0"/>
                  </a:cubicBezTo>
                  <a:close/>
                </a:path>
              </a:pathLst>
            </a:custGeom>
            <a:solidFill>
              <a:srgbClr val="A0181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87"/>
            <p:cNvSpPr/>
            <p:nvPr/>
          </p:nvSpPr>
          <p:spPr>
            <a:xfrm>
              <a:off x="5012400" y="4773325"/>
              <a:ext cx="1169175" cy="214050"/>
            </a:xfrm>
            <a:custGeom>
              <a:avLst/>
              <a:gdLst/>
              <a:ahLst/>
              <a:cxnLst/>
              <a:rect l="l" t="t" r="r" b="b"/>
              <a:pathLst>
                <a:path w="46767" h="8562" extrusionOk="0">
                  <a:moveTo>
                    <a:pt x="33637" y="0"/>
                  </a:moveTo>
                  <a:cubicBezTo>
                    <a:pt x="20452" y="0"/>
                    <a:pt x="757" y="24"/>
                    <a:pt x="757" y="24"/>
                  </a:cubicBezTo>
                  <a:cubicBezTo>
                    <a:pt x="649" y="2293"/>
                    <a:pt x="28" y="3427"/>
                    <a:pt x="1" y="4966"/>
                  </a:cubicBezTo>
                  <a:cubicBezTo>
                    <a:pt x="1" y="5749"/>
                    <a:pt x="298" y="7207"/>
                    <a:pt x="1810" y="7234"/>
                  </a:cubicBezTo>
                  <a:cubicBezTo>
                    <a:pt x="1851" y="7237"/>
                    <a:pt x="1892" y="7238"/>
                    <a:pt x="1933" y="7238"/>
                  </a:cubicBezTo>
                  <a:cubicBezTo>
                    <a:pt x="2772" y="7238"/>
                    <a:pt x="3498" y="6711"/>
                    <a:pt x="3781" y="5938"/>
                  </a:cubicBezTo>
                  <a:cubicBezTo>
                    <a:pt x="3843" y="6388"/>
                    <a:pt x="4213" y="7116"/>
                    <a:pt x="4788" y="7116"/>
                  </a:cubicBezTo>
                  <a:cubicBezTo>
                    <a:pt x="4972" y="7116"/>
                    <a:pt x="5178" y="7040"/>
                    <a:pt x="5402" y="6856"/>
                  </a:cubicBezTo>
                  <a:lnTo>
                    <a:pt x="5402" y="6856"/>
                  </a:lnTo>
                  <a:cubicBezTo>
                    <a:pt x="5243" y="7745"/>
                    <a:pt x="5804" y="8140"/>
                    <a:pt x="6475" y="8140"/>
                  </a:cubicBezTo>
                  <a:cubicBezTo>
                    <a:pt x="7292" y="8140"/>
                    <a:pt x="8274" y="7553"/>
                    <a:pt x="8318" y="6559"/>
                  </a:cubicBezTo>
                  <a:cubicBezTo>
                    <a:pt x="8345" y="7018"/>
                    <a:pt x="8669" y="7396"/>
                    <a:pt x="9101" y="7504"/>
                  </a:cubicBezTo>
                  <a:cubicBezTo>
                    <a:pt x="9140" y="7509"/>
                    <a:pt x="9178" y="7511"/>
                    <a:pt x="9215" y="7511"/>
                  </a:cubicBezTo>
                  <a:cubicBezTo>
                    <a:pt x="10051" y="7511"/>
                    <a:pt x="10411" y="6379"/>
                    <a:pt x="10721" y="5965"/>
                  </a:cubicBezTo>
                  <a:cubicBezTo>
                    <a:pt x="10848" y="6389"/>
                    <a:pt x="11241" y="6646"/>
                    <a:pt x="11653" y="6646"/>
                  </a:cubicBezTo>
                  <a:cubicBezTo>
                    <a:pt x="11766" y="6646"/>
                    <a:pt x="11880" y="6627"/>
                    <a:pt x="11990" y="6586"/>
                  </a:cubicBezTo>
                  <a:lnTo>
                    <a:pt x="11990" y="6586"/>
                  </a:lnTo>
                  <a:cubicBezTo>
                    <a:pt x="11936" y="7207"/>
                    <a:pt x="11693" y="8207"/>
                    <a:pt x="12693" y="8504"/>
                  </a:cubicBezTo>
                  <a:cubicBezTo>
                    <a:pt x="12825" y="8543"/>
                    <a:pt x="12959" y="8562"/>
                    <a:pt x="13090" y="8562"/>
                  </a:cubicBezTo>
                  <a:cubicBezTo>
                    <a:pt x="13679" y="8562"/>
                    <a:pt x="14217" y="8182"/>
                    <a:pt x="14394" y="7585"/>
                  </a:cubicBezTo>
                  <a:cubicBezTo>
                    <a:pt x="14419" y="8106"/>
                    <a:pt x="14854" y="8513"/>
                    <a:pt x="15385" y="8513"/>
                  </a:cubicBezTo>
                  <a:cubicBezTo>
                    <a:pt x="15432" y="8513"/>
                    <a:pt x="15480" y="8510"/>
                    <a:pt x="15528" y="8504"/>
                  </a:cubicBezTo>
                  <a:cubicBezTo>
                    <a:pt x="16635" y="8450"/>
                    <a:pt x="16797" y="7126"/>
                    <a:pt x="16932" y="6532"/>
                  </a:cubicBezTo>
                  <a:cubicBezTo>
                    <a:pt x="17369" y="7260"/>
                    <a:pt x="17900" y="7611"/>
                    <a:pt x="18516" y="7611"/>
                  </a:cubicBezTo>
                  <a:cubicBezTo>
                    <a:pt x="19043" y="7611"/>
                    <a:pt x="19633" y="7354"/>
                    <a:pt x="20281" y="6856"/>
                  </a:cubicBezTo>
                  <a:cubicBezTo>
                    <a:pt x="20411" y="7471"/>
                    <a:pt x="20914" y="8137"/>
                    <a:pt x="21541" y="8137"/>
                  </a:cubicBezTo>
                  <a:cubicBezTo>
                    <a:pt x="21823" y="8137"/>
                    <a:pt x="22131" y="8002"/>
                    <a:pt x="22441" y="7666"/>
                  </a:cubicBezTo>
                  <a:cubicBezTo>
                    <a:pt x="22466" y="8213"/>
                    <a:pt x="22834" y="8451"/>
                    <a:pt x="23245" y="8451"/>
                  </a:cubicBezTo>
                  <a:cubicBezTo>
                    <a:pt x="23727" y="8451"/>
                    <a:pt x="24268" y="8125"/>
                    <a:pt x="24385" y="7585"/>
                  </a:cubicBezTo>
                  <a:cubicBezTo>
                    <a:pt x="24503" y="7674"/>
                    <a:pt x="24734" y="7745"/>
                    <a:pt x="24966" y="7745"/>
                  </a:cubicBezTo>
                  <a:cubicBezTo>
                    <a:pt x="25370" y="7745"/>
                    <a:pt x="25781" y="7532"/>
                    <a:pt x="25627" y="6829"/>
                  </a:cubicBezTo>
                  <a:lnTo>
                    <a:pt x="25627" y="6829"/>
                  </a:lnTo>
                  <a:cubicBezTo>
                    <a:pt x="25809" y="6927"/>
                    <a:pt x="26033" y="6971"/>
                    <a:pt x="26261" y="6971"/>
                  </a:cubicBezTo>
                  <a:cubicBezTo>
                    <a:pt x="26981" y="6971"/>
                    <a:pt x="27757" y="6533"/>
                    <a:pt x="27490" y="5938"/>
                  </a:cubicBezTo>
                  <a:lnTo>
                    <a:pt x="27490" y="5938"/>
                  </a:lnTo>
                  <a:cubicBezTo>
                    <a:pt x="27624" y="6179"/>
                    <a:pt x="27936" y="6326"/>
                    <a:pt x="28272" y="6326"/>
                  </a:cubicBezTo>
                  <a:cubicBezTo>
                    <a:pt x="28616" y="6326"/>
                    <a:pt x="28987" y="6172"/>
                    <a:pt x="29219" y="5803"/>
                  </a:cubicBezTo>
                  <a:cubicBezTo>
                    <a:pt x="29444" y="6358"/>
                    <a:pt x="30237" y="6946"/>
                    <a:pt x="30933" y="6946"/>
                  </a:cubicBezTo>
                  <a:cubicBezTo>
                    <a:pt x="31321" y="6946"/>
                    <a:pt x="31679" y="6763"/>
                    <a:pt x="31892" y="6289"/>
                  </a:cubicBezTo>
                  <a:cubicBezTo>
                    <a:pt x="32054" y="7018"/>
                    <a:pt x="32945" y="8072"/>
                    <a:pt x="34052" y="8072"/>
                  </a:cubicBezTo>
                  <a:cubicBezTo>
                    <a:pt x="35321" y="8072"/>
                    <a:pt x="35213" y="7288"/>
                    <a:pt x="35943" y="6802"/>
                  </a:cubicBezTo>
                  <a:cubicBezTo>
                    <a:pt x="36206" y="7204"/>
                    <a:pt x="36724" y="7386"/>
                    <a:pt x="37261" y="7386"/>
                  </a:cubicBezTo>
                  <a:cubicBezTo>
                    <a:pt x="37988" y="7386"/>
                    <a:pt x="38750" y="7053"/>
                    <a:pt x="38967" y="6478"/>
                  </a:cubicBezTo>
                  <a:cubicBezTo>
                    <a:pt x="39173" y="6846"/>
                    <a:pt x="39802" y="7149"/>
                    <a:pt x="40368" y="7149"/>
                  </a:cubicBezTo>
                  <a:cubicBezTo>
                    <a:pt x="40842" y="7149"/>
                    <a:pt x="41272" y="6936"/>
                    <a:pt x="41370" y="6370"/>
                  </a:cubicBezTo>
                  <a:lnTo>
                    <a:pt x="41370" y="6370"/>
                  </a:lnTo>
                  <a:cubicBezTo>
                    <a:pt x="41274" y="7728"/>
                    <a:pt x="42035" y="8285"/>
                    <a:pt x="42796" y="8285"/>
                  </a:cubicBezTo>
                  <a:cubicBezTo>
                    <a:pt x="43534" y="8285"/>
                    <a:pt x="44272" y="7761"/>
                    <a:pt x="44233" y="6937"/>
                  </a:cubicBezTo>
                  <a:lnTo>
                    <a:pt x="44233" y="6937"/>
                  </a:lnTo>
                  <a:cubicBezTo>
                    <a:pt x="44516" y="7153"/>
                    <a:pt x="44810" y="7252"/>
                    <a:pt x="45088" y="7252"/>
                  </a:cubicBezTo>
                  <a:cubicBezTo>
                    <a:pt x="46026" y="7252"/>
                    <a:pt x="46767" y="6118"/>
                    <a:pt x="46204" y="4534"/>
                  </a:cubicBezTo>
                  <a:cubicBezTo>
                    <a:pt x="45664" y="2995"/>
                    <a:pt x="45259" y="1726"/>
                    <a:pt x="45259" y="24"/>
                  </a:cubicBezTo>
                  <a:cubicBezTo>
                    <a:pt x="45196" y="6"/>
                    <a:pt x="40230" y="0"/>
                    <a:pt x="33637" y="0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87"/>
            <p:cNvSpPr/>
            <p:nvPr/>
          </p:nvSpPr>
          <p:spPr>
            <a:xfrm>
              <a:off x="5012400" y="4763800"/>
              <a:ext cx="1153075" cy="50650"/>
            </a:xfrm>
            <a:custGeom>
              <a:avLst/>
              <a:gdLst/>
              <a:ahLst/>
              <a:cxnLst/>
              <a:rect l="l" t="t" r="r" b="b"/>
              <a:pathLst>
                <a:path w="46123" h="2026" extrusionOk="0">
                  <a:moveTo>
                    <a:pt x="757" y="0"/>
                  </a:moveTo>
                  <a:cubicBezTo>
                    <a:pt x="325" y="0"/>
                    <a:pt x="1" y="324"/>
                    <a:pt x="1" y="757"/>
                  </a:cubicBezTo>
                  <a:lnTo>
                    <a:pt x="1" y="1270"/>
                  </a:lnTo>
                  <a:cubicBezTo>
                    <a:pt x="1" y="1675"/>
                    <a:pt x="325" y="2026"/>
                    <a:pt x="757" y="2026"/>
                  </a:cubicBezTo>
                  <a:lnTo>
                    <a:pt x="45394" y="2026"/>
                  </a:lnTo>
                  <a:cubicBezTo>
                    <a:pt x="45799" y="2026"/>
                    <a:pt x="46123" y="1675"/>
                    <a:pt x="46123" y="1270"/>
                  </a:cubicBezTo>
                  <a:lnTo>
                    <a:pt x="46123" y="757"/>
                  </a:lnTo>
                  <a:cubicBezTo>
                    <a:pt x="46123" y="324"/>
                    <a:pt x="45799" y="0"/>
                    <a:pt x="45394" y="0"/>
                  </a:cubicBezTo>
                  <a:close/>
                </a:path>
              </a:pathLst>
            </a:custGeom>
            <a:solidFill>
              <a:srgbClr val="E2B7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87"/>
            <p:cNvSpPr/>
            <p:nvPr/>
          </p:nvSpPr>
          <p:spPr>
            <a:xfrm>
              <a:off x="5865050" y="5453275"/>
              <a:ext cx="96550" cy="83525"/>
            </a:xfrm>
            <a:custGeom>
              <a:avLst/>
              <a:gdLst/>
              <a:ahLst/>
              <a:cxnLst/>
              <a:rect l="l" t="t" r="r" b="b"/>
              <a:pathLst>
                <a:path w="3862" h="3341" extrusionOk="0">
                  <a:moveTo>
                    <a:pt x="2200" y="1"/>
                  </a:moveTo>
                  <a:cubicBezTo>
                    <a:pt x="1786" y="1"/>
                    <a:pt x="1365" y="157"/>
                    <a:pt x="1026" y="505"/>
                  </a:cubicBezTo>
                  <a:cubicBezTo>
                    <a:pt x="0" y="1558"/>
                    <a:pt x="729" y="3313"/>
                    <a:pt x="2215" y="3340"/>
                  </a:cubicBezTo>
                  <a:cubicBezTo>
                    <a:pt x="3133" y="3313"/>
                    <a:pt x="3862" y="2557"/>
                    <a:pt x="3862" y="1639"/>
                  </a:cubicBezTo>
                  <a:cubicBezTo>
                    <a:pt x="3844" y="644"/>
                    <a:pt x="3038" y="1"/>
                    <a:pt x="2200" y="1"/>
                  </a:cubicBezTo>
                  <a:close/>
                </a:path>
              </a:pathLst>
            </a:custGeom>
            <a:solidFill>
              <a:srgbClr val="D893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87"/>
            <p:cNvSpPr/>
            <p:nvPr/>
          </p:nvSpPr>
          <p:spPr>
            <a:xfrm>
              <a:off x="5121775" y="4080625"/>
              <a:ext cx="845900" cy="581075"/>
            </a:xfrm>
            <a:custGeom>
              <a:avLst/>
              <a:gdLst/>
              <a:ahLst/>
              <a:cxnLst/>
              <a:rect l="l" t="t" r="r" b="b"/>
              <a:pathLst>
                <a:path w="33836" h="23243" extrusionOk="0">
                  <a:moveTo>
                    <a:pt x="4240" y="0"/>
                  </a:moveTo>
                  <a:cubicBezTo>
                    <a:pt x="3160" y="0"/>
                    <a:pt x="1351" y="4861"/>
                    <a:pt x="1" y="11719"/>
                  </a:cubicBezTo>
                  <a:cubicBezTo>
                    <a:pt x="1" y="18088"/>
                    <a:pt x="7808" y="23242"/>
                    <a:pt x="15922" y="23242"/>
                  </a:cubicBezTo>
                  <a:cubicBezTo>
                    <a:pt x="24699" y="23242"/>
                    <a:pt x="33836" y="17211"/>
                    <a:pt x="33836" y="162"/>
                  </a:cubicBezTo>
                  <a:cubicBezTo>
                    <a:pt x="33755" y="81"/>
                    <a:pt x="33647" y="27"/>
                    <a:pt x="33539" y="0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87"/>
            <p:cNvSpPr/>
            <p:nvPr/>
          </p:nvSpPr>
          <p:spPr>
            <a:xfrm>
              <a:off x="5015100" y="4857950"/>
              <a:ext cx="1155100" cy="129675"/>
            </a:xfrm>
            <a:custGeom>
              <a:avLst/>
              <a:gdLst/>
              <a:ahLst/>
              <a:cxnLst/>
              <a:rect l="l" t="t" r="r" b="b"/>
              <a:pathLst>
                <a:path w="46204" h="5187" extrusionOk="0">
                  <a:moveTo>
                    <a:pt x="33179" y="1"/>
                  </a:moveTo>
                  <a:cubicBezTo>
                    <a:pt x="32597" y="1"/>
                    <a:pt x="32072" y="397"/>
                    <a:pt x="31919" y="987"/>
                  </a:cubicBezTo>
                  <a:cubicBezTo>
                    <a:pt x="31869" y="441"/>
                    <a:pt x="31455" y="32"/>
                    <a:pt x="30948" y="32"/>
                  </a:cubicBezTo>
                  <a:cubicBezTo>
                    <a:pt x="30903" y="32"/>
                    <a:pt x="30858" y="35"/>
                    <a:pt x="30812" y="42"/>
                  </a:cubicBezTo>
                  <a:cubicBezTo>
                    <a:pt x="29678" y="96"/>
                    <a:pt x="29516" y="1419"/>
                    <a:pt x="29381" y="2013"/>
                  </a:cubicBezTo>
                  <a:cubicBezTo>
                    <a:pt x="28944" y="1285"/>
                    <a:pt x="28413" y="934"/>
                    <a:pt x="27797" y="934"/>
                  </a:cubicBezTo>
                  <a:cubicBezTo>
                    <a:pt x="27270" y="934"/>
                    <a:pt x="26680" y="1191"/>
                    <a:pt x="26032" y="1689"/>
                  </a:cubicBezTo>
                  <a:cubicBezTo>
                    <a:pt x="25902" y="1075"/>
                    <a:pt x="25399" y="409"/>
                    <a:pt x="24772" y="409"/>
                  </a:cubicBezTo>
                  <a:cubicBezTo>
                    <a:pt x="24490" y="409"/>
                    <a:pt x="24182" y="544"/>
                    <a:pt x="23872" y="879"/>
                  </a:cubicBezTo>
                  <a:cubicBezTo>
                    <a:pt x="23847" y="345"/>
                    <a:pt x="23485" y="108"/>
                    <a:pt x="23077" y="108"/>
                  </a:cubicBezTo>
                  <a:cubicBezTo>
                    <a:pt x="22599" y="108"/>
                    <a:pt x="22059" y="433"/>
                    <a:pt x="21928" y="987"/>
                  </a:cubicBezTo>
                  <a:cubicBezTo>
                    <a:pt x="21816" y="886"/>
                    <a:pt x="21583" y="807"/>
                    <a:pt x="21347" y="807"/>
                  </a:cubicBezTo>
                  <a:cubicBezTo>
                    <a:pt x="20953" y="807"/>
                    <a:pt x="20551" y="1025"/>
                    <a:pt x="20686" y="1716"/>
                  </a:cubicBezTo>
                  <a:cubicBezTo>
                    <a:pt x="20504" y="1619"/>
                    <a:pt x="20282" y="1575"/>
                    <a:pt x="20055" y="1575"/>
                  </a:cubicBezTo>
                  <a:cubicBezTo>
                    <a:pt x="19335" y="1575"/>
                    <a:pt x="18562" y="2019"/>
                    <a:pt x="18849" y="2634"/>
                  </a:cubicBezTo>
                  <a:cubicBezTo>
                    <a:pt x="18702" y="2380"/>
                    <a:pt x="18384" y="2226"/>
                    <a:pt x="18044" y="2226"/>
                  </a:cubicBezTo>
                  <a:cubicBezTo>
                    <a:pt x="17696" y="2226"/>
                    <a:pt x="17326" y="2387"/>
                    <a:pt x="17094" y="2769"/>
                  </a:cubicBezTo>
                  <a:cubicBezTo>
                    <a:pt x="16886" y="2196"/>
                    <a:pt x="16085" y="1601"/>
                    <a:pt x="15383" y="1601"/>
                  </a:cubicBezTo>
                  <a:cubicBezTo>
                    <a:pt x="14993" y="1601"/>
                    <a:pt x="14633" y="1784"/>
                    <a:pt x="14421" y="2256"/>
                  </a:cubicBezTo>
                  <a:cubicBezTo>
                    <a:pt x="14259" y="1527"/>
                    <a:pt x="13368" y="474"/>
                    <a:pt x="12261" y="474"/>
                  </a:cubicBezTo>
                  <a:cubicBezTo>
                    <a:pt x="10991" y="474"/>
                    <a:pt x="11099" y="1284"/>
                    <a:pt x="10397" y="1743"/>
                  </a:cubicBezTo>
                  <a:cubicBezTo>
                    <a:pt x="10133" y="1341"/>
                    <a:pt x="9616" y="1159"/>
                    <a:pt x="9077" y="1159"/>
                  </a:cubicBezTo>
                  <a:cubicBezTo>
                    <a:pt x="8347" y="1159"/>
                    <a:pt x="7579" y="1493"/>
                    <a:pt x="7346" y="2067"/>
                  </a:cubicBezTo>
                  <a:cubicBezTo>
                    <a:pt x="7140" y="1700"/>
                    <a:pt x="6510" y="1396"/>
                    <a:pt x="5944" y="1396"/>
                  </a:cubicBezTo>
                  <a:cubicBezTo>
                    <a:pt x="5470" y="1396"/>
                    <a:pt x="5041" y="1609"/>
                    <a:pt x="4943" y="2175"/>
                  </a:cubicBezTo>
                  <a:cubicBezTo>
                    <a:pt x="5039" y="818"/>
                    <a:pt x="4278" y="261"/>
                    <a:pt x="3517" y="261"/>
                  </a:cubicBezTo>
                  <a:cubicBezTo>
                    <a:pt x="2779" y="261"/>
                    <a:pt x="2040" y="784"/>
                    <a:pt x="2080" y="1608"/>
                  </a:cubicBezTo>
                  <a:cubicBezTo>
                    <a:pt x="1801" y="1392"/>
                    <a:pt x="1510" y="1293"/>
                    <a:pt x="1235" y="1293"/>
                  </a:cubicBezTo>
                  <a:cubicBezTo>
                    <a:pt x="685" y="1293"/>
                    <a:pt x="199" y="1689"/>
                    <a:pt x="1" y="2337"/>
                  </a:cubicBezTo>
                  <a:cubicBezTo>
                    <a:pt x="163" y="3066"/>
                    <a:pt x="649" y="3849"/>
                    <a:pt x="1729" y="3849"/>
                  </a:cubicBezTo>
                  <a:cubicBezTo>
                    <a:pt x="1770" y="3852"/>
                    <a:pt x="1811" y="3853"/>
                    <a:pt x="1852" y="3853"/>
                  </a:cubicBezTo>
                  <a:cubicBezTo>
                    <a:pt x="2691" y="3853"/>
                    <a:pt x="3417" y="3326"/>
                    <a:pt x="3700" y="2553"/>
                  </a:cubicBezTo>
                  <a:cubicBezTo>
                    <a:pt x="3762" y="3003"/>
                    <a:pt x="4132" y="3731"/>
                    <a:pt x="4707" y="3731"/>
                  </a:cubicBezTo>
                  <a:cubicBezTo>
                    <a:pt x="4891" y="3731"/>
                    <a:pt x="5097" y="3655"/>
                    <a:pt x="5321" y="3471"/>
                  </a:cubicBezTo>
                  <a:lnTo>
                    <a:pt x="5321" y="3471"/>
                  </a:lnTo>
                  <a:cubicBezTo>
                    <a:pt x="5162" y="4360"/>
                    <a:pt x="5717" y="4755"/>
                    <a:pt x="6384" y="4755"/>
                  </a:cubicBezTo>
                  <a:cubicBezTo>
                    <a:pt x="7198" y="4755"/>
                    <a:pt x="8178" y="4168"/>
                    <a:pt x="8237" y="3174"/>
                  </a:cubicBezTo>
                  <a:cubicBezTo>
                    <a:pt x="8237" y="3633"/>
                    <a:pt x="8588" y="4011"/>
                    <a:pt x="9020" y="4119"/>
                  </a:cubicBezTo>
                  <a:cubicBezTo>
                    <a:pt x="9059" y="4124"/>
                    <a:pt x="9097" y="4126"/>
                    <a:pt x="9134" y="4126"/>
                  </a:cubicBezTo>
                  <a:cubicBezTo>
                    <a:pt x="9970" y="4126"/>
                    <a:pt x="10330" y="2995"/>
                    <a:pt x="10640" y="2607"/>
                  </a:cubicBezTo>
                  <a:cubicBezTo>
                    <a:pt x="10767" y="3009"/>
                    <a:pt x="11159" y="3262"/>
                    <a:pt x="11569" y="3262"/>
                  </a:cubicBezTo>
                  <a:cubicBezTo>
                    <a:pt x="11683" y="3262"/>
                    <a:pt x="11798" y="3242"/>
                    <a:pt x="11909" y="3201"/>
                  </a:cubicBezTo>
                  <a:lnTo>
                    <a:pt x="11909" y="3201"/>
                  </a:lnTo>
                  <a:cubicBezTo>
                    <a:pt x="11855" y="3822"/>
                    <a:pt x="11612" y="4822"/>
                    <a:pt x="12612" y="5119"/>
                  </a:cubicBezTo>
                  <a:cubicBezTo>
                    <a:pt x="12750" y="5165"/>
                    <a:pt x="12890" y="5187"/>
                    <a:pt x="13026" y="5187"/>
                  </a:cubicBezTo>
                  <a:cubicBezTo>
                    <a:pt x="13609" y="5187"/>
                    <a:pt x="14138" y="4791"/>
                    <a:pt x="14313" y="4200"/>
                  </a:cubicBezTo>
                  <a:cubicBezTo>
                    <a:pt x="14338" y="4759"/>
                    <a:pt x="14793" y="5150"/>
                    <a:pt x="15319" y="5150"/>
                  </a:cubicBezTo>
                  <a:cubicBezTo>
                    <a:pt x="15352" y="5150"/>
                    <a:pt x="15386" y="5149"/>
                    <a:pt x="15420" y="5146"/>
                  </a:cubicBezTo>
                  <a:cubicBezTo>
                    <a:pt x="16554" y="5065"/>
                    <a:pt x="16716" y="3741"/>
                    <a:pt x="16851" y="3174"/>
                  </a:cubicBezTo>
                  <a:cubicBezTo>
                    <a:pt x="17283" y="3895"/>
                    <a:pt x="17808" y="4238"/>
                    <a:pt x="18416" y="4238"/>
                  </a:cubicBezTo>
                  <a:cubicBezTo>
                    <a:pt x="18948" y="4238"/>
                    <a:pt x="19544" y="3975"/>
                    <a:pt x="20200" y="3471"/>
                  </a:cubicBezTo>
                  <a:cubicBezTo>
                    <a:pt x="20330" y="4086"/>
                    <a:pt x="20833" y="4752"/>
                    <a:pt x="21460" y="4752"/>
                  </a:cubicBezTo>
                  <a:cubicBezTo>
                    <a:pt x="21742" y="4752"/>
                    <a:pt x="22050" y="4617"/>
                    <a:pt x="22360" y="4281"/>
                  </a:cubicBezTo>
                  <a:cubicBezTo>
                    <a:pt x="22385" y="4828"/>
                    <a:pt x="22747" y="5066"/>
                    <a:pt x="23155" y="5066"/>
                  </a:cubicBezTo>
                  <a:cubicBezTo>
                    <a:pt x="23633" y="5066"/>
                    <a:pt x="24173" y="4740"/>
                    <a:pt x="24304" y="4200"/>
                  </a:cubicBezTo>
                  <a:cubicBezTo>
                    <a:pt x="24413" y="4289"/>
                    <a:pt x="24637" y="4360"/>
                    <a:pt x="24867" y="4360"/>
                  </a:cubicBezTo>
                  <a:cubicBezTo>
                    <a:pt x="25266" y="4360"/>
                    <a:pt x="25683" y="4147"/>
                    <a:pt x="25546" y="3444"/>
                  </a:cubicBezTo>
                  <a:lnTo>
                    <a:pt x="25546" y="3444"/>
                  </a:lnTo>
                  <a:cubicBezTo>
                    <a:pt x="25728" y="3542"/>
                    <a:pt x="25952" y="3586"/>
                    <a:pt x="26180" y="3586"/>
                  </a:cubicBezTo>
                  <a:cubicBezTo>
                    <a:pt x="26900" y="3586"/>
                    <a:pt x="27676" y="3148"/>
                    <a:pt x="27409" y="2553"/>
                  </a:cubicBezTo>
                  <a:lnTo>
                    <a:pt x="27409" y="2553"/>
                  </a:lnTo>
                  <a:cubicBezTo>
                    <a:pt x="27544" y="2796"/>
                    <a:pt x="27862" y="2952"/>
                    <a:pt x="28203" y="2952"/>
                  </a:cubicBezTo>
                  <a:cubicBezTo>
                    <a:pt x="28544" y="2952"/>
                    <a:pt x="28908" y="2796"/>
                    <a:pt x="29138" y="2418"/>
                  </a:cubicBezTo>
                  <a:cubicBezTo>
                    <a:pt x="29346" y="2973"/>
                    <a:pt x="30143" y="3561"/>
                    <a:pt x="30845" y="3561"/>
                  </a:cubicBezTo>
                  <a:cubicBezTo>
                    <a:pt x="31237" y="3561"/>
                    <a:pt x="31598" y="3378"/>
                    <a:pt x="31811" y="2904"/>
                  </a:cubicBezTo>
                  <a:cubicBezTo>
                    <a:pt x="31973" y="3633"/>
                    <a:pt x="32864" y="4687"/>
                    <a:pt x="33971" y="4687"/>
                  </a:cubicBezTo>
                  <a:cubicBezTo>
                    <a:pt x="35240" y="4687"/>
                    <a:pt x="35132" y="3903"/>
                    <a:pt x="35835" y="3444"/>
                  </a:cubicBezTo>
                  <a:cubicBezTo>
                    <a:pt x="36110" y="3834"/>
                    <a:pt x="36629" y="4015"/>
                    <a:pt x="37165" y="4015"/>
                  </a:cubicBezTo>
                  <a:cubicBezTo>
                    <a:pt x="37893" y="4015"/>
                    <a:pt x="38653" y="3684"/>
                    <a:pt x="38886" y="3093"/>
                  </a:cubicBezTo>
                  <a:cubicBezTo>
                    <a:pt x="39092" y="3461"/>
                    <a:pt x="39721" y="3764"/>
                    <a:pt x="40287" y="3764"/>
                  </a:cubicBezTo>
                  <a:cubicBezTo>
                    <a:pt x="40761" y="3764"/>
                    <a:pt x="41191" y="3551"/>
                    <a:pt x="41289" y="2985"/>
                  </a:cubicBezTo>
                  <a:lnTo>
                    <a:pt x="41289" y="2985"/>
                  </a:lnTo>
                  <a:cubicBezTo>
                    <a:pt x="41193" y="4343"/>
                    <a:pt x="41954" y="4900"/>
                    <a:pt x="42715" y="4900"/>
                  </a:cubicBezTo>
                  <a:cubicBezTo>
                    <a:pt x="43453" y="4900"/>
                    <a:pt x="44191" y="4376"/>
                    <a:pt x="44152" y="3552"/>
                  </a:cubicBezTo>
                  <a:lnTo>
                    <a:pt x="44152" y="3552"/>
                  </a:lnTo>
                  <a:cubicBezTo>
                    <a:pt x="44431" y="3768"/>
                    <a:pt x="44722" y="3867"/>
                    <a:pt x="44996" y="3867"/>
                  </a:cubicBezTo>
                  <a:cubicBezTo>
                    <a:pt x="45544" y="3867"/>
                    <a:pt x="46024" y="3471"/>
                    <a:pt x="46204" y="2823"/>
                  </a:cubicBezTo>
                  <a:cubicBezTo>
                    <a:pt x="46042" y="2094"/>
                    <a:pt x="45583" y="1338"/>
                    <a:pt x="44476" y="1311"/>
                  </a:cubicBezTo>
                  <a:cubicBezTo>
                    <a:pt x="44436" y="1309"/>
                    <a:pt x="44396" y="1307"/>
                    <a:pt x="44357" y="1307"/>
                  </a:cubicBezTo>
                  <a:cubicBezTo>
                    <a:pt x="43538" y="1307"/>
                    <a:pt x="42788" y="1836"/>
                    <a:pt x="42504" y="2634"/>
                  </a:cubicBezTo>
                  <a:cubicBezTo>
                    <a:pt x="42443" y="2164"/>
                    <a:pt x="42072" y="1430"/>
                    <a:pt x="41497" y="1430"/>
                  </a:cubicBezTo>
                  <a:cubicBezTo>
                    <a:pt x="41312" y="1430"/>
                    <a:pt x="41107" y="1506"/>
                    <a:pt x="40884" y="1689"/>
                  </a:cubicBezTo>
                  <a:cubicBezTo>
                    <a:pt x="41042" y="801"/>
                    <a:pt x="40488" y="406"/>
                    <a:pt x="39820" y="406"/>
                  </a:cubicBezTo>
                  <a:cubicBezTo>
                    <a:pt x="39007" y="406"/>
                    <a:pt x="38027" y="992"/>
                    <a:pt x="37968" y="1986"/>
                  </a:cubicBezTo>
                  <a:cubicBezTo>
                    <a:pt x="37968" y="1527"/>
                    <a:pt x="37617" y="1149"/>
                    <a:pt x="37185" y="1068"/>
                  </a:cubicBezTo>
                  <a:cubicBezTo>
                    <a:pt x="37137" y="1061"/>
                    <a:pt x="37090" y="1058"/>
                    <a:pt x="37045" y="1058"/>
                  </a:cubicBezTo>
                  <a:cubicBezTo>
                    <a:pt x="36227" y="1058"/>
                    <a:pt x="35872" y="2171"/>
                    <a:pt x="35564" y="2580"/>
                  </a:cubicBezTo>
                  <a:cubicBezTo>
                    <a:pt x="35440" y="2167"/>
                    <a:pt x="35063" y="1912"/>
                    <a:pt x="34663" y="1912"/>
                  </a:cubicBezTo>
                  <a:cubicBezTo>
                    <a:pt x="34540" y="1912"/>
                    <a:pt x="34416" y="1936"/>
                    <a:pt x="34295" y="1986"/>
                  </a:cubicBezTo>
                  <a:cubicBezTo>
                    <a:pt x="34349" y="1365"/>
                    <a:pt x="34592" y="366"/>
                    <a:pt x="33593" y="69"/>
                  </a:cubicBezTo>
                  <a:cubicBezTo>
                    <a:pt x="33455" y="23"/>
                    <a:pt x="33315" y="1"/>
                    <a:pt x="33179" y="1"/>
                  </a:cubicBezTo>
                  <a:close/>
                </a:path>
              </a:pathLst>
            </a:custGeom>
            <a:solidFill>
              <a:srgbClr val="EFA8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87"/>
            <p:cNvSpPr/>
            <p:nvPr/>
          </p:nvSpPr>
          <p:spPr>
            <a:xfrm>
              <a:off x="5495100" y="7451300"/>
              <a:ext cx="182975" cy="99950"/>
            </a:xfrm>
            <a:custGeom>
              <a:avLst/>
              <a:gdLst/>
              <a:ahLst/>
              <a:cxnLst/>
              <a:rect l="l" t="t" r="r" b="b"/>
              <a:pathLst>
                <a:path w="7319" h="3998" extrusionOk="0">
                  <a:moveTo>
                    <a:pt x="3403" y="1"/>
                  </a:moveTo>
                  <a:cubicBezTo>
                    <a:pt x="1540" y="1"/>
                    <a:pt x="0" y="1513"/>
                    <a:pt x="27" y="3403"/>
                  </a:cubicBezTo>
                  <a:lnTo>
                    <a:pt x="27" y="3998"/>
                  </a:lnTo>
                  <a:lnTo>
                    <a:pt x="7318" y="3998"/>
                  </a:lnTo>
                  <a:lnTo>
                    <a:pt x="7318" y="3403"/>
                  </a:lnTo>
                  <a:cubicBezTo>
                    <a:pt x="7318" y="1513"/>
                    <a:pt x="5779" y="1"/>
                    <a:pt x="3916" y="1"/>
                  </a:cubicBezTo>
                  <a:close/>
                </a:path>
              </a:pathLst>
            </a:custGeom>
            <a:solidFill>
              <a:srgbClr val="9934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87"/>
            <p:cNvSpPr/>
            <p:nvPr/>
          </p:nvSpPr>
          <p:spPr>
            <a:xfrm>
              <a:off x="5135950" y="7584300"/>
              <a:ext cx="901275" cy="56725"/>
            </a:xfrm>
            <a:custGeom>
              <a:avLst/>
              <a:gdLst/>
              <a:ahLst/>
              <a:cxnLst/>
              <a:rect l="l" t="t" r="r" b="b"/>
              <a:pathLst>
                <a:path w="36051" h="2269" extrusionOk="0">
                  <a:moveTo>
                    <a:pt x="1810" y="1"/>
                  </a:moveTo>
                  <a:cubicBezTo>
                    <a:pt x="811" y="1"/>
                    <a:pt x="1" y="811"/>
                    <a:pt x="1" y="1810"/>
                  </a:cubicBezTo>
                  <a:lnTo>
                    <a:pt x="1" y="2269"/>
                  </a:lnTo>
                  <a:lnTo>
                    <a:pt x="36050" y="2269"/>
                  </a:lnTo>
                  <a:lnTo>
                    <a:pt x="36050" y="1810"/>
                  </a:lnTo>
                  <a:cubicBezTo>
                    <a:pt x="36050" y="811"/>
                    <a:pt x="35240" y="1"/>
                    <a:pt x="342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87"/>
            <p:cNvSpPr/>
            <p:nvPr/>
          </p:nvSpPr>
          <p:spPr>
            <a:xfrm>
              <a:off x="5199400" y="7520850"/>
              <a:ext cx="774350" cy="85075"/>
            </a:xfrm>
            <a:custGeom>
              <a:avLst/>
              <a:gdLst/>
              <a:ahLst/>
              <a:cxnLst/>
              <a:rect l="l" t="t" r="r" b="b"/>
              <a:pathLst>
                <a:path w="30974" h="3403" extrusionOk="0">
                  <a:moveTo>
                    <a:pt x="11153" y="0"/>
                  </a:moveTo>
                  <a:lnTo>
                    <a:pt x="1" y="3403"/>
                  </a:lnTo>
                  <a:lnTo>
                    <a:pt x="30974" y="3403"/>
                  </a:lnTo>
                  <a:lnTo>
                    <a:pt x="19821" y="0"/>
                  </a:lnTo>
                  <a:close/>
                </a:path>
              </a:pathLst>
            </a:custGeom>
            <a:solidFill>
              <a:srgbClr val="9934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87"/>
            <p:cNvSpPr/>
            <p:nvPr/>
          </p:nvSpPr>
          <p:spPr>
            <a:xfrm>
              <a:off x="5082625" y="4763800"/>
              <a:ext cx="594775" cy="50650"/>
            </a:xfrm>
            <a:custGeom>
              <a:avLst/>
              <a:gdLst/>
              <a:ahLst/>
              <a:cxnLst/>
              <a:rect l="l" t="t" r="r" b="b"/>
              <a:pathLst>
                <a:path w="23791" h="2026" extrusionOk="0">
                  <a:moveTo>
                    <a:pt x="540" y="0"/>
                  </a:moveTo>
                  <a:cubicBezTo>
                    <a:pt x="243" y="0"/>
                    <a:pt x="0" y="243"/>
                    <a:pt x="0" y="541"/>
                  </a:cubicBezTo>
                  <a:lnTo>
                    <a:pt x="0" y="1486"/>
                  </a:lnTo>
                  <a:cubicBezTo>
                    <a:pt x="0" y="1783"/>
                    <a:pt x="243" y="2026"/>
                    <a:pt x="540" y="2026"/>
                  </a:cubicBezTo>
                  <a:lnTo>
                    <a:pt x="23250" y="2026"/>
                  </a:lnTo>
                  <a:cubicBezTo>
                    <a:pt x="23547" y="2026"/>
                    <a:pt x="23790" y="1783"/>
                    <a:pt x="23790" y="1486"/>
                  </a:cubicBezTo>
                  <a:lnTo>
                    <a:pt x="23790" y="541"/>
                  </a:lnTo>
                  <a:cubicBezTo>
                    <a:pt x="23790" y="243"/>
                    <a:pt x="23547" y="0"/>
                    <a:pt x="23250" y="0"/>
                  </a:cubicBezTo>
                  <a:close/>
                </a:path>
              </a:pathLst>
            </a:custGeom>
            <a:solidFill>
              <a:srgbClr val="F4D0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87"/>
            <p:cNvSpPr/>
            <p:nvPr/>
          </p:nvSpPr>
          <p:spPr>
            <a:xfrm>
              <a:off x="5752975" y="4763800"/>
              <a:ext cx="336225" cy="50650"/>
            </a:xfrm>
            <a:custGeom>
              <a:avLst/>
              <a:gdLst/>
              <a:ahLst/>
              <a:cxnLst/>
              <a:rect l="l" t="t" r="r" b="b"/>
              <a:pathLst>
                <a:path w="13449" h="2026" extrusionOk="0">
                  <a:moveTo>
                    <a:pt x="406" y="0"/>
                  </a:moveTo>
                  <a:cubicBezTo>
                    <a:pt x="190" y="0"/>
                    <a:pt x="1" y="189"/>
                    <a:pt x="1" y="405"/>
                  </a:cubicBezTo>
                  <a:lnTo>
                    <a:pt x="1" y="1621"/>
                  </a:lnTo>
                  <a:cubicBezTo>
                    <a:pt x="1" y="1837"/>
                    <a:pt x="190" y="2026"/>
                    <a:pt x="406" y="2026"/>
                  </a:cubicBezTo>
                  <a:lnTo>
                    <a:pt x="13043" y="2026"/>
                  </a:lnTo>
                  <a:cubicBezTo>
                    <a:pt x="13286" y="2026"/>
                    <a:pt x="13448" y="1837"/>
                    <a:pt x="13448" y="1621"/>
                  </a:cubicBezTo>
                  <a:lnTo>
                    <a:pt x="13448" y="405"/>
                  </a:lnTo>
                  <a:cubicBezTo>
                    <a:pt x="13448" y="189"/>
                    <a:pt x="13286" y="0"/>
                    <a:pt x="13043" y="0"/>
                  </a:cubicBezTo>
                  <a:close/>
                </a:path>
              </a:pathLst>
            </a:custGeom>
            <a:solidFill>
              <a:srgbClr val="F4D0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87"/>
            <p:cNvSpPr/>
            <p:nvPr/>
          </p:nvSpPr>
          <p:spPr>
            <a:xfrm>
              <a:off x="5768500" y="4202125"/>
              <a:ext cx="268700" cy="457725"/>
            </a:xfrm>
            <a:custGeom>
              <a:avLst/>
              <a:gdLst/>
              <a:ahLst/>
              <a:cxnLst/>
              <a:rect l="l" t="t" r="r" b="b"/>
              <a:pathLst>
                <a:path w="10748" h="18309" extrusionOk="0">
                  <a:moveTo>
                    <a:pt x="8777" y="1"/>
                  </a:moveTo>
                  <a:lnTo>
                    <a:pt x="8777" y="1"/>
                  </a:lnTo>
                  <a:cubicBezTo>
                    <a:pt x="9884" y="11639"/>
                    <a:pt x="1" y="18309"/>
                    <a:pt x="1" y="18309"/>
                  </a:cubicBezTo>
                  <a:cubicBezTo>
                    <a:pt x="1" y="18309"/>
                    <a:pt x="6212" y="15852"/>
                    <a:pt x="8237" y="10667"/>
                  </a:cubicBezTo>
                  <a:cubicBezTo>
                    <a:pt x="10748" y="4268"/>
                    <a:pt x="8777" y="1"/>
                    <a:pt x="8777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87"/>
            <p:cNvSpPr/>
            <p:nvPr/>
          </p:nvSpPr>
          <p:spPr>
            <a:xfrm>
              <a:off x="5108275" y="4464725"/>
              <a:ext cx="217400" cy="204200"/>
            </a:xfrm>
            <a:custGeom>
              <a:avLst/>
              <a:gdLst/>
              <a:ahLst/>
              <a:cxnLst/>
              <a:rect l="l" t="t" r="r" b="b"/>
              <a:pathLst>
                <a:path w="8696" h="8168" extrusionOk="0">
                  <a:moveTo>
                    <a:pt x="378" y="1"/>
                  </a:moveTo>
                  <a:lnTo>
                    <a:pt x="378" y="1"/>
                  </a:lnTo>
                  <a:cubicBezTo>
                    <a:pt x="378" y="1"/>
                    <a:pt x="1" y="3566"/>
                    <a:pt x="2512" y="5996"/>
                  </a:cubicBezTo>
                  <a:cubicBezTo>
                    <a:pt x="4534" y="7975"/>
                    <a:pt x="7310" y="8167"/>
                    <a:pt x="8314" y="8167"/>
                  </a:cubicBezTo>
                  <a:cubicBezTo>
                    <a:pt x="8556" y="8167"/>
                    <a:pt x="8696" y="8156"/>
                    <a:pt x="8696" y="8156"/>
                  </a:cubicBezTo>
                  <a:cubicBezTo>
                    <a:pt x="4969" y="6644"/>
                    <a:pt x="1972" y="3700"/>
                    <a:pt x="378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87"/>
            <p:cNvSpPr/>
            <p:nvPr/>
          </p:nvSpPr>
          <p:spPr>
            <a:xfrm>
              <a:off x="5067100" y="4366850"/>
              <a:ext cx="1032225" cy="56725"/>
            </a:xfrm>
            <a:custGeom>
              <a:avLst/>
              <a:gdLst/>
              <a:ahLst/>
              <a:cxnLst/>
              <a:rect l="l" t="t" r="r" b="b"/>
              <a:pathLst>
                <a:path w="41289" h="2269" extrusionOk="0">
                  <a:moveTo>
                    <a:pt x="40883" y="0"/>
                  </a:moveTo>
                  <a:cubicBezTo>
                    <a:pt x="34376" y="270"/>
                    <a:pt x="27355" y="432"/>
                    <a:pt x="20010" y="432"/>
                  </a:cubicBezTo>
                  <a:cubicBezTo>
                    <a:pt x="13151" y="432"/>
                    <a:pt x="6535" y="297"/>
                    <a:pt x="378" y="54"/>
                  </a:cubicBezTo>
                  <a:cubicBezTo>
                    <a:pt x="243" y="649"/>
                    <a:pt x="108" y="1270"/>
                    <a:pt x="0" y="1891"/>
                  </a:cubicBezTo>
                  <a:cubicBezTo>
                    <a:pt x="6265" y="2134"/>
                    <a:pt x="13016" y="2269"/>
                    <a:pt x="20010" y="2269"/>
                  </a:cubicBezTo>
                  <a:cubicBezTo>
                    <a:pt x="27490" y="2269"/>
                    <a:pt x="34646" y="2107"/>
                    <a:pt x="41288" y="1837"/>
                  </a:cubicBezTo>
                  <a:cubicBezTo>
                    <a:pt x="41153" y="1216"/>
                    <a:pt x="41018" y="595"/>
                    <a:pt x="408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87"/>
            <p:cNvSpPr/>
            <p:nvPr/>
          </p:nvSpPr>
          <p:spPr>
            <a:xfrm>
              <a:off x="4504075" y="6198350"/>
              <a:ext cx="757475" cy="113450"/>
            </a:xfrm>
            <a:custGeom>
              <a:avLst/>
              <a:gdLst/>
              <a:ahLst/>
              <a:cxnLst/>
              <a:rect l="l" t="t" r="r" b="b"/>
              <a:pathLst>
                <a:path w="30299" h="4538" extrusionOk="0">
                  <a:moveTo>
                    <a:pt x="14015" y="1"/>
                  </a:moveTo>
                  <a:cubicBezTo>
                    <a:pt x="10613" y="1"/>
                    <a:pt x="10586" y="2431"/>
                    <a:pt x="2647" y="3295"/>
                  </a:cubicBezTo>
                  <a:cubicBezTo>
                    <a:pt x="1648" y="3376"/>
                    <a:pt x="702" y="3808"/>
                    <a:pt x="0" y="4537"/>
                  </a:cubicBezTo>
                  <a:lnTo>
                    <a:pt x="29704" y="4537"/>
                  </a:lnTo>
                  <a:cubicBezTo>
                    <a:pt x="29704" y="4537"/>
                    <a:pt x="30298" y="3106"/>
                    <a:pt x="29272" y="3106"/>
                  </a:cubicBezTo>
                  <a:cubicBezTo>
                    <a:pt x="24249" y="3106"/>
                    <a:pt x="24006" y="811"/>
                    <a:pt x="22143" y="352"/>
                  </a:cubicBezTo>
                  <a:cubicBezTo>
                    <a:pt x="22011" y="319"/>
                    <a:pt x="21869" y="303"/>
                    <a:pt x="21719" y="303"/>
                  </a:cubicBezTo>
                  <a:cubicBezTo>
                    <a:pt x="19786" y="303"/>
                    <a:pt x="16516" y="2859"/>
                    <a:pt x="15338" y="3160"/>
                  </a:cubicBezTo>
                  <a:cubicBezTo>
                    <a:pt x="15283" y="3174"/>
                    <a:pt x="15233" y="3181"/>
                    <a:pt x="15188" y="3181"/>
                  </a:cubicBezTo>
                  <a:cubicBezTo>
                    <a:pt x="14220" y="3181"/>
                    <a:pt x="15486" y="1"/>
                    <a:pt x="14015" y="1"/>
                  </a:cubicBezTo>
                  <a:close/>
                </a:path>
              </a:pathLst>
            </a:custGeom>
            <a:solidFill>
              <a:srgbClr val="C6B6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48" name="Google Shape;6248;p87"/>
            <p:cNvGrpSpPr/>
            <p:nvPr/>
          </p:nvGrpSpPr>
          <p:grpSpPr>
            <a:xfrm>
              <a:off x="4318425" y="5794625"/>
              <a:ext cx="927600" cy="546200"/>
              <a:chOff x="4318425" y="5794625"/>
              <a:chExt cx="927600" cy="546200"/>
            </a:xfrm>
          </p:grpSpPr>
          <p:sp>
            <p:nvSpPr>
              <p:cNvPr id="6249" name="Google Shape;6249;p87"/>
              <p:cNvSpPr/>
              <p:nvPr/>
            </p:nvSpPr>
            <p:spPr>
              <a:xfrm>
                <a:off x="4362300" y="6010000"/>
                <a:ext cx="76325" cy="314625"/>
              </a:xfrm>
              <a:custGeom>
                <a:avLst/>
                <a:gdLst/>
                <a:ahLst/>
                <a:cxnLst/>
                <a:rect l="l" t="t" r="r" b="b"/>
                <a:pathLst>
                  <a:path w="3053" h="12585" extrusionOk="0">
                    <a:moveTo>
                      <a:pt x="2242" y="1"/>
                    </a:moveTo>
                    <a:lnTo>
                      <a:pt x="1" y="12584"/>
                    </a:lnTo>
                    <a:lnTo>
                      <a:pt x="2512" y="12233"/>
                    </a:lnTo>
                    <a:lnTo>
                      <a:pt x="3052" y="487"/>
                    </a:lnTo>
                    <a:lnTo>
                      <a:pt x="2242" y="1"/>
                    </a:lnTo>
                    <a:close/>
                  </a:path>
                </a:pathLst>
              </a:custGeom>
              <a:solidFill>
                <a:srgbClr val="6D36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0" name="Google Shape;6250;p87"/>
              <p:cNvSpPr/>
              <p:nvPr/>
            </p:nvSpPr>
            <p:spPr>
              <a:xfrm>
                <a:off x="4318425" y="5883150"/>
                <a:ext cx="923550" cy="457675"/>
              </a:xfrm>
              <a:custGeom>
                <a:avLst/>
                <a:gdLst/>
                <a:ahLst/>
                <a:cxnLst/>
                <a:rect l="l" t="t" r="r" b="b"/>
                <a:pathLst>
                  <a:path w="36942" h="18307" extrusionOk="0">
                    <a:moveTo>
                      <a:pt x="15778" y="0"/>
                    </a:moveTo>
                    <a:cubicBezTo>
                      <a:pt x="12922" y="0"/>
                      <a:pt x="0" y="781"/>
                      <a:pt x="0" y="781"/>
                    </a:cubicBezTo>
                    <a:cubicBezTo>
                      <a:pt x="162" y="2212"/>
                      <a:pt x="4213" y="13446"/>
                      <a:pt x="6751" y="17766"/>
                    </a:cubicBezTo>
                    <a:lnTo>
                      <a:pt x="15932" y="18306"/>
                    </a:lnTo>
                    <a:lnTo>
                      <a:pt x="36941" y="17091"/>
                    </a:lnTo>
                    <a:lnTo>
                      <a:pt x="27814" y="25"/>
                    </a:lnTo>
                    <a:cubicBezTo>
                      <a:pt x="27814" y="25"/>
                      <a:pt x="23001" y="121"/>
                      <a:pt x="19593" y="121"/>
                    </a:cubicBezTo>
                    <a:cubicBezTo>
                      <a:pt x="17889" y="121"/>
                      <a:pt x="16536" y="97"/>
                      <a:pt x="16311" y="25"/>
                    </a:cubicBezTo>
                    <a:cubicBezTo>
                      <a:pt x="16249" y="8"/>
                      <a:pt x="16064" y="0"/>
                      <a:pt x="15778" y="0"/>
                    </a:cubicBezTo>
                    <a:close/>
                  </a:path>
                </a:pathLst>
              </a:custGeom>
              <a:solidFill>
                <a:srgbClr val="5C4C8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1" name="Google Shape;6251;p87"/>
              <p:cNvSpPr/>
              <p:nvPr/>
            </p:nvSpPr>
            <p:spPr>
              <a:xfrm>
                <a:off x="4344750" y="5794625"/>
                <a:ext cx="901275" cy="516500"/>
              </a:xfrm>
              <a:custGeom>
                <a:avLst/>
                <a:gdLst/>
                <a:ahLst/>
                <a:cxnLst/>
                <a:rect l="l" t="t" r="r" b="b"/>
                <a:pathLst>
                  <a:path w="36051" h="20660" extrusionOk="0">
                    <a:moveTo>
                      <a:pt x="1" y="4673"/>
                    </a:moveTo>
                    <a:cubicBezTo>
                      <a:pt x="1" y="4673"/>
                      <a:pt x="1" y="4673"/>
                      <a:pt x="1" y="4673"/>
                    </a:cubicBezTo>
                    <a:lnTo>
                      <a:pt x="1" y="4673"/>
                    </a:lnTo>
                    <a:cubicBezTo>
                      <a:pt x="1" y="4673"/>
                      <a:pt x="1" y="4673"/>
                      <a:pt x="1" y="4673"/>
                    </a:cubicBezTo>
                    <a:close/>
                    <a:moveTo>
                      <a:pt x="19546" y="0"/>
                    </a:moveTo>
                    <a:cubicBezTo>
                      <a:pt x="17100" y="0"/>
                      <a:pt x="15068" y="3377"/>
                      <a:pt x="15068" y="3377"/>
                    </a:cubicBezTo>
                    <a:cubicBezTo>
                      <a:pt x="14329" y="1763"/>
                      <a:pt x="12715" y="764"/>
                      <a:pt x="10999" y="764"/>
                    </a:cubicBezTo>
                    <a:cubicBezTo>
                      <a:pt x="10647" y="764"/>
                      <a:pt x="10291" y="806"/>
                      <a:pt x="9938" y="893"/>
                    </a:cubicBezTo>
                    <a:cubicBezTo>
                      <a:pt x="7705" y="1323"/>
                      <a:pt x="62" y="4673"/>
                      <a:pt x="1" y="4673"/>
                    </a:cubicBezTo>
                    <a:cubicBezTo>
                      <a:pt x="1" y="4673"/>
                      <a:pt x="1" y="4673"/>
                      <a:pt x="1" y="4673"/>
                    </a:cubicBezTo>
                    <a:lnTo>
                      <a:pt x="1" y="4673"/>
                    </a:lnTo>
                    <a:cubicBezTo>
                      <a:pt x="244" y="5430"/>
                      <a:pt x="6076" y="20335"/>
                      <a:pt x="6373" y="20659"/>
                    </a:cubicBezTo>
                    <a:lnTo>
                      <a:pt x="20604" y="20173"/>
                    </a:lnTo>
                    <a:lnTo>
                      <a:pt x="36050" y="19336"/>
                    </a:lnTo>
                    <a:lnTo>
                      <a:pt x="27409" y="2432"/>
                    </a:lnTo>
                    <a:cubicBezTo>
                      <a:pt x="27409" y="2432"/>
                      <a:pt x="22089" y="83"/>
                      <a:pt x="19632" y="2"/>
                    </a:cubicBezTo>
                    <a:cubicBezTo>
                      <a:pt x="19603" y="1"/>
                      <a:pt x="19575" y="0"/>
                      <a:pt x="19546" y="0"/>
                    </a:cubicBezTo>
                    <a:close/>
                  </a:path>
                </a:pathLst>
              </a:custGeom>
              <a:solidFill>
                <a:srgbClr val="F2E7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2" name="Google Shape;6252;p87"/>
              <p:cNvSpPr/>
              <p:nvPr/>
            </p:nvSpPr>
            <p:spPr>
              <a:xfrm>
                <a:off x="4536475" y="6155825"/>
                <a:ext cx="98600" cy="12897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5159" extrusionOk="0">
                    <a:moveTo>
                      <a:pt x="1" y="0"/>
                    </a:moveTo>
                    <a:lnTo>
                      <a:pt x="2647" y="5158"/>
                    </a:lnTo>
                    <a:lnTo>
                      <a:pt x="3943" y="4996"/>
                    </a:lnTo>
                    <a:cubicBezTo>
                      <a:pt x="1891" y="3376"/>
                      <a:pt x="1" y="2"/>
                      <a:pt x="1" y="0"/>
                    </a:cubicBezTo>
                    <a:close/>
                  </a:path>
                </a:pathLst>
              </a:custGeom>
              <a:solidFill>
                <a:srgbClr val="E5D6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3" name="Google Shape;6253;p87"/>
              <p:cNvSpPr/>
              <p:nvPr/>
            </p:nvSpPr>
            <p:spPr>
              <a:xfrm>
                <a:off x="4344750" y="5891200"/>
                <a:ext cx="249125" cy="420600"/>
              </a:xfrm>
              <a:custGeom>
                <a:avLst/>
                <a:gdLst/>
                <a:ahLst/>
                <a:cxnLst/>
                <a:rect l="l" t="t" r="r" b="b"/>
                <a:pathLst>
                  <a:path w="9965" h="16824" extrusionOk="0">
                    <a:moveTo>
                      <a:pt x="1972" y="0"/>
                    </a:moveTo>
                    <a:cubicBezTo>
                      <a:pt x="325" y="675"/>
                      <a:pt x="1" y="837"/>
                      <a:pt x="1" y="837"/>
                    </a:cubicBezTo>
                    <a:cubicBezTo>
                      <a:pt x="244" y="1566"/>
                      <a:pt x="6076" y="16472"/>
                      <a:pt x="6373" y="16823"/>
                    </a:cubicBezTo>
                    <a:lnTo>
                      <a:pt x="9965" y="16688"/>
                    </a:lnTo>
                    <a:lnTo>
                      <a:pt x="1972" y="0"/>
                    </a:lnTo>
                    <a:close/>
                  </a:path>
                </a:pathLst>
              </a:custGeom>
              <a:solidFill>
                <a:srgbClr val="E5D6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4" name="Google Shape;6254;p87"/>
              <p:cNvSpPr/>
              <p:nvPr/>
            </p:nvSpPr>
            <p:spPr>
              <a:xfrm>
                <a:off x="4722800" y="5795275"/>
                <a:ext cx="523225" cy="490200"/>
              </a:xfrm>
              <a:custGeom>
                <a:avLst/>
                <a:gdLst/>
                <a:ahLst/>
                <a:cxnLst/>
                <a:rect l="l" t="t" r="r" b="b"/>
                <a:pathLst>
                  <a:path w="20929" h="19608" extrusionOk="0">
                    <a:moveTo>
                      <a:pt x="4415" y="1"/>
                    </a:moveTo>
                    <a:cubicBezTo>
                      <a:pt x="2188" y="1"/>
                      <a:pt x="320" y="2764"/>
                      <a:pt x="1" y="3270"/>
                    </a:cubicBezTo>
                    <a:lnTo>
                      <a:pt x="5860" y="16475"/>
                    </a:lnTo>
                    <a:lnTo>
                      <a:pt x="6103" y="19607"/>
                    </a:lnTo>
                    <a:lnTo>
                      <a:pt x="20928" y="19337"/>
                    </a:lnTo>
                    <a:lnTo>
                      <a:pt x="12287" y="2433"/>
                    </a:lnTo>
                    <a:cubicBezTo>
                      <a:pt x="12287" y="2433"/>
                      <a:pt x="6967" y="84"/>
                      <a:pt x="4510" y="3"/>
                    </a:cubicBezTo>
                    <a:cubicBezTo>
                      <a:pt x="4478" y="2"/>
                      <a:pt x="4446" y="1"/>
                      <a:pt x="4415" y="1"/>
                    </a:cubicBezTo>
                    <a:close/>
                  </a:path>
                </a:pathLst>
              </a:custGeom>
              <a:solidFill>
                <a:srgbClr val="E5D6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5" name="Google Shape;6255;p87"/>
              <p:cNvSpPr/>
              <p:nvPr/>
            </p:nvSpPr>
            <p:spPr>
              <a:xfrm>
                <a:off x="4817975" y="5795075"/>
                <a:ext cx="355800" cy="370500"/>
              </a:xfrm>
              <a:custGeom>
                <a:avLst/>
                <a:gdLst/>
                <a:ahLst/>
                <a:cxnLst/>
                <a:rect l="l" t="t" r="r" b="b"/>
                <a:pathLst>
                  <a:path w="14232" h="14820" extrusionOk="0">
                    <a:moveTo>
                      <a:pt x="508" y="0"/>
                    </a:moveTo>
                    <a:cubicBezTo>
                      <a:pt x="332" y="0"/>
                      <a:pt x="159" y="25"/>
                      <a:pt x="1" y="65"/>
                    </a:cubicBezTo>
                    <a:cubicBezTo>
                      <a:pt x="433" y="2360"/>
                      <a:pt x="1243" y="4547"/>
                      <a:pt x="2323" y="6572"/>
                    </a:cubicBezTo>
                    <a:cubicBezTo>
                      <a:pt x="5002" y="11572"/>
                      <a:pt x="8861" y="14819"/>
                      <a:pt x="11766" y="14819"/>
                    </a:cubicBezTo>
                    <a:cubicBezTo>
                      <a:pt x="12375" y="14819"/>
                      <a:pt x="12943" y="14676"/>
                      <a:pt x="13449" y="14376"/>
                    </a:cubicBezTo>
                    <a:cubicBezTo>
                      <a:pt x="13746" y="14187"/>
                      <a:pt x="14016" y="13971"/>
                      <a:pt x="14232" y="13701"/>
                    </a:cubicBezTo>
                    <a:lnTo>
                      <a:pt x="8480" y="2441"/>
                    </a:lnTo>
                    <a:cubicBezTo>
                      <a:pt x="8480" y="2441"/>
                      <a:pt x="3160" y="92"/>
                      <a:pt x="703" y="11"/>
                    </a:cubicBezTo>
                    <a:cubicBezTo>
                      <a:pt x="638" y="3"/>
                      <a:pt x="573" y="0"/>
                      <a:pt x="508" y="0"/>
                    </a:cubicBezTo>
                    <a:close/>
                  </a:path>
                </a:pathLst>
              </a:custGeom>
              <a:solidFill>
                <a:srgbClr val="F2E7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6" name="Google Shape;6256;p87"/>
              <p:cNvSpPr/>
              <p:nvPr/>
            </p:nvSpPr>
            <p:spPr>
              <a:xfrm>
                <a:off x="4432525" y="6064025"/>
                <a:ext cx="125575" cy="234950"/>
              </a:xfrm>
              <a:custGeom>
                <a:avLst/>
                <a:gdLst/>
                <a:ahLst/>
                <a:cxnLst/>
                <a:rect l="l" t="t" r="r" b="b"/>
                <a:pathLst>
                  <a:path w="5023" h="9398" extrusionOk="0">
                    <a:moveTo>
                      <a:pt x="0" y="0"/>
                    </a:moveTo>
                    <a:lnTo>
                      <a:pt x="4051" y="9397"/>
                    </a:lnTo>
                    <a:lnTo>
                      <a:pt x="5023" y="9100"/>
                    </a:lnTo>
                    <a:cubicBezTo>
                      <a:pt x="3132" y="6184"/>
                      <a:pt x="1458" y="3132"/>
                      <a:pt x="0" y="0"/>
                    </a:cubicBezTo>
                    <a:close/>
                  </a:path>
                </a:pathLst>
              </a:custGeom>
              <a:solidFill>
                <a:srgbClr val="C6B6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7" name="Google Shape;6257;p87"/>
              <p:cNvSpPr/>
              <p:nvPr/>
            </p:nvSpPr>
            <p:spPr>
              <a:xfrm>
                <a:off x="4369050" y="5893900"/>
                <a:ext cx="86450" cy="168775"/>
              </a:xfrm>
              <a:custGeom>
                <a:avLst/>
                <a:gdLst/>
                <a:ahLst/>
                <a:cxnLst/>
                <a:rect l="l" t="t" r="r" b="b"/>
                <a:pathLst>
                  <a:path w="3458" h="6751" extrusionOk="0">
                    <a:moveTo>
                      <a:pt x="757" y="0"/>
                    </a:moveTo>
                    <a:lnTo>
                      <a:pt x="1" y="297"/>
                    </a:lnTo>
                    <a:lnTo>
                      <a:pt x="3457" y="6751"/>
                    </a:lnTo>
                    <a:cubicBezTo>
                      <a:pt x="3457" y="6751"/>
                      <a:pt x="1918" y="3214"/>
                      <a:pt x="757" y="0"/>
                    </a:cubicBezTo>
                    <a:close/>
                  </a:path>
                </a:pathLst>
              </a:custGeom>
              <a:solidFill>
                <a:srgbClr val="C6B6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58" name="Google Shape;6258;p87"/>
            <p:cNvSpPr/>
            <p:nvPr/>
          </p:nvSpPr>
          <p:spPr>
            <a:xfrm>
              <a:off x="4959750" y="6222975"/>
              <a:ext cx="144500" cy="50350"/>
            </a:xfrm>
            <a:custGeom>
              <a:avLst/>
              <a:gdLst/>
              <a:ahLst/>
              <a:cxnLst/>
              <a:rect l="l" t="t" r="r" b="b"/>
              <a:pathLst>
                <a:path w="5780" h="2014" extrusionOk="0">
                  <a:moveTo>
                    <a:pt x="2975" y="0"/>
                  </a:moveTo>
                  <a:cubicBezTo>
                    <a:pt x="2732" y="0"/>
                    <a:pt x="2481" y="65"/>
                    <a:pt x="2188" y="177"/>
                  </a:cubicBezTo>
                  <a:cubicBezTo>
                    <a:pt x="1378" y="555"/>
                    <a:pt x="649" y="1068"/>
                    <a:pt x="1" y="1662"/>
                  </a:cubicBezTo>
                  <a:cubicBezTo>
                    <a:pt x="886" y="1446"/>
                    <a:pt x="1725" y="1342"/>
                    <a:pt x="2517" y="1342"/>
                  </a:cubicBezTo>
                  <a:cubicBezTo>
                    <a:pt x="3706" y="1342"/>
                    <a:pt x="4791" y="1576"/>
                    <a:pt x="5779" y="2013"/>
                  </a:cubicBezTo>
                  <a:cubicBezTo>
                    <a:pt x="4318" y="532"/>
                    <a:pt x="3673" y="0"/>
                    <a:pt x="2975" y="0"/>
                  </a:cubicBezTo>
                  <a:close/>
                </a:path>
              </a:pathLst>
            </a:custGeom>
            <a:solidFill>
              <a:srgbClr val="AA97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9" name="Google Shape;6259;p87"/>
            <p:cNvSpPr/>
            <p:nvPr/>
          </p:nvSpPr>
          <p:spPr>
            <a:xfrm>
              <a:off x="4755200" y="6217350"/>
              <a:ext cx="95475" cy="32325"/>
            </a:xfrm>
            <a:custGeom>
              <a:avLst/>
              <a:gdLst/>
              <a:ahLst/>
              <a:cxnLst/>
              <a:rect l="l" t="t" r="r" b="b"/>
              <a:pathLst>
                <a:path w="3819" h="1293" extrusionOk="0">
                  <a:moveTo>
                    <a:pt x="2934" y="0"/>
                  </a:moveTo>
                  <a:cubicBezTo>
                    <a:pt x="2360" y="0"/>
                    <a:pt x="1425" y="332"/>
                    <a:pt x="1" y="1185"/>
                  </a:cubicBezTo>
                  <a:cubicBezTo>
                    <a:pt x="943" y="886"/>
                    <a:pt x="1860" y="603"/>
                    <a:pt x="2541" y="603"/>
                  </a:cubicBezTo>
                  <a:cubicBezTo>
                    <a:pt x="3091" y="603"/>
                    <a:pt x="3487" y="787"/>
                    <a:pt x="3619" y="1293"/>
                  </a:cubicBezTo>
                  <a:cubicBezTo>
                    <a:pt x="3818" y="573"/>
                    <a:pt x="3687" y="0"/>
                    <a:pt x="2934" y="0"/>
                  </a:cubicBezTo>
                  <a:close/>
                </a:path>
              </a:pathLst>
            </a:custGeom>
            <a:solidFill>
              <a:srgbClr val="AA97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0" name="Google Shape;6260;p87"/>
            <p:cNvSpPr/>
            <p:nvPr/>
          </p:nvSpPr>
          <p:spPr>
            <a:xfrm>
              <a:off x="4674200" y="6252350"/>
              <a:ext cx="122200" cy="27000"/>
            </a:xfrm>
            <a:custGeom>
              <a:avLst/>
              <a:gdLst/>
              <a:ahLst/>
              <a:cxnLst/>
              <a:rect l="l" t="t" r="r" b="b"/>
              <a:pathLst>
                <a:path w="4888" h="1080" extrusionOk="0">
                  <a:moveTo>
                    <a:pt x="4888" y="1"/>
                  </a:moveTo>
                  <a:lnTo>
                    <a:pt x="4888" y="1"/>
                  </a:lnTo>
                  <a:cubicBezTo>
                    <a:pt x="3376" y="568"/>
                    <a:pt x="0" y="1027"/>
                    <a:pt x="0" y="1027"/>
                  </a:cubicBezTo>
                  <a:cubicBezTo>
                    <a:pt x="0" y="1027"/>
                    <a:pt x="908" y="1080"/>
                    <a:pt x="1858" y="1080"/>
                  </a:cubicBezTo>
                  <a:cubicBezTo>
                    <a:pt x="2571" y="1080"/>
                    <a:pt x="3306" y="1050"/>
                    <a:pt x="3700" y="946"/>
                  </a:cubicBezTo>
                  <a:cubicBezTo>
                    <a:pt x="4213" y="811"/>
                    <a:pt x="4645" y="460"/>
                    <a:pt x="4888" y="1"/>
                  </a:cubicBezTo>
                  <a:close/>
                </a:path>
              </a:pathLst>
            </a:custGeom>
            <a:solidFill>
              <a:srgbClr val="AA97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87"/>
            <p:cNvSpPr/>
            <p:nvPr/>
          </p:nvSpPr>
          <p:spPr>
            <a:xfrm>
              <a:off x="4765325" y="6712775"/>
              <a:ext cx="93200" cy="625825"/>
            </a:xfrm>
            <a:custGeom>
              <a:avLst/>
              <a:gdLst/>
              <a:ahLst/>
              <a:cxnLst/>
              <a:rect l="l" t="t" r="r" b="b"/>
              <a:pathLst>
                <a:path w="3728" h="25033" extrusionOk="0">
                  <a:moveTo>
                    <a:pt x="1" y="0"/>
                  </a:moveTo>
                  <a:cubicBezTo>
                    <a:pt x="1270" y="0"/>
                    <a:pt x="1270" y="25032"/>
                    <a:pt x="1" y="25032"/>
                  </a:cubicBezTo>
                  <a:lnTo>
                    <a:pt x="3727" y="25032"/>
                  </a:lnTo>
                  <a:cubicBezTo>
                    <a:pt x="2458" y="25032"/>
                    <a:pt x="2458" y="0"/>
                    <a:pt x="3727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87"/>
            <p:cNvSpPr/>
            <p:nvPr/>
          </p:nvSpPr>
          <p:spPr>
            <a:xfrm>
              <a:off x="4765325" y="6712775"/>
              <a:ext cx="93200" cy="371325"/>
            </a:xfrm>
            <a:custGeom>
              <a:avLst/>
              <a:gdLst/>
              <a:ahLst/>
              <a:cxnLst/>
              <a:rect l="l" t="t" r="r" b="b"/>
              <a:pathLst>
                <a:path w="3728" h="14853" extrusionOk="0">
                  <a:moveTo>
                    <a:pt x="1" y="0"/>
                  </a:moveTo>
                  <a:cubicBezTo>
                    <a:pt x="622" y="0"/>
                    <a:pt x="919" y="5536"/>
                    <a:pt x="973" y="11396"/>
                  </a:cubicBezTo>
                  <a:cubicBezTo>
                    <a:pt x="1054" y="11315"/>
                    <a:pt x="1162" y="11261"/>
                    <a:pt x="1270" y="11261"/>
                  </a:cubicBezTo>
                  <a:cubicBezTo>
                    <a:pt x="1864" y="11261"/>
                    <a:pt x="2404" y="12638"/>
                    <a:pt x="2782" y="14852"/>
                  </a:cubicBezTo>
                  <a:cubicBezTo>
                    <a:pt x="2701" y="7939"/>
                    <a:pt x="3025" y="0"/>
                    <a:pt x="3727" y="0"/>
                  </a:cubicBezTo>
                  <a:close/>
                </a:path>
              </a:pathLst>
            </a:custGeom>
            <a:solidFill>
              <a:srgbClr val="231B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87"/>
            <p:cNvSpPr/>
            <p:nvPr/>
          </p:nvSpPr>
          <p:spPr>
            <a:xfrm>
              <a:off x="4755875" y="7348025"/>
              <a:ext cx="112775" cy="170825"/>
            </a:xfrm>
            <a:custGeom>
              <a:avLst/>
              <a:gdLst/>
              <a:ahLst/>
              <a:cxnLst/>
              <a:rect l="l" t="t" r="r" b="b"/>
              <a:pathLst>
                <a:path w="4511" h="6833" extrusionOk="0">
                  <a:moveTo>
                    <a:pt x="1" y="0"/>
                  </a:moveTo>
                  <a:cubicBezTo>
                    <a:pt x="1540" y="0"/>
                    <a:pt x="1540" y="6832"/>
                    <a:pt x="1" y="6832"/>
                  </a:cubicBezTo>
                  <a:lnTo>
                    <a:pt x="4510" y="6832"/>
                  </a:lnTo>
                  <a:cubicBezTo>
                    <a:pt x="2944" y="6832"/>
                    <a:pt x="2944" y="0"/>
                    <a:pt x="4510" y="0"/>
                  </a:cubicBezTo>
                  <a:close/>
                </a:path>
              </a:pathLst>
            </a:custGeom>
            <a:solidFill>
              <a:srgbClr val="302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87"/>
            <p:cNvSpPr/>
            <p:nvPr/>
          </p:nvSpPr>
          <p:spPr>
            <a:xfrm>
              <a:off x="4743725" y="6699950"/>
              <a:ext cx="136400" cy="126250"/>
            </a:xfrm>
            <a:custGeom>
              <a:avLst/>
              <a:gdLst/>
              <a:ahLst/>
              <a:cxnLst/>
              <a:rect l="l" t="t" r="r" b="b"/>
              <a:pathLst>
                <a:path w="5456" h="5050" extrusionOk="0">
                  <a:moveTo>
                    <a:pt x="2728" y="0"/>
                  </a:moveTo>
                  <a:cubicBezTo>
                    <a:pt x="1216" y="0"/>
                    <a:pt x="1" y="1134"/>
                    <a:pt x="1" y="2539"/>
                  </a:cubicBezTo>
                  <a:cubicBezTo>
                    <a:pt x="1" y="3916"/>
                    <a:pt x="1216" y="5050"/>
                    <a:pt x="2728" y="5050"/>
                  </a:cubicBezTo>
                  <a:cubicBezTo>
                    <a:pt x="4240" y="5050"/>
                    <a:pt x="5455" y="3916"/>
                    <a:pt x="5455" y="2539"/>
                  </a:cubicBezTo>
                  <a:cubicBezTo>
                    <a:pt x="5455" y="1134"/>
                    <a:pt x="4240" y="0"/>
                    <a:pt x="2728" y="0"/>
                  </a:cubicBezTo>
                  <a:close/>
                </a:path>
              </a:pathLst>
            </a:custGeom>
            <a:solidFill>
              <a:srgbClr val="231B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87"/>
            <p:cNvSpPr/>
            <p:nvPr/>
          </p:nvSpPr>
          <p:spPr>
            <a:xfrm>
              <a:off x="4730225" y="7263650"/>
              <a:ext cx="164075" cy="155275"/>
            </a:xfrm>
            <a:custGeom>
              <a:avLst/>
              <a:gdLst/>
              <a:ahLst/>
              <a:cxnLst/>
              <a:rect l="l" t="t" r="r" b="b"/>
              <a:pathLst>
                <a:path w="6563" h="6211" extrusionOk="0">
                  <a:moveTo>
                    <a:pt x="3268" y="0"/>
                  </a:moveTo>
                  <a:cubicBezTo>
                    <a:pt x="1459" y="0"/>
                    <a:pt x="1" y="1404"/>
                    <a:pt x="1" y="3105"/>
                  </a:cubicBezTo>
                  <a:cubicBezTo>
                    <a:pt x="1" y="4834"/>
                    <a:pt x="1459" y="6211"/>
                    <a:pt x="3268" y="6211"/>
                  </a:cubicBezTo>
                  <a:cubicBezTo>
                    <a:pt x="5077" y="6211"/>
                    <a:pt x="6562" y="4834"/>
                    <a:pt x="6562" y="3105"/>
                  </a:cubicBezTo>
                  <a:cubicBezTo>
                    <a:pt x="6562" y="1404"/>
                    <a:pt x="5077" y="0"/>
                    <a:pt x="3268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87"/>
            <p:cNvSpPr/>
            <p:nvPr/>
          </p:nvSpPr>
          <p:spPr>
            <a:xfrm>
              <a:off x="4470350" y="7489800"/>
              <a:ext cx="684025" cy="151900"/>
            </a:xfrm>
            <a:custGeom>
              <a:avLst/>
              <a:gdLst/>
              <a:ahLst/>
              <a:cxnLst/>
              <a:rect l="l" t="t" r="r" b="b"/>
              <a:pathLst>
                <a:path w="27361" h="6076" extrusionOk="0">
                  <a:moveTo>
                    <a:pt x="13312" y="0"/>
                  </a:moveTo>
                  <a:cubicBezTo>
                    <a:pt x="13258" y="0"/>
                    <a:pt x="13177" y="0"/>
                    <a:pt x="13123" y="27"/>
                  </a:cubicBezTo>
                  <a:cubicBezTo>
                    <a:pt x="10515" y="623"/>
                    <a:pt x="7817" y="4827"/>
                    <a:pt x="4880" y="4827"/>
                  </a:cubicBezTo>
                  <a:cubicBezTo>
                    <a:pt x="4623" y="4827"/>
                    <a:pt x="4364" y="4795"/>
                    <a:pt x="4104" y="4726"/>
                  </a:cubicBezTo>
                  <a:cubicBezTo>
                    <a:pt x="3351" y="4529"/>
                    <a:pt x="2702" y="4443"/>
                    <a:pt x="2167" y="4443"/>
                  </a:cubicBezTo>
                  <a:cubicBezTo>
                    <a:pt x="575" y="4443"/>
                    <a:pt x="0" y="5207"/>
                    <a:pt x="728" y="6076"/>
                  </a:cubicBezTo>
                  <a:lnTo>
                    <a:pt x="26598" y="6076"/>
                  </a:lnTo>
                  <a:cubicBezTo>
                    <a:pt x="27361" y="5192"/>
                    <a:pt x="26794" y="4428"/>
                    <a:pt x="25220" y="4428"/>
                  </a:cubicBezTo>
                  <a:cubicBezTo>
                    <a:pt x="24678" y="4428"/>
                    <a:pt x="24017" y="4518"/>
                    <a:pt x="23249" y="4726"/>
                  </a:cubicBezTo>
                  <a:cubicBezTo>
                    <a:pt x="22989" y="4795"/>
                    <a:pt x="22730" y="4827"/>
                    <a:pt x="22473" y="4827"/>
                  </a:cubicBezTo>
                  <a:cubicBezTo>
                    <a:pt x="19536" y="4827"/>
                    <a:pt x="16837" y="623"/>
                    <a:pt x="14230" y="27"/>
                  </a:cubicBezTo>
                  <a:cubicBezTo>
                    <a:pt x="14176" y="0"/>
                    <a:pt x="14095" y="0"/>
                    <a:pt x="14014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87"/>
            <p:cNvSpPr/>
            <p:nvPr/>
          </p:nvSpPr>
          <p:spPr>
            <a:xfrm>
              <a:off x="4276575" y="6283425"/>
              <a:ext cx="1071375" cy="533975"/>
            </a:xfrm>
            <a:custGeom>
              <a:avLst/>
              <a:gdLst/>
              <a:ahLst/>
              <a:cxnLst/>
              <a:rect l="l" t="t" r="r" b="b"/>
              <a:pathLst>
                <a:path w="42855" h="21359" extrusionOk="0">
                  <a:moveTo>
                    <a:pt x="20860" y="0"/>
                  </a:moveTo>
                  <a:cubicBezTo>
                    <a:pt x="10430" y="0"/>
                    <a:pt x="0" y="432"/>
                    <a:pt x="0" y="1296"/>
                  </a:cubicBezTo>
                  <a:lnTo>
                    <a:pt x="0" y="20928"/>
                  </a:lnTo>
                  <a:cubicBezTo>
                    <a:pt x="562" y="21216"/>
                    <a:pt x="1186" y="21358"/>
                    <a:pt x="1814" y="21358"/>
                  </a:cubicBezTo>
                  <a:cubicBezTo>
                    <a:pt x="2362" y="21358"/>
                    <a:pt x="2914" y="21250"/>
                    <a:pt x="3430" y="21036"/>
                  </a:cubicBezTo>
                  <a:cubicBezTo>
                    <a:pt x="4306" y="20675"/>
                    <a:pt x="5218" y="20552"/>
                    <a:pt x="6118" y="20552"/>
                  </a:cubicBezTo>
                  <a:cubicBezTo>
                    <a:pt x="8045" y="20552"/>
                    <a:pt x="9917" y="21117"/>
                    <a:pt x="11261" y="21117"/>
                  </a:cubicBezTo>
                  <a:cubicBezTo>
                    <a:pt x="13120" y="21117"/>
                    <a:pt x="14908" y="18713"/>
                    <a:pt x="17394" y="18713"/>
                  </a:cubicBezTo>
                  <a:cubicBezTo>
                    <a:pt x="17543" y="18713"/>
                    <a:pt x="17695" y="18722"/>
                    <a:pt x="17850" y="18740"/>
                  </a:cubicBezTo>
                  <a:cubicBezTo>
                    <a:pt x="20503" y="19056"/>
                    <a:pt x="23234" y="20905"/>
                    <a:pt x="25917" y="20905"/>
                  </a:cubicBezTo>
                  <a:cubicBezTo>
                    <a:pt x="25991" y="20905"/>
                    <a:pt x="26065" y="20904"/>
                    <a:pt x="26140" y="20901"/>
                  </a:cubicBezTo>
                  <a:cubicBezTo>
                    <a:pt x="28658" y="20801"/>
                    <a:pt x="32948" y="19136"/>
                    <a:pt x="35015" y="19136"/>
                  </a:cubicBezTo>
                  <a:cubicBezTo>
                    <a:pt x="35187" y="19136"/>
                    <a:pt x="35344" y="19148"/>
                    <a:pt x="35483" y="19173"/>
                  </a:cubicBezTo>
                  <a:cubicBezTo>
                    <a:pt x="37256" y="19485"/>
                    <a:pt x="38551" y="20906"/>
                    <a:pt x="40412" y="20906"/>
                  </a:cubicBezTo>
                  <a:cubicBezTo>
                    <a:pt x="40479" y="20906"/>
                    <a:pt x="40546" y="20904"/>
                    <a:pt x="40613" y="20901"/>
                  </a:cubicBezTo>
                  <a:cubicBezTo>
                    <a:pt x="42558" y="20793"/>
                    <a:pt x="42855" y="19497"/>
                    <a:pt x="42855" y="19497"/>
                  </a:cubicBezTo>
                  <a:lnTo>
                    <a:pt x="41721" y="1296"/>
                  </a:lnTo>
                  <a:cubicBezTo>
                    <a:pt x="41721" y="432"/>
                    <a:pt x="31290" y="0"/>
                    <a:pt x="20860" y="0"/>
                  </a:cubicBezTo>
                  <a:close/>
                </a:path>
              </a:pathLst>
            </a:custGeom>
            <a:solidFill>
              <a:srgbClr val="A51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87"/>
            <p:cNvSpPr/>
            <p:nvPr/>
          </p:nvSpPr>
          <p:spPr>
            <a:xfrm>
              <a:off x="4276575" y="6302325"/>
              <a:ext cx="39850" cy="514425"/>
            </a:xfrm>
            <a:custGeom>
              <a:avLst/>
              <a:gdLst/>
              <a:ahLst/>
              <a:cxnLst/>
              <a:rect l="l" t="t" r="r" b="b"/>
              <a:pathLst>
                <a:path w="1594" h="20577" extrusionOk="0">
                  <a:moveTo>
                    <a:pt x="1593" y="0"/>
                  </a:moveTo>
                  <a:lnTo>
                    <a:pt x="1593" y="0"/>
                  </a:lnTo>
                  <a:cubicBezTo>
                    <a:pt x="567" y="162"/>
                    <a:pt x="0" y="351"/>
                    <a:pt x="0" y="540"/>
                  </a:cubicBezTo>
                  <a:lnTo>
                    <a:pt x="0" y="20172"/>
                  </a:lnTo>
                  <a:cubicBezTo>
                    <a:pt x="432" y="20415"/>
                    <a:pt x="918" y="20550"/>
                    <a:pt x="1404" y="20577"/>
                  </a:cubicBezTo>
                  <a:cubicBezTo>
                    <a:pt x="1161" y="17552"/>
                    <a:pt x="1026" y="14393"/>
                    <a:pt x="1026" y="11153"/>
                  </a:cubicBezTo>
                  <a:cubicBezTo>
                    <a:pt x="999" y="7426"/>
                    <a:pt x="1188" y="3727"/>
                    <a:pt x="1593" y="0"/>
                  </a:cubicBezTo>
                  <a:close/>
                </a:path>
              </a:pathLst>
            </a:custGeom>
            <a:solidFill>
              <a:srgbClr val="8E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87"/>
            <p:cNvSpPr/>
            <p:nvPr/>
          </p:nvSpPr>
          <p:spPr>
            <a:xfrm>
              <a:off x="5293250" y="6305025"/>
              <a:ext cx="54700" cy="500250"/>
            </a:xfrm>
            <a:custGeom>
              <a:avLst/>
              <a:gdLst/>
              <a:ahLst/>
              <a:cxnLst/>
              <a:rect l="l" t="t" r="r" b="b"/>
              <a:pathLst>
                <a:path w="2188" h="20010" extrusionOk="0">
                  <a:moveTo>
                    <a:pt x="0" y="0"/>
                  </a:moveTo>
                  <a:lnTo>
                    <a:pt x="0" y="0"/>
                  </a:lnTo>
                  <a:cubicBezTo>
                    <a:pt x="378" y="3673"/>
                    <a:pt x="567" y="7345"/>
                    <a:pt x="567" y="11045"/>
                  </a:cubicBezTo>
                  <a:cubicBezTo>
                    <a:pt x="567" y="14123"/>
                    <a:pt x="432" y="17120"/>
                    <a:pt x="189" y="20010"/>
                  </a:cubicBezTo>
                  <a:cubicBezTo>
                    <a:pt x="1918" y="19821"/>
                    <a:pt x="2188" y="18633"/>
                    <a:pt x="2188" y="18633"/>
                  </a:cubicBezTo>
                  <a:lnTo>
                    <a:pt x="1054" y="432"/>
                  </a:lnTo>
                  <a:cubicBezTo>
                    <a:pt x="1054" y="270"/>
                    <a:pt x="675" y="108"/>
                    <a:pt x="0" y="0"/>
                  </a:cubicBezTo>
                  <a:close/>
                </a:path>
              </a:pathLst>
            </a:custGeom>
            <a:solidFill>
              <a:srgbClr val="8E16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0" name="Google Shape;6270;p87"/>
            <p:cNvSpPr/>
            <p:nvPr/>
          </p:nvSpPr>
          <p:spPr>
            <a:xfrm>
              <a:off x="4276575" y="6283425"/>
              <a:ext cx="1045050" cy="84000"/>
            </a:xfrm>
            <a:custGeom>
              <a:avLst/>
              <a:gdLst/>
              <a:ahLst/>
              <a:cxnLst/>
              <a:rect l="l" t="t" r="r" b="b"/>
              <a:pathLst>
                <a:path w="41802" h="3360" extrusionOk="0">
                  <a:moveTo>
                    <a:pt x="20860" y="0"/>
                  </a:moveTo>
                  <a:cubicBezTo>
                    <a:pt x="10430" y="0"/>
                    <a:pt x="0" y="432"/>
                    <a:pt x="0" y="1296"/>
                  </a:cubicBezTo>
                  <a:lnTo>
                    <a:pt x="0" y="1350"/>
                  </a:lnTo>
                  <a:cubicBezTo>
                    <a:pt x="2848" y="2653"/>
                    <a:pt x="5622" y="2981"/>
                    <a:pt x="8752" y="2981"/>
                  </a:cubicBezTo>
                  <a:cubicBezTo>
                    <a:pt x="11913" y="2981"/>
                    <a:pt x="15438" y="2646"/>
                    <a:pt x="19767" y="2646"/>
                  </a:cubicBezTo>
                  <a:cubicBezTo>
                    <a:pt x="24499" y="2646"/>
                    <a:pt x="29955" y="3359"/>
                    <a:pt x="34688" y="3359"/>
                  </a:cubicBezTo>
                  <a:cubicBezTo>
                    <a:pt x="37382" y="3359"/>
                    <a:pt x="39842" y="3128"/>
                    <a:pt x="41802" y="2403"/>
                  </a:cubicBezTo>
                  <a:lnTo>
                    <a:pt x="41721" y="1296"/>
                  </a:lnTo>
                  <a:cubicBezTo>
                    <a:pt x="41721" y="432"/>
                    <a:pt x="31290" y="0"/>
                    <a:pt x="20860" y="0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1" name="Google Shape;6271;p87"/>
            <p:cNvSpPr/>
            <p:nvPr/>
          </p:nvSpPr>
          <p:spPr>
            <a:xfrm>
              <a:off x="5019150" y="6602050"/>
              <a:ext cx="196475" cy="187700"/>
            </a:xfrm>
            <a:custGeom>
              <a:avLst/>
              <a:gdLst/>
              <a:ahLst/>
              <a:cxnLst/>
              <a:rect l="l" t="t" r="r" b="b"/>
              <a:pathLst>
                <a:path w="7859" h="7508" extrusionOk="0">
                  <a:moveTo>
                    <a:pt x="3916" y="1"/>
                  </a:moveTo>
                  <a:cubicBezTo>
                    <a:pt x="1999" y="1"/>
                    <a:pt x="298" y="4969"/>
                    <a:pt x="1" y="7508"/>
                  </a:cubicBezTo>
                  <a:cubicBezTo>
                    <a:pt x="1982" y="6989"/>
                    <a:pt x="4046" y="6388"/>
                    <a:pt x="5292" y="6388"/>
                  </a:cubicBezTo>
                  <a:cubicBezTo>
                    <a:pt x="5473" y="6388"/>
                    <a:pt x="5636" y="6400"/>
                    <a:pt x="5780" y="6428"/>
                  </a:cubicBezTo>
                  <a:cubicBezTo>
                    <a:pt x="6509" y="6590"/>
                    <a:pt x="7211" y="6860"/>
                    <a:pt x="7859" y="7238"/>
                  </a:cubicBezTo>
                  <a:cubicBezTo>
                    <a:pt x="7427" y="4240"/>
                    <a:pt x="5834" y="1"/>
                    <a:pt x="3916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2" name="Google Shape;6272;p87"/>
            <p:cNvSpPr/>
            <p:nvPr/>
          </p:nvSpPr>
          <p:spPr>
            <a:xfrm>
              <a:off x="4598575" y="6383325"/>
              <a:ext cx="281550" cy="416550"/>
            </a:xfrm>
            <a:custGeom>
              <a:avLst/>
              <a:gdLst/>
              <a:ahLst/>
              <a:cxnLst/>
              <a:rect l="l" t="t" r="r" b="b"/>
              <a:pathLst>
                <a:path w="11262" h="16662" extrusionOk="0">
                  <a:moveTo>
                    <a:pt x="5456" y="1"/>
                  </a:moveTo>
                  <a:cubicBezTo>
                    <a:pt x="2755" y="1"/>
                    <a:pt x="649" y="10451"/>
                    <a:pt x="1" y="16635"/>
                  </a:cubicBezTo>
                  <a:cubicBezTo>
                    <a:pt x="1341" y="15915"/>
                    <a:pt x="2750" y="14716"/>
                    <a:pt x="4501" y="14716"/>
                  </a:cubicBezTo>
                  <a:cubicBezTo>
                    <a:pt x="4654" y="14716"/>
                    <a:pt x="4810" y="14725"/>
                    <a:pt x="4970" y="14744"/>
                  </a:cubicBezTo>
                  <a:cubicBezTo>
                    <a:pt x="7049" y="14988"/>
                    <a:pt x="9182" y="16176"/>
                    <a:pt x="11261" y="16662"/>
                  </a:cubicBezTo>
                  <a:cubicBezTo>
                    <a:pt x="10640" y="10451"/>
                    <a:pt x="8183" y="1"/>
                    <a:pt x="5456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3" name="Google Shape;6273;p87"/>
            <p:cNvSpPr/>
            <p:nvPr/>
          </p:nvSpPr>
          <p:spPr>
            <a:xfrm>
              <a:off x="4323150" y="6456900"/>
              <a:ext cx="123575" cy="360525"/>
            </a:xfrm>
            <a:custGeom>
              <a:avLst/>
              <a:gdLst/>
              <a:ahLst/>
              <a:cxnLst/>
              <a:rect l="l" t="t" r="r" b="b"/>
              <a:pathLst>
                <a:path w="4943" h="14421" extrusionOk="0">
                  <a:moveTo>
                    <a:pt x="2134" y="1"/>
                  </a:moveTo>
                  <a:cubicBezTo>
                    <a:pt x="919" y="1"/>
                    <a:pt x="298" y="8804"/>
                    <a:pt x="0" y="14421"/>
                  </a:cubicBezTo>
                  <a:cubicBezTo>
                    <a:pt x="541" y="14421"/>
                    <a:pt x="1081" y="14313"/>
                    <a:pt x="1567" y="14097"/>
                  </a:cubicBezTo>
                  <a:cubicBezTo>
                    <a:pt x="2429" y="13774"/>
                    <a:pt x="3325" y="13605"/>
                    <a:pt x="4242" y="13605"/>
                  </a:cubicBezTo>
                  <a:cubicBezTo>
                    <a:pt x="4474" y="13605"/>
                    <a:pt x="4708" y="13616"/>
                    <a:pt x="4942" y="13638"/>
                  </a:cubicBezTo>
                  <a:cubicBezTo>
                    <a:pt x="4591" y="8426"/>
                    <a:pt x="3268" y="1"/>
                    <a:pt x="2134" y="1"/>
                  </a:cubicBezTo>
                  <a:close/>
                </a:path>
              </a:pathLst>
            </a:custGeom>
            <a:solidFill>
              <a:srgbClr val="C427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4" name="Google Shape;6274;p87"/>
            <p:cNvSpPr/>
            <p:nvPr/>
          </p:nvSpPr>
          <p:spPr>
            <a:xfrm>
              <a:off x="4730900" y="7302800"/>
              <a:ext cx="163400" cy="116400"/>
            </a:xfrm>
            <a:custGeom>
              <a:avLst/>
              <a:gdLst/>
              <a:ahLst/>
              <a:cxnLst/>
              <a:rect l="l" t="t" r="r" b="b"/>
              <a:pathLst>
                <a:path w="6536" h="4656" extrusionOk="0">
                  <a:moveTo>
                    <a:pt x="6103" y="0"/>
                  </a:moveTo>
                  <a:lnTo>
                    <a:pt x="6103" y="0"/>
                  </a:lnTo>
                  <a:cubicBezTo>
                    <a:pt x="6130" y="162"/>
                    <a:pt x="6130" y="324"/>
                    <a:pt x="6130" y="486"/>
                  </a:cubicBezTo>
                  <a:cubicBezTo>
                    <a:pt x="6077" y="2209"/>
                    <a:pt x="4672" y="3593"/>
                    <a:pt x="2961" y="3593"/>
                  </a:cubicBezTo>
                  <a:cubicBezTo>
                    <a:pt x="2928" y="3593"/>
                    <a:pt x="2896" y="3593"/>
                    <a:pt x="2863" y="3592"/>
                  </a:cubicBezTo>
                  <a:cubicBezTo>
                    <a:pt x="2838" y="3592"/>
                    <a:pt x="2812" y="3593"/>
                    <a:pt x="2787" y="3593"/>
                  </a:cubicBezTo>
                  <a:cubicBezTo>
                    <a:pt x="1655" y="3593"/>
                    <a:pt x="608" y="3003"/>
                    <a:pt x="1" y="2026"/>
                  </a:cubicBezTo>
                  <a:lnTo>
                    <a:pt x="1" y="2026"/>
                  </a:lnTo>
                  <a:cubicBezTo>
                    <a:pt x="333" y="3558"/>
                    <a:pt x="1679" y="4656"/>
                    <a:pt x="3218" y="4656"/>
                  </a:cubicBezTo>
                  <a:cubicBezTo>
                    <a:pt x="3306" y="4656"/>
                    <a:pt x="3395" y="4652"/>
                    <a:pt x="3484" y="4645"/>
                  </a:cubicBezTo>
                  <a:cubicBezTo>
                    <a:pt x="5131" y="4537"/>
                    <a:pt x="6427" y="3187"/>
                    <a:pt x="6535" y="1539"/>
                  </a:cubicBezTo>
                  <a:cubicBezTo>
                    <a:pt x="6535" y="999"/>
                    <a:pt x="6373" y="459"/>
                    <a:pt x="6103" y="0"/>
                  </a:cubicBezTo>
                  <a:close/>
                </a:path>
              </a:pathLst>
            </a:custGeom>
            <a:solidFill>
              <a:srgbClr val="302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5" name="Google Shape;6275;p87"/>
            <p:cNvSpPr/>
            <p:nvPr/>
          </p:nvSpPr>
          <p:spPr>
            <a:xfrm>
              <a:off x="4478425" y="7600600"/>
              <a:ext cx="675750" cy="40425"/>
            </a:xfrm>
            <a:custGeom>
              <a:avLst/>
              <a:gdLst/>
              <a:ahLst/>
              <a:cxnLst/>
              <a:rect l="l" t="t" r="r" b="b"/>
              <a:pathLst>
                <a:path w="27030" h="1617" extrusionOk="0">
                  <a:moveTo>
                    <a:pt x="24888" y="1"/>
                  </a:moveTo>
                  <a:cubicBezTo>
                    <a:pt x="24660" y="1"/>
                    <a:pt x="24411" y="17"/>
                    <a:pt x="24141" y="51"/>
                  </a:cubicBezTo>
                  <a:cubicBezTo>
                    <a:pt x="20550" y="834"/>
                    <a:pt x="15932" y="1320"/>
                    <a:pt x="10883" y="1320"/>
                  </a:cubicBezTo>
                  <a:cubicBezTo>
                    <a:pt x="7318" y="1320"/>
                    <a:pt x="3754" y="1050"/>
                    <a:pt x="216" y="510"/>
                  </a:cubicBezTo>
                  <a:lnTo>
                    <a:pt x="216" y="510"/>
                  </a:lnTo>
                  <a:cubicBezTo>
                    <a:pt x="0" y="807"/>
                    <a:pt x="54" y="1185"/>
                    <a:pt x="405" y="1617"/>
                  </a:cubicBezTo>
                  <a:lnTo>
                    <a:pt x="26275" y="1617"/>
                  </a:lnTo>
                  <a:cubicBezTo>
                    <a:pt x="27030" y="768"/>
                    <a:pt x="26465" y="1"/>
                    <a:pt x="24888" y="1"/>
                  </a:cubicBezTo>
                  <a:close/>
                </a:path>
              </a:pathLst>
            </a:custGeom>
            <a:solidFill>
              <a:srgbClr val="302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6" name="Google Shape;6276;p87"/>
            <p:cNvSpPr/>
            <p:nvPr/>
          </p:nvSpPr>
          <p:spPr>
            <a:xfrm>
              <a:off x="4676900" y="7506000"/>
              <a:ext cx="135025" cy="78325"/>
            </a:xfrm>
            <a:custGeom>
              <a:avLst/>
              <a:gdLst/>
              <a:ahLst/>
              <a:cxnLst/>
              <a:rect l="l" t="t" r="r" b="b"/>
              <a:pathLst>
                <a:path w="5401" h="3133" extrusionOk="0">
                  <a:moveTo>
                    <a:pt x="4726" y="0"/>
                  </a:moveTo>
                  <a:lnTo>
                    <a:pt x="4564" y="27"/>
                  </a:lnTo>
                  <a:cubicBezTo>
                    <a:pt x="3106" y="378"/>
                    <a:pt x="1593" y="2215"/>
                    <a:pt x="0" y="3133"/>
                  </a:cubicBezTo>
                  <a:lnTo>
                    <a:pt x="513" y="3079"/>
                  </a:lnTo>
                  <a:cubicBezTo>
                    <a:pt x="3187" y="2674"/>
                    <a:pt x="5293" y="1350"/>
                    <a:pt x="5401" y="27"/>
                  </a:cubicBezTo>
                  <a:lnTo>
                    <a:pt x="5266" y="0"/>
                  </a:lnTo>
                  <a:close/>
                </a:path>
              </a:pathLst>
            </a:custGeom>
            <a:solidFill>
              <a:srgbClr val="5E4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7" name="Google Shape;6277;p87"/>
            <p:cNvSpPr/>
            <p:nvPr/>
          </p:nvSpPr>
          <p:spPr>
            <a:xfrm>
              <a:off x="4768025" y="7275800"/>
              <a:ext cx="83075" cy="32425"/>
            </a:xfrm>
            <a:custGeom>
              <a:avLst/>
              <a:gdLst/>
              <a:ahLst/>
              <a:cxnLst/>
              <a:rect l="l" t="t" r="r" b="b"/>
              <a:pathLst>
                <a:path w="3323" h="1297" extrusionOk="0">
                  <a:moveTo>
                    <a:pt x="1675" y="0"/>
                  </a:moveTo>
                  <a:cubicBezTo>
                    <a:pt x="730" y="0"/>
                    <a:pt x="1" y="297"/>
                    <a:pt x="1" y="648"/>
                  </a:cubicBezTo>
                  <a:cubicBezTo>
                    <a:pt x="1" y="999"/>
                    <a:pt x="730" y="1296"/>
                    <a:pt x="1675" y="1296"/>
                  </a:cubicBezTo>
                  <a:cubicBezTo>
                    <a:pt x="2593" y="1296"/>
                    <a:pt x="3322" y="999"/>
                    <a:pt x="3322" y="648"/>
                  </a:cubicBezTo>
                  <a:cubicBezTo>
                    <a:pt x="3322" y="297"/>
                    <a:pt x="2593" y="0"/>
                    <a:pt x="1675" y="0"/>
                  </a:cubicBezTo>
                  <a:close/>
                </a:path>
              </a:pathLst>
            </a:custGeom>
            <a:solidFill>
              <a:srgbClr val="5E4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8" name="Google Shape;6278;p87"/>
            <p:cNvSpPr/>
            <p:nvPr/>
          </p:nvSpPr>
          <p:spPr>
            <a:xfrm>
              <a:off x="4743050" y="7305875"/>
              <a:ext cx="22300" cy="24700"/>
            </a:xfrm>
            <a:custGeom>
              <a:avLst/>
              <a:gdLst/>
              <a:ahLst/>
              <a:cxnLst/>
              <a:rect l="l" t="t" r="r" b="b"/>
              <a:pathLst>
                <a:path w="892" h="988" extrusionOk="0">
                  <a:moveTo>
                    <a:pt x="529" y="0"/>
                  </a:moveTo>
                  <a:cubicBezTo>
                    <a:pt x="391" y="0"/>
                    <a:pt x="253" y="84"/>
                    <a:pt x="163" y="228"/>
                  </a:cubicBezTo>
                  <a:cubicBezTo>
                    <a:pt x="1" y="444"/>
                    <a:pt x="28" y="714"/>
                    <a:pt x="190" y="903"/>
                  </a:cubicBezTo>
                  <a:cubicBezTo>
                    <a:pt x="247" y="961"/>
                    <a:pt x="318" y="988"/>
                    <a:pt x="392" y="988"/>
                  </a:cubicBezTo>
                  <a:cubicBezTo>
                    <a:pt x="526" y="988"/>
                    <a:pt x="670" y="898"/>
                    <a:pt x="757" y="741"/>
                  </a:cubicBezTo>
                  <a:cubicBezTo>
                    <a:pt x="892" y="525"/>
                    <a:pt x="892" y="255"/>
                    <a:pt x="730" y="66"/>
                  </a:cubicBezTo>
                  <a:cubicBezTo>
                    <a:pt x="667" y="21"/>
                    <a:pt x="598" y="0"/>
                    <a:pt x="529" y="0"/>
                  </a:cubicBezTo>
                  <a:close/>
                </a:path>
              </a:pathLst>
            </a:custGeom>
            <a:solidFill>
              <a:srgbClr val="5E4B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9" name="Google Shape;6279;p87"/>
            <p:cNvSpPr/>
            <p:nvPr/>
          </p:nvSpPr>
          <p:spPr>
            <a:xfrm>
              <a:off x="4758575" y="7299150"/>
              <a:ext cx="94600" cy="79975"/>
            </a:xfrm>
            <a:custGeom>
              <a:avLst/>
              <a:gdLst/>
              <a:ahLst/>
              <a:cxnLst/>
              <a:rect l="l" t="t" r="r" b="b"/>
              <a:pathLst>
                <a:path w="3784" h="3199" extrusionOk="0">
                  <a:moveTo>
                    <a:pt x="2125" y="0"/>
                  </a:moveTo>
                  <a:cubicBezTo>
                    <a:pt x="1750" y="0"/>
                    <a:pt x="1369" y="136"/>
                    <a:pt x="1054" y="443"/>
                  </a:cubicBezTo>
                  <a:cubicBezTo>
                    <a:pt x="1" y="1442"/>
                    <a:pt x="703" y="3198"/>
                    <a:pt x="2134" y="3198"/>
                  </a:cubicBezTo>
                  <a:cubicBezTo>
                    <a:pt x="2151" y="3198"/>
                    <a:pt x="2167" y="3198"/>
                    <a:pt x="2184" y="3198"/>
                  </a:cubicBezTo>
                  <a:cubicBezTo>
                    <a:pt x="3025" y="3198"/>
                    <a:pt x="3701" y="2533"/>
                    <a:pt x="3727" y="1685"/>
                  </a:cubicBezTo>
                  <a:cubicBezTo>
                    <a:pt x="3783" y="694"/>
                    <a:pt x="2971" y="0"/>
                    <a:pt x="2125" y="0"/>
                  </a:cubicBezTo>
                  <a:close/>
                </a:path>
              </a:pathLst>
            </a:custGeom>
            <a:solidFill>
              <a:srgbClr val="302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0" name="Google Shape;6280;p87"/>
            <p:cNvSpPr/>
            <p:nvPr/>
          </p:nvSpPr>
          <p:spPr>
            <a:xfrm>
              <a:off x="4789625" y="7323950"/>
              <a:ext cx="39875" cy="33550"/>
            </a:xfrm>
            <a:custGeom>
              <a:avLst/>
              <a:gdLst/>
              <a:ahLst/>
              <a:cxnLst/>
              <a:rect l="l" t="t" r="r" b="b"/>
              <a:pathLst>
                <a:path w="1595" h="1342" extrusionOk="0">
                  <a:moveTo>
                    <a:pt x="886" y="0"/>
                  </a:moveTo>
                  <a:cubicBezTo>
                    <a:pt x="727" y="0"/>
                    <a:pt x="566" y="56"/>
                    <a:pt x="433" y="180"/>
                  </a:cubicBezTo>
                  <a:cubicBezTo>
                    <a:pt x="1" y="612"/>
                    <a:pt x="298" y="1342"/>
                    <a:pt x="919" y="1342"/>
                  </a:cubicBezTo>
                  <a:cubicBezTo>
                    <a:pt x="1270" y="1342"/>
                    <a:pt x="1567" y="1071"/>
                    <a:pt x="1594" y="693"/>
                  </a:cubicBezTo>
                  <a:cubicBezTo>
                    <a:pt x="1594" y="282"/>
                    <a:pt x="1244" y="0"/>
                    <a:pt x="886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1" name="Google Shape;6281;p87"/>
            <p:cNvSpPr/>
            <p:nvPr/>
          </p:nvSpPr>
          <p:spPr>
            <a:xfrm>
              <a:off x="4783550" y="7601175"/>
              <a:ext cx="51350" cy="38500"/>
            </a:xfrm>
            <a:custGeom>
              <a:avLst/>
              <a:gdLst/>
              <a:ahLst/>
              <a:cxnLst/>
              <a:rect l="l" t="t" r="r" b="b"/>
              <a:pathLst>
                <a:path w="2054" h="1540" extrusionOk="0">
                  <a:moveTo>
                    <a:pt x="1000" y="1"/>
                  </a:moveTo>
                  <a:cubicBezTo>
                    <a:pt x="460" y="1"/>
                    <a:pt x="1" y="460"/>
                    <a:pt x="1" y="1027"/>
                  </a:cubicBezTo>
                  <a:lnTo>
                    <a:pt x="1" y="1540"/>
                  </a:lnTo>
                  <a:lnTo>
                    <a:pt x="2026" y="1540"/>
                  </a:lnTo>
                  <a:lnTo>
                    <a:pt x="2026" y="1027"/>
                  </a:lnTo>
                  <a:cubicBezTo>
                    <a:pt x="2053" y="460"/>
                    <a:pt x="1567" y="1"/>
                    <a:pt x="1000" y="1"/>
                  </a:cubicBezTo>
                  <a:close/>
                </a:path>
              </a:pathLst>
            </a:custGeom>
            <a:solidFill>
              <a:srgbClr val="3026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87"/>
            <p:cNvSpPr/>
            <p:nvPr/>
          </p:nvSpPr>
          <p:spPr>
            <a:xfrm>
              <a:off x="4276575" y="6464650"/>
              <a:ext cx="1054500" cy="59800"/>
            </a:xfrm>
            <a:custGeom>
              <a:avLst/>
              <a:gdLst/>
              <a:ahLst/>
              <a:cxnLst/>
              <a:rect l="l" t="t" r="r" b="b"/>
              <a:pathLst>
                <a:path w="42180" h="2392" extrusionOk="0">
                  <a:moveTo>
                    <a:pt x="14432" y="0"/>
                  </a:moveTo>
                  <a:cubicBezTo>
                    <a:pt x="10155" y="0"/>
                    <a:pt x="7056" y="1095"/>
                    <a:pt x="3862" y="1095"/>
                  </a:cubicBezTo>
                  <a:cubicBezTo>
                    <a:pt x="2755" y="1095"/>
                    <a:pt x="1431" y="1041"/>
                    <a:pt x="0" y="960"/>
                  </a:cubicBezTo>
                  <a:lnTo>
                    <a:pt x="0" y="2283"/>
                  </a:lnTo>
                  <a:cubicBezTo>
                    <a:pt x="1431" y="2337"/>
                    <a:pt x="2755" y="2391"/>
                    <a:pt x="3862" y="2391"/>
                  </a:cubicBezTo>
                  <a:cubicBezTo>
                    <a:pt x="7056" y="2391"/>
                    <a:pt x="10155" y="1297"/>
                    <a:pt x="14432" y="1297"/>
                  </a:cubicBezTo>
                  <a:cubicBezTo>
                    <a:pt x="14711" y="1297"/>
                    <a:pt x="14995" y="1301"/>
                    <a:pt x="15284" y="1311"/>
                  </a:cubicBezTo>
                  <a:cubicBezTo>
                    <a:pt x="19964" y="1444"/>
                    <a:pt x="24774" y="2284"/>
                    <a:pt x="29458" y="2284"/>
                  </a:cubicBezTo>
                  <a:cubicBezTo>
                    <a:pt x="29531" y="2284"/>
                    <a:pt x="29604" y="2284"/>
                    <a:pt x="29677" y="2283"/>
                  </a:cubicBezTo>
                  <a:cubicBezTo>
                    <a:pt x="33079" y="2256"/>
                    <a:pt x="38291" y="1797"/>
                    <a:pt x="42180" y="1581"/>
                  </a:cubicBezTo>
                  <a:lnTo>
                    <a:pt x="42099" y="285"/>
                  </a:lnTo>
                  <a:cubicBezTo>
                    <a:pt x="38210" y="501"/>
                    <a:pt x="33052" y="960"/>
                    <a:pt x="29677" y="987"/>
                  </a:cubicBezTo>
                  <a:cubicBezTo>
                    <a:pt x="29538" y="989"/>
                    <a:pt x="29399" y="990"/>
                    <a:pt x="29260" y="990"/>
                  </a:cubicBezTo>
                  <a:cubicBezTo>
                    <a:pt x="24663" y="990"/>
                    <a:pt x="19897" y="146"/>
                    <a:pt x="15284" y="15"/>
                  </a:cubicBezTo>
                  <a:cubicBezTo>
                    <a:pt x="14995" y="5"/>
                    <a:pt x="14711" y="0"/>
                    <a:pt x="14432" y="0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87"/>
            <p:cNvSpPr/>
            <p:nvPr/>
          </p:nvSpPr>
          <p:spPr>
            <a:xfrm>
              <a:off x="4276575" y="6520800"/>
              <a:ext cx="1058550" cy="40775"/>
            </a:xfrm>
            <a:custGeom>
              <a:avLst/>
              <a:gdLst/>
              <a:ahLst/>
              <a:cxnLst/>
              <a:rect l="l" t="t" r="r" b="b"/>
              <a:pathLst>
                <a:path w="42342" h="1631" extrusionOk="0">
                  <a:moveTo>
                    <a:pt x="14638" y="0"/>
                  </a:moveTo>
                  <a:cubicBezTo>
                    <a:pt x="10246" y="0"/>
                    <a:pt x="7116" y="1117"/>
                    <a:pt x="3889" y="1117"/>
                  </a:cubicBezTo>
                  <a:cubicBezTo>
                    <a:pt x="2782" y="1117"/>
                    <a:pt x="1458" y="1036"/>
                    <a:pt x="0" y="982"/>
                  </a:cubicBezTo>
                  <a:lnTo>
                    <a:pt x="0" y="1522"/>
                  </a:lnTo>
                  <a:cubicBezTo>
                    <a:pt x="1458" y="1577"/>
                    <a:pt x="2782" y="1631"/>
                    <a:pt x="3889" y="1631"/>
                  </a:cubicBezTo>
                  <a:cubicBezTo>
                    <a:pt x="7112" y="1631"/>
                    <a:pt x="10263" y="540"/>
                    <a:pt x="14626" y="540"/>
                  </a:cubicBezTo>
                  <a:cubicBezTo>
                    <a:pt x="14869" y="540"/>
                    <a:pt x="15115" y="543"/>
                    <a:pt x="15365" y="550"/>
                  </a:cubicBezTo>
                  <a:cubicBezTo>
                    <a:pt x="20045" y="710"/>
                    <a:pt x="24881" y="1550"/>
                    <a:pt x="29592" y="1550"/>
                  </a:cubicBezTo>
                  <a:cubicBezTo>
                    <a:pt x="29665" y="1550"/>
                    <a:pt x="29739" y="1550"/>
                    <a:pt x="29812" y="1550"/>
                  </a:cubicBezTo>
                  <a:cubicBezTo>
                    <a:pt x="33187" y="1495"/>
                    <a:pt x="38453" y="1036"/>
                    <a:pt x="42342" y="847"/>
                  </a:cubicBezTo>
                  <a:lnTo>
                    <a:pt x="42261" y="307"/>
                  </a:lnTo>
                  <a:cubicBezTo>
                    <a:pt x="38372" y="523"/>
                    <a:pt x="33187" y="955"/>
                    <a:pt x="29812" y="1009"/>
                  </a:cubicBezTo>
                  <a:cubicBezTo>
                    <a:pt x="29672" y="1011"/>
                    <a:pt x="29531" y="1012"/>
                    <a:pt x="29391" y="1012"/>
                  </a:cubicBezTo>
                  <a:cubicBezTo>
                    <a:pt x="24744" y="1012"/>
                    <a:pt x="19978" y="168"/>
                    <a:pt x="15365" y="10"/>
                  </a:cubicBezTo>
                  <a:cubicBezTo>
                    <a:pt x="15119" y="3"/>
                    <a:pt x="14876" y="0"/>
                    <a:pt x="14638" y="0"/>
                  </a:cubicBez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87"/>
            <p:cNvSpPr/>
            <p:nvPr/>
          </p:nvSpPr>
          <p:spPr>
            <a:xfrm>
              <a:off x="5812400" y="5793300"/>
              <a:ext cx="246425" cy="156025"/>
            </a:xfrm>
            <a:custGeom>
              <a:avLst/>
              <a:gdLst/>
              <a:ahLst/>
              <a:cxnLst/>
              <a:rect l="l" t="t" r="r" b="b"/>
              <a:pathLst>
                <a:path w="9857" h="6241" extrusionOk="0">
                  <a:moveTo>
                    <a:pt x="4942" y="1"/>
                  </a:moveTo>
                  <a:cubicBezTo>
                    <a:pt x="2214" y="1"/>
                    <a:pt x="0" y="1648"/>
                    <a:pt x="0" y="3700"/>
                  </a:cubicBezTo>
                  <a:cubicBezTo>
                    <a:pt x="0" y="4024"/>
                    <a:pt x="54" y="4348"/>
                    <a:pt x="162" y="4645"/>
                  </a:cubicBezTo>
                  <a:cubicBezTo>
                    <a:pt x="864" y="3673"/>
                    <a:pt x="1971" y="3133"/>
                    <a:pt x="3132" y="3133"/>
                  </a:cubicBezTo>
                  <a:cubicBezTo>
                    <a:pt x="5725" y="3133"/>
                    <a:pt x="6562" y="4240"/>
                    <a:pt x="6778" y="5320"/>
                  </a:cubicBezTo>
                  <a:cubicBezTo>
                    <a:pt x="6897" y="5898"/>
                    <a:pt x="7464" y="6240"/>
                    <a:pt x="8037" y="6240"/>
                  </a:cubicBezTo>
                  <a:cubicBezTo>
                    <a:pt x="8375" y="6240"/>
                    <a:pt x="8715" y="6121"/>
                    <a:pt x="8965" y="5860"/>
                  </a:cubicBezTo>
                  <a:cubicBezTo>
                    <a:pt x="9532" y="5266"/>
                    <a:pt x="9856" y="4510"/>
                    <a:pt x="9856" y="3700"/>
                  </a:cubicBezTo>
                  <a:cubicBezTo>
                    <a:pt x="9856" y="1648"/>
                    <a:pt x="7669" y="1"/>
                    <a:pt x="4942" y="1"/>
                  </a:cubicBezTo>
                  <a:close/>
                </a:path>
              </a:pathLst>
            </a:custGeom>
            <a:solidFill>
              <a:srgbClr val="2D2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87"/>
            <p:cNvSpPr/>
            <p:nvPr/>
          </p:nvSpPr>
          <p:spPr>
            <a:xfrm>
              <a:off x="6013575" y="5895925"/>
              <a:ext cx="53350" cy="53350"/>
            </a:xfrm>
            <a:custGeom>
              <a:avLst/>
              <a:gdLst/>
              <a:ahLst/>
              <a:cxnLst/>
              <a:rect l="l" t="t" r="r" b="b"/>
              <a:pathLst>
                <a:path w="2134" h="2134" extrusionOk="0">
                  <a:moveTo>
                    <a:pt x="0" y="0"/>
                  </a:moveTo>
                  <a:lnTo>
                    <a:pt x="0" y="2133"/>
                  </a:lnTo>
                  <a:lnTo>
                    <a:pt x="2133" y="2133"/>
                  </a:lnTo>
                  <a:lnTo>
                    <a:pt x="2133" y="0"/>
                  </a:lnTo>
                  <a:close/>
                </a:path>
              </a:pathLst>
            </a:custGeom>
            <a:solidFill>
              <a:srgbClr val="2D2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87"/>
            <p:cNvSpPr/>
            <p:nvPr/>
          </p:nvSpPr>
          <p:spPr>
            <a:xfrm>
              <a:off x="5883275" y="5793300"/>
              <a:ext cx="224150" cy="156025"/>
            </a:xfrm>
            <a:custGeom>
              <a:avLst/>
              <a:gdLst/>
              <a:ahLst/>
              <a:cxnLst/>
              <a:rect l="l" t="t" r="r" b="b"/>
              <a:pathLst>
                <a:path w="8966" h="6241" extrusionOk="0">
                  <a:moveTo>
                    <a:pt x="4483" y="1"/>
                  </a:moveTo>
                  <a:cubicBezTo>
                    <a:pt x="1999" y="1"/>
                    <a:pt x="0" y="1648"/>
                    <a:pt x="0" y="3700"/>
                  </a:cubicBezTo>
                  <a:cubicBezTo>
                    <a:pt x="0" y="4024"/>
                    <a:pt x="54" y="4348"/>
                    <a:pt x="162" y="4645"/>
                  </a:cubicBezTo>
                  <a:cubicBezTo>
                    <a:pt x="729" y="3700"/>
                    <a:pt x="1756" y="3133"/>
                    <a:pt x="2863" y="3133"/>
                  </a:cubicBezTo>
                  <a:cubicBezTo>
                    <a:pt x="5212" y="3133"/>
                    <a:pt x="5968" y="4240"/>
                    <a:pt x="6157" y="5320"/>
                  </a:cubicBezTo>
                  <a:cubicBezTo>
                    <a:pt x="6276" y="5898"/>
                    <a:pt x="6779" y="6240"/>
                    <a:pt x="7298" y="6240"/>
                  </a:cubicBezTo>
                  <a:cubicBezTo>
                    <a:pt x="7604" y="6240"/>
                    <a:pt x="7915" y="6121"/>
                    <a:pt x="8155" y="5860"/>
                  </a:cubicBezTo>
                  <a:cubicBezTo>
                    <a:pt x="8668" y="5266"/>
                    <a:pt x="8965" y="4510"/>
                    <a:pt x="8965" y="3727"/>
                  </a:cubicBezTo>
                  <a:cubicBezTo>
                    <a:pt x="8965" y="1648"/>
                    <a:pt x="6967" y="1"/>
                    <a:pt x="4483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7" name="Google Shape;6287;p87"/>
            <p:cNvSpPr/>
            <p:nvPr/>
          </p:nvSpPr>
          <p:spPr>
            <a:xfrm>
              <a:off x="6312625" y="5793300"/>
              <a:ext cx="246425" cy="156025"/>
            </a:xfrm>
            <a:custGeom>
              <a:avLst/>
              <a:gdLst/>
              <a:ahLst/>
              <a:cxnLst/>
              <a:rect l="l" t="t" r="r" b="b"/>
              <a:pathLst>
                <a:path w="9857" h="6241" extrusionOk="0">
                  <a:moveTo>
                    <a:pt x="4942" y="1"/>
                  </a:moveTo>
                  <a:cubicBezTo>
                    <a:pt x="2215" y="1"/>
                    <a:pt x="1" y="1648"/>
                    <a:pt x="1" y="3700"/>
                  </a:cubicBezTo>
                  <a:cubicBezTo>
                    <a:pt x="1" y="4024"/>
                    <a:pt x="55" y="4348"/>
                    <a:pt x="163" y="4645"/>
                  </a:cubicBezTo>
                  <a:cubicBezTo>
                    <a:pt x="865" y="3673"/>
                    <a:pt x="1972" y="3133"/>
                    <a:pt x="3133" y="3133"/>
                  </a:cubicBezTo>
                  <a:cubicBezTo>
                    <a:pt x="5725" y="3133"/>
                    <a:pt x="6562" y="4240"/>
                    <a:pt x="6778" y="5320"/>
                  </a:cubicBezTo>
                  <a:cubicBezTo>
                    <a:pt x="6897" y="5898"/>
                    <a:pt x="7465" y="6240"/>
                    <a:pt x="8037" y="6240"/>
                  </a:cubicBezTo>
                  <a:cubicBezTo>
                    <a:pt x="8375" y="6240"/>
                    <a:pt x="8715" y="6121"/>
                    <a:pt x="8966" y="5860"/>
                  </a:cubicBezTo>
                  <a:cubicBezTo>
                    <a:pt x="9533" y="5266"/>
                    <a:pt x="9857" y="4510"/>
                    <a:pt x="9857" y="3700"/>
                  </a:cubicBezTo>
                  <a:cubicBezTo>
                    <a:pt x="9857" y="1648"/>
                    <a:pt x="7642" y="1"/>
                    <a:pt x="4942" y="1"/>
                  </a:cubicBezTo>
                  <a:close/>
                </a:path>
              </a:pathLst>
            </a:custGeom>
            <a:solidFill>
              <a:srgbClr val="2D2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8" name="Google Shape;6288;p87"/>
            <p:cNvSpPr/>
            <p:nvPr/>
          </p:nvSpPr>
          <p:spPr>
            <a:xfrm>
              <a:off x="6513800" y="5895925"/>
              <a:ext cx="53350" cy="53350"/>
            </a:xfrm>
            <a:custGeom>
              <a:avLst/>
              <a:gdLst/>
              <a:ahLst/>
              <a:cxnLst/>
              <a:rect l="l" t="t" r="r" b="b"/>
              <a:pathLst>
                <a:path w="2134" h="2134" extrusionOk="0">
                  <a:moveTo>
                    <a:pt x="1" y="0"/>
                  </a:moveTo>
                  <a:lnTo>
                    <a:pt x="1" y="2133"/>
                  </a:lnTo>
                  <a:lnTo>
                    <a:pt x="2134" y="2133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2D24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9" name="Google Shape;6289;p87"/>
            <p:cNvSpPr/>
            <p:nvPr/>
          </p:nvSpPr>
          <p:spPr>
            <a:xfrm>
              <a:off x="5251400" y="6547375"/>
              <a:ext cx="182300" cy="403050"/>
            </a:xfrm>
            <a:custGeom>
              <a:avLst/>
              <a:gdLst/>
              <a:ahLst/>
              <a:cxnLst/>
              <a:rect l="l" t="t" r="r" b="b"/>
              <a:pathLst>
                <a:path w="7292" h="16122" extrusionOk="0">
                  <a:moveTo>
                    <a:pt x="0" y="0"/>
                  </a:moveTo>
                  <a:cubicBezTo>
                    <a:pt x="4132" y="4402"/>
                    <a:pt x="5644" y="9614"/>
                    <a:pt x="2836" y="16121"/>
                  </a:cubicBezTo>
                  <a:lnTo>
                    <a:pt x="7291" y="16121"/>
                  </a:lnTo>
                  <a:cubicBezTo>
                    <a:pt x="5455" y="10937"/>
                    <a:pt x="4510" y="5482"/>
                    <a:pt x="4483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0" name="Google Shape;6290;p87"/>
            <p:cNvSpPr/>
            <p:nvPr/>
          </p:nvSpPr>
          <p:spPr>
            <a:xfrm>
              <a:off x="5557200" y="6547375"/>
              <a:ext cx="140450" cy="403050"/>
            </a:xfrm>
            <a:custGeom>
              <a:avLst/>
              <a:gdLst/>
              <a:ahLst/>
              <a:cxnLst/>
              <a:rect l="l" t="t" r="r" b="b"/>
              <a:pathLst>
                <a:path w="5618" h="16122" extrusionOk="0">
                  <a:moveTo>
                    <a:pt x="1" y="0"/>
                  </a:moveTo>
                  <a:cubicBezTo>
                    <a:pt x="3673" y="4402"/>
                    <a:pt x="4618" y="9614"/>
                    <a:pt x="1135" y="16121"/>
                  </a:cubicBezTo>
                  <a:lnTo>
                    <a:pt x="5617" y="16121"/>
                  </a:lnTo>
                  <a:cubicBezTo>
                    <a:pt x="4294" y="10856"/>
                    <a:pt x="3916" y="5401"/>
                    <a:pt x="4456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1" name="Google Shape;6291;p87"/>
            <p:cNvSpPr/>
            <p:nvPr/>
          </p:nvSpPr>
          <p:spPr>
            <a:xfrm>
              <a:off x="5270300" y="6547375"/>
              <a:ext cx="182300" cy="403050"/>
            </a:xfrm>
            <a:custGeom>
              <a:avLst/>
              <a:gdLst/>
              <a:ahLst/>
              <a:cxnLst/>
              <a:rect l="l" t="t" r="r" b="b"/>
              <a:pathLst>
                <a:path w="7292" h="16122" extrusionOk="0">
                  <a:moveTo>
                    <a:pt x="0" y="0"/>
                  </a:moveTo>
                  <a:cubicBezTo>
                    <a:pt x="4159" y="4402"/>
                    <a:pt x="5644" y="9614"/>
                    <a:pt x="2836" y="16121"/>
                  </a:cubicBezTo>
                  <a:lnTo>
                    <a:pt x="7291" y="16121"/>
                  </a:lnTo>
                  <a:cubicBezTo>
                    <a:pt x="5455" y="10937"/>
                    <a:pt x="4483" y="5482"/>
                    <a:pt x="4456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2" name="Google Shape;6292;p87"/>
            <p:cNvSpPr/>
            <p:nvPr/>
          </p:nvSpPr>
          <p:spPr>
            <a:xfrm>
              <a:off x="5576100" y="6547375"/>
              <a:ext cx="140450" cy="403050"/>
            </a:xfrm>
            <a:custGeom>
              <a:avLst/>
              <a:gdLst/>
              <a:ahLst/>
              <a:cxnLst/>
              <a:rect l="l" t="t" r="r" b="b"/>
              <a:pathLst>
                <a:path w="5618" h="16122" extrusionOk="0">
                  <a:moveTo>
                    <a:pt x="1" y="0"/>
                  </a:moveTo>
                  <a:cubicBezTo>
                    <a:pt x="3700" y="4402"/>
                    <a:pt x="4618" y="9614"/>
                    <a:pt x="1162" y="16121"/>
                  </a:cubicBezTo>
                  <a:lnTo>
                    <a:pt x="5618" y="16121"/>
                  </a:lnTo>
                  <a:cubicBezTo>
                    <a:pt x="4294" y="10856"/>
                    <a:pt x="3916" y="5401"/>
                    <a:pt x="4456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3" name="Google Shape;6293;p87"/>
            <p:cNvSpPr/>
            <p:nvPr/>
          </p:nvSpPr>
          <p:spPr>
            <a:xfrm>
              <a:off x="5229200" y="6539250"/>
              <a:ext cx="489950" cy="53400"/>
            </a:xfrm>
            <a:custGeom>
              <a:avLst/>
              <a:gdLst/>
              <a:ahLst/>
              <a:cxnLst/>
              <a:rect l="l" t="t" r="r" b="b"/>
              <a:pathLst>
                <a:path w="19598" h="2136" extrusionOk="0">
                  <a:moveTo>
                    <a:pt x="845" y="0"/>
                  </a:moveTo>
                  <a:cubicBezTo>
                    <a:pt x="354" y="0"/>
                    <a:pt x="1" y="447"/>
                    <a:pt x="132" y="920"/>
                  </a:cubicBezTo>
                  <a:lnTo>
                    <a:pt x="159" y="1217"/>
                  </a:lnTo>
                  <a:cubicBezTo>
                    <a:pt x="267" y="1730"/>
                    <a:pt x="726" y="2135"/>
                    <a:pt x="1266" y="2135"/>
                  </a:cubicBezTo>
                  <a:lnTo>
                    <a:pt x="18710" y="2135"/>
                  </a:lnTo>
                  <a:cubicBezTo>
                    <a:pt x="18725" y="2135"/>
                    <a:pt x="18739" y="2136"/>
                    <a:pt x="18753" y="2136"/>
                  </a:cubicBezTo>
                  <a:cubicBezTo>
                    <a:pt x="19244" y="2136"/>
                    <a:pt x="19598" y="1689"/>
                    <a:pt x="19467" y="1217"/>
                  </a:cubicBezTo>
                  <a:lnTo>
                    <a:pt x="19440" y="920"/>
                  </a:lnTo>
                  <a:cubicBezTo>
                    <a:pt x="19331" y="406"/>
                    <a:pt x="18872" y="28"/>
                    <a:pt x="18332" y="1"/>
                  </a:cubicBezTo>
                  <a:lnTo>
                    <a:pt x="888" y="1"/>
                  </a:lnTo>
                  <a:cubicBezTo>
                    <a:pt x="874" y="1"/>
                    <a:pt x="859" y="0"/>
                    <a:pt x="845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4" name="Google Shape;6294;p87"/>
            <p:cNvSpPr/>
            <p:nvPr/>
          </p:nvSpPr>
          <p:spPr>
            <a:xfrm>
              <a:off x="5229125" y="6539275"/>
              <a:ext cx="99250" cy="54025"/>
            </a:xfrm>
            <a:custGeom>
              <a:avLst/>
              <a:gdLst/>
              <a:ahLst/>
              <a:cxnLst/>
              <a:rect l="l" t="t" r="r" b="b"/>
              <a:pathLst>
                <a:path w="3970" h="2161" extrusionOk="0">
                  <a:moveTo>
                    <a:pt x="891" y="0"/>
                  </a:moveTo>
                  <a:cubicBezTo>
                    <a:pt x="378" y="0"/>
                    <a:pt x="0" y="459"/>
                    <a:pt x="135" y="946"/>
                  </a:cubicBezTo>
                  <a:lnTo>
                    <a:pt x="162" y="1243"/>
                  </a:lnTo>
                  <a:cubicBezTo>
                    <a:pt x="270" y="1756"/>
                    <a:pt x="729" y="2134"/>
                    <a:pt x="1269" y="2161"/>
                  </a:cubicBezTo>
                  <a:lnTo>
                    <a:pt x="3105" y="2161"/>
                  </a:lnTo>
                  <a:cubicBezTo>
                    <a:pt x="3592" y="2161"/>
                    <a:pt x="3970" y="1702"/>
                    <a:pt x="3862" y="1243"/>
                  </a:cubicBezTo>
                  <a:lnTo>
                    <a:pt x="3808" y="946"/>
                  </a:lnTo>
                  <a:cubicBezTo>
                    <a:pt x="3700" y="405"/>
                    <a:pt x="3267" y="27"/>
                    <a:pt x="2727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5" name="Google Shape;6295;p87"/>
            <p:cNvSpPr/>
            <p:nvPr/>
          </p:nvSpPr>
          <p:spPr>
            <a:xfrm>
              <a:off x="5147525" y="6464325"/>
              <a:ext cx="606000" cy="97975"/>
            </a:xfrm>
            <a:custGeom>
              <a:avLst/>
              <a:gdLst/>
              <a:ahLst/>
              <a:cxnLst/>
              <a:rect l="l" t="t" r="r" b="b"/>
              <a:pathLst>
                <a:path w="24240" h="3919" extrusionOk="0">
                  <a:moveTo>
                    <a:pt x="1789" y="0"/>
                  </a:moveTo>
                  <a:cubicBezTo>
                    <a:pt x="758" y="0"/>
                    <a:pt x="0" y="933"/>
                    <a:pt x="240" y="1945"/>
                  </a:cubicBezTo>
                  <a:lnTo>
                    <a:pt x="240" y="1999"/>
                  </a:lnTo>
                  <a:cubicBezTo>
                    <a:pt x="456" y="3079"/>
                    <a:pt x="1401" y="3890"/>
                    <a:pt x="2508" y="3917"/>
                  </a:cubicBezTo>
                  <a:lnTo>
                    <a:pt x="22436" y="3917"/>
                  </a:lnTo>
                  <a:cubicBezTo>
                    <a:pt x="22464" y="3918"/>
                    <a:pt x="22491" y="3919"/>
                    <a:pt x="22518" y="3919"/>
                  </a:cubicBezTo>
                  <a:cubicBezTo>
                    <a:pt x="23504" y="3919"/>
                    <a:pt x="24240" y="2972"/>
                    <a:pt x="24030" y="1999"/>
                  </a:cubicBezTo>
                  <a:lnTo>
                    <a:pt x="24030" y="1945"/>
                  </a:lnTo>
                  <a:cubicBezTo>
                    <a:pt x="23787" y="838"/>
                    <a:pt x="22842" y="28"/>
                    <a:pt x="21734" y="1"/>
                  </a:cubicBezTo>
                  <a:lnTo>
                    <a:pt x="1833" y="1"/>
                  </a:lnTo>
                  <a:cubicBezTo>
                    <a:pt x="1818" y="1"/>
                    <a:pt x="1803" y="0"/>
                    <a:pt x="1789" y="0"/>
                  </a:cubicBezTo>
                  <a:close/>
                </a:path>
              </a:pathLst>
            </a:custGeom>
            <a:solidFill>
              <a:srgbClr val="C47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6" name="Google Shape;6296;p87"/>
            <p:cNvSpPr/>
            <p:nvPr/>
          </p:nvSpPr>
          <p:spPr>
            <a:xfrm>
              <a:off x="5154850" y="6464300"/>
              <a:ext cx="538075" cy="65325"/>
            </a:xfrm>
            <a:custGeom>
              <a:avLst/>
              <a:gdLst/>
              <a:ahLst/>
              <a:cxnLst/>
              <a:rect l="l" t="t" r="r" b="b"/>
              <a:pathLst>
                <a:path w="21523" h="2613" extrusionOk="0">
                  <a:moveTo>
                    <a:pt x="1478" y="1"/>
                  </a:moveTo>
                  <a:cubicBezTo>
                    <a:pt x="801" y="1"/>
                    <a:pt x="210" y="427"/>
                    <a:pt x="1" y="1082"/>
                  </a:cubicBezTo>
                  <a:cubicBezTo>
                    <a:pt x="2593" y="1703"/>
                    <a:pt x="5212" y="2108"/>
                    <a:pt x="7859" y="2351"/>
                  </a:cubicBezTo>
                  <a:cubicBezTo>
                    <a:pt x="9800" y="2528"/>
                    <a:pt x="11652" y="2613"/>
                    <a:pt x="13331" y="2613"/>
                  </a:cubicBezTo>
                  <a:cubicBezTo>
                    <a:pt x="18051" y="2613"/>
                    <a:pt x="21403" y="1947"/>
                    <a:pt x="21522" y="812"/>
                  </a:cubicBezTo>
                  <a:cubicBezTo>
                    <a:pt x="21495" y="488"/>
                    <a:pt x="21333" y="191"/>
                    <a:pt x="21063" y="2"/>
                  </a:cubicBezTo>
                  <a:lnTo>
                    <a:pt x="1540" y="2"/>
                  </a:lnTo>
                  <a:cubicBezTo>
                    <a:pt x="1519" y="1"/>
                    <a:pt x="1498" y="1"/>
                    <a:pt x="1478" y="1"/>
                  </a:cubicBezTo>
                  <a:close/>
                </a:path>
              </a:pathLst>
            </a:custGeom>
            <a:solidFill>
              <a:srgbClr val="DD9C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7" name="Google Shape;6297;p87"/>
            <p:cNvSpPr/>
            <p:nvPr/>
          </p:nvSpPr>
          <p:spPr>
            <a:xfrm>
              <a:off x="5147525" y="6464325"/>
              <a:ext cx="156475" cy="97950"/>
            </a:xfrm>
            <a:custGeom>
              <a:avLst/>
              <a:gdLst/>
              <a:ahLst/>
              <a:cxnLst/>
              <a:rect l="l" t="t" r="r" b="b"/>
              <a:pathLst>
                <a:path w="6259" h="3918" extrusionOk="0">
                  <a:moveTo>
                    <a:pt x="1790" y="0"/>
                  </a:moveTo>
                  <a:cubicBezTo>
                    <a:pt x="784" y="0"/>
                    <a:pt x="0" y="933"/>
                    <a:pt x="240" y="1945"/>
                  </a:cubicBezTo>
                  <a:lnTo>
                    <a:pt x="240" y="1999"/>
                  </a:lnTo>
                  <a:cubicBezTo>
                    <a:pt x="456" y="3079"/>
                    <a:pt x="1401" y="3890"/>
                    <a:pt x="2508" y="3917"/>
                  </a:cubicBezTo>
                  <a:lnTo>
                    <a:pt x="4452" y="3917"/>
                  </a:lnTo>
                  <a:cubicBezTo>
                    <a:pt x="4467" y="3917"/>
                    <a:pt x="4481" y="3917"/>
                    <a:pt x="4495" y="3917"/>
                  </a:cubicBezTo>
                  <a:cubicBezTo>
                    <a:pt x="5500" y="3917"/>
                    <a:pt x="6258" y="2984"/>
                    <a:pt x="6045" y="1999"/>
                  </a:cubicBezTo>
                  <a:lnTo>
                    <a:pt x="6045" y="1945"/>
                  </a:lnTo>
                  <a:cubicBezTo>
                    <a:pt x="5829" y="838"/>
                    <a:pt x="4884" y="28"/>
                    <a:pt x="3777" y="1"/>
                  </a:cubicBezTo>
                  <a:lnTo>
                    <a:pt x="1833" y="1"/>
                  </a:lnTo>
                  <a:cubicBezTo>
                    <a:pt x="1819" y="1"/>
                    <a:pt x="1804" y="0"/>
                    <a:pt x="1790" y="0"/>
                  </a:cubicBezTo>
                  <a:close/>
                </a:path>
              </a:pathLst>
            </a:custGeom>
            <a:solidFill>
              <a:srgbClr val="EFB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8" name="Google Shape;6298;p87"/>
            <p:cNvSpPr/>
            <p:nvPr/>
          </p:nvSpPr>
          <p:spPr>
            <a:xfrm>
              <a:off x="5710450" y="5823000"/>
              <a:ext cx="781775" cy="1019400"/>
            </a:xfrm>
            <a:custGeom>
              <a:avLst/>
              <a:gdLst/>
              <a:ahLst/>
              <a:cxnLst/>
              <a:rect l="l" t="t" r="r" b="b"/>
              <a:pathLst>
                <a:path w="31271" h="40776" extrusionOk="0">
                  <a:moveTo>
                    <a:pt x="5104" y="1"/>
                  </a:moveTo>
                  <a:cubicBezTo>
                    <a:pt x="2404" y="2728"/>
                    <a:pt x="0" y="23116"/>
                    <a:pt x="0" y="40776"/>
                  </a:cubicBezTo>
                  <a:lnTo>
                    <a:pt x="26167" y="40776"/>
                  </a:lnTo>
                  <a:cubicBezTo>
                    <a:pt x="26167" y="21063"/>
                    <a:pt x="28678" y="2593"/>
                    <a:pt x="31270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9" name="Google Shape;6299;p87"/>
            <p:cNvSpPr/>
            <p:nvPr/>
          </p:nvSpPr>
          <p:spPr>
            <a:xfrm>
              <a:off x="6326800" y="5823000"/>
              <a:ext cx="165425" cy="1019400"/>
            </a:xfrm>
            <a:custGeom>
              <a:avLst/>
              <a:gdLst/>
              <a:ahLst/>
              <a:cxnLst/>
              <a:rect l="l" t="t" r="r" b="b"/>
              <a:pathLst>
                <a:path w="6617" h="40776" extrusionOk="0">
                  <a:moveTo>
                    <a:pt x="4807" y="1"/>
                  </a:moveTo>
                  <a:cubicBezTo>
                    <a:pt x="2323" y="3592"/>
                    <a:pt x="28" y="21577"/>
                    <a:pt x="1" y="40776"/>
                  </a:cubicBezTo>
                  <a:lnTo>
                    <a:pt x="1513" y="40776"/>
                  </a:lnTo>
                  <a:cubicBezTo>
                    <a:pt x="1513" y="21063"/>
                    <a:pt x="4024" y="2593"/>
                    <a:pt x="6616" y="1"/>
                  </a:cubicBezTo>
                  <a:close/>
                </a:path>
              </a:pathLst>
            </a:custGeom>
            <a:solidFill>
              <a:srgbClr val="261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0" name="Google Shape;6300;p87"/>
            <p:cNvSpPr/>
            <p:nvPr/>
          </p:nvSpPr>
          <p:spPr>
            <a:xfrm>
              <a:off x="5708425" y="5854050"/>
              <a:ext cx="671725" cy="918150"/>
            </a:xfrm>
            <a:custGeom>
              <a:avLst/>
              <a:gdLst/>
              <a:ahLst/>
              <a:cxnLst/>
              <a:rect l="l" t="t" r="r" b="b"/>
              <a:pathLst>
                <a:path w="26869" h="36726" extrusionOk="0">
                  <a:moveTo>
                    <a:pt x="5239" y="1"/>
                  </a:moveTo>
                  <a:cubicBezTo>
                    <a:pt x="4699" y="1"/>
                    <a:pt x="4240" y="271"/>
                    <a:pt x="3997" y="730"/>
                  </a:cubicBezTo>
                  <a:cubicBezTo>
                    <a:pt x="1891" y="4862"/>
                    <a:pt x="108" y="20875"/>
                    <a:pt x="0" y="35321"/>
                  </a:cubicBezTo>
                  <a:cubicBezTo>
                    <a:pt x="0" y="36104"/>
                    <a:pt x="649" y="36726"/>
                    <a:pt x="1405" y="36726"/>
                  </a:cubicBezTo>
                  <a:lnTo>
                    <a:pt x="21630" y="36726"/>
                  </a:lnTo>
                  <a:cubicBezTo>
                    <a:pt x="22413" y="36726"/>
                    <a:pt x="23034" y="36104"/>
                    <a:pt x="23034" y="35321"/>
                  </a:cubicBezTo>
                  <a:cubicBezTo>
                    <a:pt x="23115" y="20686"/>
                    <a:pt x="24682" y="7049"/>
                    <a:pt x="26518" y="1891"/>
                  </a:cubicBezTo>
                  <a:cubicBezTo>
                    <a:pt x="26869" y="973"/>
                    <a:pt x="26194" y="1"/>
                    <a:pt x="25195" y="1"/>
                  </a:cubicBezTo>
                  <a:close/>
                </a:path>
              </a:pathLst>
            </a:custGeom>
            <a:solidFill>
              <a:srgbClr val="DD9C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1" name="Google Shape;6301;p87"/>
            <p:cNvSpPr/>
            <p:nvPr/>
          </p:nvSpPr>
          <p:spPr>
            <a:xfrm>
              <a:off x="5728675" y="5854050"/>
              <a:ext cx="582625" cy="571625"/>
            </a:xfrm>
            <a:custGeom>
              <a:avLst/>
              <a:gdLst/>
              <a:ahLst/>
              <a:cxnLst/>
              <a:rect l="l" t="t" r="r" b="b"/>
              <a:pathLst>
                <a:path w="23305" h="22865" extrusionOk="0">
                  <a:moveTo>
                    <a:pt x="4402" y="1"/>
                  </a:moveTo>
                  <a:cubicBezTo>
                    <a:pt x="3889" y="1"/>
                    <a:pt x="3430" y="271"/>
                    <a:pt x="3187" y="730"/>
                  </a:cubicBezTo>
                  <a:cubicBezTo>
                    <a:pt x="1891" y="3268"/>
                    <a:pt x="730" y="10289"/>
                    <a:pt x="1" y="18687"/>
                  </a:cubicBezTo>
                  <a:cubicBezTo>
                    <a:pt x="1459" y="20740"/>
                    <a:pt x="3376" y="22144"/>
                    <a:pt x="5644" y="22657"/>
                  </a:cubicBezTo>
                  <a:cubicBezTo>
                    <a:pt x="6264" y="22797"/>
                    <a:pt x="6890" y="22865"/>
                    <a:pt x="7516" y="22865"/>
                  </a:cubicBezTo>
                  <a:cubicBezTo>
                    <a:pt x="13895" y="22865"/>
                    <a:pt x="20362" y="15810"/>
                    <a:pt x="22575" y="6023"/>
                  </a:cubicBezTo>
                  <a:cubicBezTo>
                    <a:pt x="23034" y="4051"/>
                    <a:pt x="23278" y="2026"/>
                    <a:pt x="23305" y="1"/>
                  </a:cubicBezTo>
                  <a:close/>
                </a:path>
              </a:pathLst>
            </a:custGeom>
            <a:solidFill>
              <a:srgbClr val="EFB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2" name="Google Shape;6302;p87"/>
            <p:cNvSpPr/>
            <p:nvPr/>
          </p:nvSpPr>
          <p:spPr>
            <a:xfrm>
              <a:off x="5735425" y="5881750"/>
              <a:ext cx="590050" cy="863450"/>
            </a:xfrm>
            <a:custGeom>
              <a:avLst/>
              <a:gdLst/>
              <a:ahLst/>
              <a:cxnLst/>
              <a:rect l="l" t="t" r="r" b="b"/>
              <a:pathLst>
                <a:path w="23602" h="34538" extrusionOk="0">
                  <a:moveTo>
                    <a:pt x="4780" y="486"/>
                  </a:moveTo>
                  <a:lnTo>
                    <a:pt x="22062" y="513"/>
                  </a:lnTo>
                  <a:cubicBezTo>
                    <a:pt x="22359" y="513"/>
                    <a:pt x="22656" y="675"/>
                    <a:pt x="22818" y="918"/>
                  </a:cubicBezTo>
                  <a:cubicBezTo>
                    <a:pt x="23035" y="1215"/>
                    <a:pt x="23089" y="1593"/>
                    <a:pt x="22981" y="1917"/>
                  </a:cubicBezTo>
                  <a:cubicBezTo>
                    <a:pt x="21279" y="6994"/>
                    <a:pt x="20010" y="20037"/>
                    <a:pt x="19929" y="32971"/>
                  </a:cubicBezTo>
                  <a:cubicBezTo>
                    <a:pt x="19956" y="33538"/>
                    <a:pt x="19524" y="33997"/>
                    <a:pt x="18957" y="34024"/>
                  </a:cubicBezTo>
                  <a:lnTo>
                    <a:pt x="1486" y="34024"/>
                  </a:lnTo>
                  <a:cubicBezTo>
                    <a:pt x="1243" y="34024"/>
                    <a:pt x="1000" y="33916"/>
                    <a:pt x="811" y="33754"/>
                  </a:cubicBezTo>
                  <a:cubicBezTo>
                    <a:pt x="622" y="33538"/>
                    <a:pt x="514" y="33268"/>
                    <a:pt x="514" y="32971"/>
                  </a:cubicBezTo>
                  <a:cubicBezTo>
                    <a:pt x="622" y="19335"/>
                    <a:pt x="2188" y="4726"/>
                    <a:pt x="3943" y="1026"/>
                  </a:cubicBezTo>
                  <a:cubicBezTo>
                    <a:pt x="4078" y="702"/>
                    <a:pt x="4402" y="486"/>
                    <a:pt x="4780" y="486"/>
                  </a:cubicBezTo>
                  <a:close/>
                  <a:moveTo>
                    <a:pt x="4780" y="0"/>
                  </a:moveTo>
                  <a:cubicBezTo>
                    <a:pt x="4213" y="0"/>
                    <a:pt x="3727" y="324"/>
                    <a:pt x="3484" y="810"/>
                  </a:cubicBezTo>
                  <a:cubicBezTo>
                    <a:pt x="1702" y="4564"/>
                    <a:pt x="109" y="19281"/>
                    <a:pt x="28" y="32971"/>
                  </a:cubicBezTo>
                  <a:cubicBezTo>
                    <a:pt x="1" y="33403"/>
                    <a:pt x="163" y="33808"/>
                    <a:pt x="460" y="34105"/>
                  </a:cubicBezTo>
                  <a:cubicBezTo>
                    <a:pt x="730" y="34375"/>
                    <a:pt x="1108" y="34537"/>
                    <a:pt x="1486" y="34537"/>
                  </a:cubicBezTo>
                  <a:lnTo>
                    <a:pt x="18957" y="34537"/>
                  </a:lnTo>
                  <a:cubicBezTo>
                    <a:pt x="19767" y="34510"/>
                    <a:pt x="20442" y="33808"/>
                    <a:pt x="20415" y="32998"/>
                  </a:cubicBezTo>
                  <a:cubicBezTo>
                    <a:pt x="20496" y="20091"/>
                    <a:pt x="21765" y="7102"/>
                    <a:pt x="23413" y="2079"/>
                  </a:cubicBezTo>
                  <a:cubicBezTo>
                    <a:pt x="23602" y="1566"/>
                    <a:pt x="23521" y="1026"/>
                    <a:pt x="23197" y="594"/>
                  </a:cubicBezTo>
                  <a:cubicBezTo>
                    <a:pt x="22927" y="216"/>
                    <a:pt x="22521" y="0"/>
                    <a:pt x="22062" y="0"/>
                  </a:cubicBezTo>
                  <a:close/>
                </a:path>
              </a:pathLst>
            </a:custGeom>
            <a:solidFill>
              <a:srgbClr val="BA27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3" name="Google Shape;6303;p87"/>
            <p:cNvSpPr/>
            <p:nvPr/>
          </p:nvSpPr>
          <p:spPr>
            <a:xfrm>
              <a:off x="5223050" y="6925425"/>
              <a:ext cx="326075" cy="715600"/>
            </a:xfrm>
            <a:custGeom>
              <a:avLst/>
              <a:gdLst/>
              <a:ahLst/>
              <a:cxnLst/>
              <a:rect l="l" t="t" r="r" b="b"/>
              <a:pathLst>
                <a:path w="13043" h="28624" extrusionOk="0">
                  <a:moveTo>
                    <a:pt x="4132" y="0"/>
                  </a:moveTo>
                  <a:cubicBezTo>
                    <a:pt x="4132" y="0"/>
                    <a:pt x="4429" y="19497"/>
                    <a:pt x="2025" y="25789"/>
                  </a:cubicBezTo>
                  <a:cubicBezTo>
                    <a:pt x="837" y="26032"/>
                    <a:pt x="0" y="27058"/>
                    <a:pt x="0" y="28273"/>
                  </a:cubicBezTo>
                  <a:lnTo>
                    <a:pt x="0" y="28624"/>
                  </a:lnTo>
                  <a:lnTo>
                    <a:pt x="4294" y="28624"/>
                  </a:lnTo>
                  <a:cubicBezTo>
                    <a:pt x="4294" y="28624"/>
                    <a:pt x="4537" y="5509"/>
                    <a:pt x="13043" y="2539"/>
                  </a:cubicBezTo>
                  <a:lnTo>
                    <a:pt x="13043" y="0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4" name="Google Shape;6304;p87"/>
            <p:cNvSpPr/>
            <p:nvPr/>
          </p:nvSpPr>
          <p:spPr>
            <a:xfrm>
              <a:off x="5715175" y="6925425"/>
              <a:ext cx="184325" cy="715600"/>
            </a:xfrm>
            <a:custGeom>
              <a:avLst/>
              <a:gdLst/>
              <a:ahLst/>
              <a:cxnLst/>
              <a:rect l="l" t="t" r="r" b="b"/>
              <a:pathLst>
                <a:path w="7373" h="28624" extrusionOk="0">
                  <a:moveTo>
                    <a:pt x="28" y="0"/>
                  </a:moveTo>
                  <a:lnTo>
                    <a:pt x="1" y="2539"/>
                  </a:lnTo>
                  <a:cubicBezTo>
                    <a:pt x="5617" y="5509"/>
                    <a:pt x="5563" y="28624"/>
                    <a:pt x="5563" y="28624"/>
                  </a:cubicBezTo>
                  <a:lnTo>
                    <a:pt x="6076" y="28624"/>
                  </a:lnTo>
                  <a:lnTo>
                    <a:pt x="7372" y="26761"/>
                  </a:lnTo>
                  <a:cubicBezTo>
                    <a:pt x="5509" y="21819"/>
                    <a:pt x="5941" y="0"/>
                    <a:pt x="5941" y="0"/>
                  </a:cubicBezTo>
                  <a:close/>
                </a:path>
              </a:pathLst>
            </a:custGeom>
            <a:solidFill>
              <a:srgbClr val="261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5" name="Google Shape;6305;p87"/>
            <p:cNvSpPr/>
            <p:nvPr/>
          </p:nvSpPr>
          <p:spPr>
            <a:xfrm>
              <a:off x="5860325" y="7568775"/>
              <a:ext cx="66175" cy="72250"/>
            </a:xfrm>
            <a:custGeom>
              <a:avLst/>
              <a:gdLst/>
              <a:ahLst/>
              <a:cxnLst/>
              <a:rect l="l" t="t" r="r" b="b"/>
              <a:pathLst>
                <a:path w="2647" h="2890" extrusionOk="0">
                  <a:moveTo>
                    <a:pt x="27" y="1"/>
                  </a:moveTo>
                  <a:lnTo>
                    <a:pt x="0" y="2890"/>
                  </a:lnTo>
                  <a:lnTo>
                    <a:pt x="2620" y="2890"/>
                  </a:lnTo>
                  <a:lnTo>
                    <a:pt x="2620" y="2539"/>
                  </a:lnTo>
                  <a:cubicBezTo>
                    <a:pt x="2647" y="1135"/>
                    <a:pt x="1890" y="1"/>
                    <a:pt x="972" y="1"/>
                  </a:cubicBezTo>
                  <a:close/>
                </a:path>
              </a:pathLst>
            </a:custGeom>
            <a:solidFill>
              <a:srgbClr val="261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6" name="Google Shape;6306;p87"/>
            <p:cNvSpPr/>
            <p:nvPr/>
          </p:nvSpPr>
          <p:spPr>
            <a:xfrm>
              <a:off x="6235675" y="6925425"/>
              <a:ext cx="205925" cy="715600"/>
            </a:xfrm>
            <a:custGeom>
              <a:avLst/>
              <a:gdLst/>
              <a:ahLst/>
              <a:cxnLst/>
              <a:rect l="l" t="t" r="r" b="b"/>
              <a:pathLst>
                <a:path w="8237" h="28624" extrusionOk="0">
                  <a:moveTo>
                    <a:pt x="0" y="0"/>
                  </a:moveTo>
                  <a:lnTo>
                    <a:pt x="54" y="2539"/>
                  </a:lnTo>
                  <a:cubicBezTo>
                    <a:pt x="5779" y="5509"/>
                    <a:pt x="6454" y="28624"/>
                    <a:pt x="6454" y="28624"/>
                  </a:cubicBezTo>
                  <a:lnTo>
                    <a:pt x="6967" y="28624"/>
                  </a:lnTo>
                  <a:lnTo>
                    <a:pt x="8236" y="26761"/>
                  </a:lnTo>
                  <a:cubicBezTo>
                    <a:pt x="6211" y="21819"/>
                    <a:pt x="5941" y="0"/>
                    <a:pt x="5941" y="0"/>
                  </a:cubicBezTo>
                  <a:close/>
                </a:path>
              </a:pathLst>
            </a:custGeom>
            <a:solidFill>
              <a:srgbClr val="261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7" name="Google Shape;6307;p87"/>
            <p:cNvSpPr/>
            <p:nvPr/>
          </p:nvSpPr>
          <p:spPr>
            <a:xfrm>
              <a:off x="6401725" y="7568775"/>
              <a:ext cx="66200" cy="72250"/>
            </a:xfrm>
            <a:custGeom>
              <a:avLst/>
              <a:gdLst/>
              <a:ahLst/>
              <a:cxnLst/>
              <a:rect l="l" t="t" r="r" b="b"/>
              <a:pathLst>
                <a:path w="2648" h="2890" extrusionOk="0">
                  <a:moveTo>
                    <a:pt x="1" y="1"/>
                  </a:moveTo>
                  <a:lnTo>
                    <a:pt x="55" y="2890"/>
                  </a:lnTo>
                  <a:lnTo>
                    <a:pt x="2647" y="2890"/>
                  </a:lnTo>
                  <a:lnTo>
                    <a:pt x="2647" y="2539"/>
                  </a:lnTo>
                  <a:cubicBezTo>
                    <a:pt x="2620" y="1135"/>
                    <a:pt x="1864" y="1"/>
                    <a:pt x="919" y="1"/>
                  </a:cubicBezTo>
                  <a:close/>
                </a:path>
              </a:pathLst>
            </a:custGeom>
            <a:solidFill>
              <a:srgbClr val="261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8" name="Google Shape;6308;p87"/>
            <p:cNvSpPr/>
            <p:nvPr/>
          </p:nvSpPr>
          <p:spPr>
            <a:xfrm>
              <a:off x="5711125" y="6925425"/>
              <a:ext cx="328800" cy="715600"/>
            </a:xfrm>
            <a:custGeom>
              <a:avLst/>
              <a:gdLst/>
              <a:ahLst/>
              <a:cxnLst/>
              <a:rect l="l" t="t" r="r" b="b"/>
              <a:pathLst>
                <a:path w="13152" h="28624" extrusionOk="0">
                  <a:moveTo>
                    <a:pt x="4213" y="0"/>
                  </a:moveTo>
                  <a:cubicBezTo>
                    <a:pt x="4213" y="0"/>
                    <a:pt x="4537" y="19470"/>
                    <a:pt x="2134" y="25789"/>
                  </a:cubicBezTo>
                  <a:cubicBezTo>
                    <a:pt x="919" y="25978"/>
                    <a:pt x="0" y="27031"/>
                    <a:pt x="0" y="28273"/>
                  </a:cubicBezTo>
                  <a:lnTo>
                    <a:pt x="0" y="28624"/>
                  </a:lnTo>
                  <a:lnTo>
                    <a:pt x="4402" y="28624"/>
                  </a:lnTo>
                  <a:cubicBezTo>
                    <a:pt x="4402" y="28624"/>
                    <a:pt x="4645" y="5509"/>
                    <a:pt x="13151" y="2539"/>
                  </a:cubicBezTo>
                  <a:lnTo>
                    <a:pt x="13151" y="0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9" name="Google Shape;6309;p87"/>
            <p:cNvSpPr/>
            <p:nvPr/>
          </p:nvSpPr>
          <p:spPr>
            <a:xfrm>
              <a:off x="5387750" y="6925425"/>
              <a:ext cx="470575" cy="91150"/>
            </a:xfrm>
            <a:custGeom>
              <a:avLst/>
              <a:gdLst/>
              <a:ahLst/>
              <a:cxnLst/>
              <a:rect l="l" t="t" r="r" b="b"/>
              <a:pathLst>
                <a:path w="18823" h="3646" extrusionOk="0">
                  <a:moveTo>
                    <a:pt x="1" y="0"/>
                  </a:moveTo>
                  <a:lnTo>
                    <a:pt x="1" y="3646"/>
                  </a:lnTo>
                  <a:lnTo>
                    <a:pt x="18822" y="3646"/>
                  </a:lnTo>
                  <a:lnTo>
                    <a:pt x="18822" y="0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0" name="Google Shape;6310;p87"/>
            <p:cNvSpPr/>
            <p:nvPr/>
          </p:nvSpPr>
          <p:spPr>
            <a:xfrm>
              <a:off x="5913650" y="6925425"/>
              <a:ext cx="470550" cy="91150"/>
            </a:xfrm>
            <a:custGeom>
              <a:avLst/>
              <a:gdLst/>
              <a:ahLst/>
              <a:cxnLst/>
              <a:rect l="l" t="t" r="r" b="b"/>
              <a:pathLst>
                <a:path w="18822" h="3646" extrusionOk="0">
                  <a:moveTo>
                    <a:pt x="1" y="0"/>
                  </a:moveTo>
                  <a:lnTo>
                    <a:pt x="1" y="3646"/>
                  </a:lnTo>
                  <a:lnTo>
                    <a:pt x="18822" y="3646"/>
                  </a:lnTo>
                  <a:lnTo>
                    <a:pt x="18822" y="0"/>
                  </a:ln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1" name="Google Shape;6311;p87"/>
            <p:cNvSpPr/>
            <p:nvPr/>
          </p:nvSpPr>
          <p:spPr>
            <a:xfrm>
              <a:off x="5752975" y="6797150"/>
              <a:ext cx="683900" cy="133700"/>
            </a:xfrm>
            <a:custGeom>
              <a:avLst/>
              <a:gdLst/>
              <a:ahLst/>
              <a:cxnLst/>
              <a:rect l="l" t="t" r="r" b="b"/>
              <a:pathLst>
                <a:path w="27356" h="5348" extrusionOk="0">
                  <a:moveTo>
                    <a:pt x="2782" y="1"/>
                  </a:moveTo>
                  <a:cubicBezTo>
                    <a:pt x="1" y="1"/>
                    <a:pt x="1" y="5347"/>
                    <a:pt x="2782" y="5347"/>
                  </a:cubicBezTo>
                  <a:lnTo>
                    <a:pt x="24493" y="5347"/>
                  </a:lnTo>
                  <a:cubicBezTo>
                    <a:pt x="27355" y="5347"/>
                    <a:pt x="27355" y="1"/>
                    <a:pt x="24493" y="1"/>
                  </a:cubicBezTo>
                  <a:close/>
                </a:path>
              </a:pathLst>
            </a:custGeom>
            <a:solidFill>
              <a:srgbClr val="C47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2" name="Google Shape;6312;p87"/>
            <p:cNvSpPr/>
            <p:nvPr/>
          </p:nvSpPr>
          <p:spPr>
            <a:xfrm>
              <a:off x="5256125" y="6797150"/>
              <a:ext cx="683875" cy="133700"/>
            </a:xfrm>
            <a:custGeom>
              <a:avLst/>
              <a:gdLst/>
              <a:ahLst/>
              <a:cxnLst/>
              <a:rect l="l" t="t" r="r" b="b"/>
              <a:pathLst>
                <a:path w="27355" h="5348" extrusionOk="0">
                  <a:moveTo>
                    <a:pt x="2782" y="1"/>
                  </a:moveTo>
                  <a:cubicBezTo>
                    <a:pt x="0" y="1"/>
                    <a:pt x="0" y="5347"/>
                    <a:pt x="2782" y="5347"/>
                  </a:cubicBezTo>
                  <a:lnTo>
                    <a:pt x="24465" y="5347"/>
                  </a:lnTo>
                  <a:cubicBezTo>
                    <a:pt x="27355" y="5347"/>
                    <a:pt x="27355" y="1"/>
                    <a:pt x="24465" y="1"/>
                  </a:cubicBezTo>
                  <a:close/>
                </a:path>
              </a:pathLst>
            </a:custGeom>
            <a:solidFill>
              <a:srgbClr val="E0A7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3" name="Google Shape;6313;p87"/>
            <p:cNvSpPr/>
            <p:nvPr/>
          </p:nvSpPr>
          <p:spPr>
            <a:xfrm>
              <a:off x="5986550" y="6547375"/>
              <a:ext cx="173525" cy="403050"/>
            </a:xfrm>
            <a:custGeom>
              <a:avLst/>
              <a:gdLst/>
              <a:ahLst/>
              <a:cxnLst/>
              <a:rect l="l" t="t" r="r" b="b"/>
              <a:pathLst>
                <a:path w="6941" h="16122" extrusionOk="0">
                  <a:moveTo>
                    <a:pt x="2485" y="0"/>
                  </a:moveTo>
                  <a:cubicBezTo>
                    <a:pt x="5186" y="4402"/>
                    <a:pt x="4943" y="9614"/>
                    <a:pt x="1" y="16121"/>
                  </a:cubicBezTo>
                  <a:lnTo>
                    <a:pt x="4456" y="16121"/>
                  </a:lnTo>
                  <a:cubicBezTo>
                    <a:pt x="4321" y="10694"/>
                    <a:pt x="5240" y="5320"/>
                    <a:pt x="6941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4" name="Google Shape;6314;p87"/>
            <p:cNvSpPr/>
            <p:nvPr/>
          </p:nvSpPr>
          <p:spPr>
            <a:xfrm>
              <a:off x="5986550" y="6797825"/>
              <a:ext cx="121550" cy="166775"/>
            </a:xfrm>
            <a:custGeom>
              <a:avLst/>
              <a:gdLst/>
              <a:ahLst/>
              <a:cxnLst/>
              <a:rect l="l" t="t" r="r" b="b"/>
              <a:pathLst>
                <a:path w="4862" h="6671" extrusionOk="0">
                  <a:moveTo>
                    <a:pt x="3430" y="1"/>
                  </a:moveTo>
                  <a:cubicBezTo>
                    <a:pt x="2593" y="2188"/>
                    <a:pt x="1432" y="4267"/>
                    <a:pt x="1" y="6103"/>
                  </a:cubicBezTo>
                  <a:lnTo>
                    <a:pt x="4861" y="6671"/>
                  </a:lnTo>
                  <a:cubicBezTo>
                    <a:pt x="4807" y="5023"/>
                    <a:pt x="4456" y="2809"/>
                    <a:pt x="4618" y="1162"/>
                  </a:cubicBezTo>
                  <a:cubicBezTo>
                    <a:pt x="4240" y="757"/>
                    <a:pt x="3835" y="352"/>
                    <a:pt x="3430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5" name="Google Shape;6315;p87"/>
            <p:cNvSpPr/>
            <p:nvPr/>
          </p:nvSpPr>
          <p:spPr>
            <a:xfrm>
              <a:off x="6249850" y="6547375"/>
              <a:ext cx="216050" cy="403050"/>
            </a:xfrm>
            <a:custGeom>
              <a:avLst/>
              <a:gdLst/>
              <a:ahLst/>
              <a:cxnLst/>
              <a:rect l="l" t="t" r="r" b="b"/>
              <a:pathLst>
                <a:path w="8642" h="16122" extrusionOk="0">
                  <a:moveTo>
                    <a:pt x="4186" y="0"/>
                  </a:moveTo>
                  <a:cubicBezTo>
                    <a:pt x="6400" y="4402"/>
                    <a:pt x="5617" y="9614"/>
                    <a:pt x="0" y="16121"/>
                  </a:cubicBezTo>
                  <a:lnTo>
                    <a:pt x="4456" y="16121"/>
                  </a:lnTo>
                  <a:cubicBezTo>
                    <a:pt x="4888" y="10694"/>
                    <a:pt x="6373" y="5320"/>
                    <a:pt x="8641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6" name="Google Shape;6316;p87"/>
            <p:cNvSpPr/>
            <p:nvPr/>
          </p:nvSpPr>
          <p:spPr>
            <a:xfrm>
              <a:off x="6249850" y="6837650"/>
              <a:ext cx="120175" cy="125600"/>
            </a:xfrm>
            <a:custGeom>
              <a:avLst/>
              <a:gdLst/>
              <a:ahLst/>
              <a:cxnLst/>
              <a:rect l="l" t="t" r="r" b="b"/>
              <a:pathLst>
                <a:path w="4807" h="5024" extrusionOk="0">
                  <a:moveTo>
                    <a:pt x="3268" y="1"/>
                  </a:moveTo>
                  <a:cubicBezTo>
                    <a:pt x="2323" y="1594"/>
                    <a:pt x="1242" y="3106"/>
                    <a:pt x="0" y="4510"/>
                  </a:cubicBezTo>
                  <a:lnTo>
                    <a:pt x="4591" y="5024"/>
                  </a:lnTo>
                  <a:cubicBezTo>
                    <a:pt x="4672" y="4051"/>
                    <a:pt x="4672" y="2593"/>
                    <a:pt x="4807" y="1648"/>
                  </a:cubicBezTo>
                  <a:cubicBezTo>
                    <a:pt x="4348" y="1027"/>
                    <a:pt x="3835" y="487"/>
                    <a:pt x="3268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7" name="Google Shape;6317;p87"/>
            <p:cNvSpPr/>
            <p:nvPr/>
          </p:nvSpPr>
          <p:spPr>
            <a:xfrm>
              <a:off x="6008825" y="6547375"/>
              <a:ext cx="173525" cy="403050"/>
            </a:xfrm>
            <a:custGeom>
              <a:avLst/>
              <a:gdLst/>
              <a:ahLst/>
              <a:cxnLst/>
              <a:rect l="l" t="t" r="r" b="b"/>
              <a:pathLst>
                <a:path w="6941" h="16122" extrusionOk="0">
                  <a:moveTo>
                    <a:pt x="2485" y="0"/>
                  </a:moveTo>
                  <a:cubicBezTo>
                    <a:pt x="5186" y="4402"/>
                    <a:pt x="4943" y="9614"/>
                    <a:pt x="1" y="16121"/>
                  </a:cubicBezTo>
                  <a:lnTo>
                    <a:pt x="4457" y="16121"/>
                  </a:lnTo>
                  <a:cubicBezTo>
                    <a:pt x="4322" y="10694"/>
                    <a:pt x="5240" y="5320"/>
                    <a:pt x="6941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8" name="Google Shape;6318;p87"/>
            <p:cNvSpPr/>
            <p:nvPr/>
          </p:nvSpPr>
          <p:spPr>
            <a:xfrm>
              <a:off x="6272125" y="6547375"/>
              <a:ext cx="216725" cy="403050"/>
            </a:xfrm>
            <a:custGeom>
              <a:avLst/>
              <a:gdLst/>
              <a:ahLst/>
              <a:cxnLst/>
              <a:rect l="l" t="t" r="r" b="b"/>
              <a:pathLst>
                <a:path w="8669" h="16122" extrusionOk="0">
                  <a:moveTo>
                    <a:pt x="4186" y="0"/>
                  </a:moveTo>
                  <a:cubicBezTo>
                    <a:pt x="6400" y="4402"/>
                    <a:pt x="5617" y="9614"/>
                    <a:pt x="0" y="16121"/>
                  </a:cubicBezTo>
                  <a:lnTo>
                    <a:pt x="4483" y="16121"/>
                  </a:lnTo>
                  <a:cubicBezTo>
                    <a:pt x="4915" y="10694"/>
                    <a:pt x="6400" y="5320"/>
                    <a:pt x="8668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9" name="Google Shape;6319;p87"/>
            <p:cNvSpPr/>
            <p:nvPr/>
          </p:nvSpPr>
          <p:spPr>
            <a:xfrm>
              <a:off x="6023775" y="6539250"/>
              <a:ext cx="489300" cy="53400"/>
            </a:xfrm>
            <a:custGeom>
              <a:avLst/>
              <a:gdLst/>
              <a:ahLst/>
              <a:cxnLst/>
              <a:rect l="l" t="t" r="r" b="b"/>
              <a:pathLst>
                <a:path w="19572" h="2136" extrusionOk="0">
                  <a:moveTo>
                    <a:pt x="18724" y="0"/>
                  </a:moveTo>
                  <a:cubicBezTo>
                    <a:pt x="18711" y="0"/>
                    <a:pt x="18697" y="1"/>
                    <a:pt x="18683" y="1"/>
                  </a:cubicBezTo>
                  <a:lnTo>
                    <a:pt x="1212" y="1"/>
                  </a:lnTo>
                  <a:cubicBezTo>
                    <a:pt x="699" y="28"/>
                    <a:pt x="240" y="406"/>
                    <a:pt x="159" y="920"/>
                  </a:cubicBezTo>
                  <a:lnTo>
                    <a:pt x="105" y="1217"/>
                  </a:lnTo>
                  <a:cubicBezTo>
                    <a:pt x="0" y="1689"/>
                    <a:pt x="380" y="2136"/>
                    <a:pt x="847" y="2136"/>
                  </a:cubicBezTo>
                  <a:cubicBezTo>
                    <a:pt x="861" y="2136"/>
                    <a:pt x="874" y="2135"/>
                    <a:pt x="888" y="2135"/>
                  </a:cubicBezTo>
                  <a:lnTo>
                    <a:pt x="18359" y="2135"/>
                  </a:lnTo>
                  <a:cubicBezTo>
                    <a:pt x="18872" y="2135"/>
                    <a:pt x="19305" y="1757"/>
                    <a:pt x="19413" y="1244"/>
                  </a:cubicBezTo>
                  <a:lnTo>
                    <a:pt x="19467" y="947"/>
                  </a:lnTo>
                  <a:cubicBezTo>
                    <a:pt x="19571" y="448"/>
                    <a:pt x="19192" y="0"/>
                    <a:pt x="18724" y="0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0" name="Google Shape;6320;p87"/>
            <p:cNvSpPr/>
            <p:nvPr/>
          </p:nvSpPr>
          <p:spPr>
            <a:xfrm>
              <a:off x="6024375" y="6539275"/>
              <a:ext cx="102625" cy="54025"/>
            </a:xfrm>
            <a:custGeom>
              <a:avLst/>
              <a:gdLst/>
              <a:ahLst/>
              <a:cxnLst/>
              <a:rect l="l" t="t" r="r" b="b"/>
              <a:pathLst>
                <a:path w="4105" h="2161" extrusionOk="0">
                  <a:moveTo>
                    <a:pt x="1215" y="0"/>
                  </a:moveTo>
                  <a:cubicBezTo>
                    <a:pt x="675" y="27"/>
                    <a:pt x="243" y="405"/>
                    <a:pt x="135" y="946"/>
                  </a:cubicBezTo>
                  <a:lnTo>
                    <a:pt x="108" y="1243"/>
                  </a:lnTo>
                  <a:cubicBezTo>
                    <a:pt x="0" y="1729"/>
                    <a:pt x="378" y="2161"/>
                    <a:pt x="864" y="2161"/>
                  </a:cubicBezTo>
                  <a:lnTo>
                    <a:pt x="2889" y="2161"/>
                  </a:lnTo>
                  <a:cubicBezTo>
                    <a:pt x="3430" y="2134"/>
                    <a:pt x="3889" y="1756"/>
                    <a:pt x="3970" y="1243"/>
                  </a:cubicBezTo>
                  <a:lnTo>
                    <a:pt x="4024" y="946"/>
                  </a:lnTo>
                  <a:cubicBezTo>
                    <a:pt x="4105" y="432"/>
                    <a:pt x="3727" y="0"/>
                    <a:pt x="3240" y="0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1" name="Google Shape;6321;p87"/>
            <p:cNvSpPr/>
            <p:nvPr/>
          </p:nvSpPr>
          <p:spPr>
            <a:xfrm>
              <a:off x="5960300" y="6464275"/>
              <a:ext cx="604700" cy="98000"/>
            </a:xfrm>
            <a:custGeom>
              <a:avLst/>
              <a:gdLst/>
              <a:ahLst/>
              <a:cxnLst/>
              <a:rect l="l" t="t" r="r" b="b"/>
              <a:pathLst>
                <a:path w="24188" h="3920" extrusionOk="0">
                  <a:moveTo>
                    <a:pt x="22415" y="1"/>
                  </a:moveTo>
                  <a:cubicBezTo>
                    <a:pt x="22387" y="1"/>
                    <a:pt x="22358" y="2"/>
                    <a:pt x="22330" y="3"/>
                  </a:cubicBezTo>
                  <a:lnTo>
                    <a:pt x="2455" y="3"/>
                  </a:lnTo>
                  <a:cubicBezTo>
                    <a:pt x="1321" y="30"/>
                    <a:pt x="403" y="840"/>
                    <a:pt x="214" y="1947"/>
                  </a:cubicBezTo>
                  <a:lnTo>
                    <a:pt x="214" y="2001"/>
                  </a:lnTo>
                  <a:cubicBezTo>
                    <a:pt x="1" y="2986"/>
                    <a:pt x="785" y="3919"/>
                    <a:pt x="1817" y="3919"/>
                  </a:cubicBezTo>
                  <a:cubicBezTo>
                    <a:pt x="1832" y="3919"/>
                    <a:pt x="1846" y="3919"/>
                    <a:pt x="1861" y="3919"/>
                  </a:cubicBezTo>
                  <a:lnTo>
                    <a:pt x="21762" y="3919"/>
                  </a:lnTo>
                  <a:cubicBezTo>
                    <a:pt x="22870" y="3892"/>
                    <a:pt x="23788" y="3081"/>
                    <a:pt x="24004" y="2001"/>
                  </a:cubicBezTo>
                  <a:lnTo>
                    <a:pt x="24004" y="1947"/>
                  </a:lnTo>
                  <a:cubicBezTo>
                    <a:pt x="24188" y="923"/>
                    <a:pt x="23426" y="1"/>
                    <a:pt x="22415" y="1"/>
                  </a:cubicBezTo>
                  <a:close/>
                </a:path>
              </a:pathLst>
            </a:custGeom>
            <a:solidFill>
              <a:srgbClr val="C479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87"/>
            <p:cNvSpPr/>
            <p:nvPr/>
          </p:nvSpPr>
          <p:spPr>
            <a:xfrm>
              <a:off x="5960300" y="6464325"/>
              <a:ext cx="154475" cy="97950"/>
            </a:xfrm>
            <a:custGeom>
              <a:avLst/>
              <a:gdLst/>
              <a:ahLst/>
              <a:cxnLst/>
              <a:rect l="l" t="t" r="r" b="b"/>
              <a:pathLst>
                <a:path w="6179" h="3918" extrusionOk="0">
                  <a:moveTo>
                    <a:pt x="4389" y="0"/>
                  </a:moveTo>
                  <a:cubicBezTo>
                    <a:pt x="4375" y="0"/>
                    <a:pt x="4360" y="1"/>
                    <a:pt x="4345" y="1"/>
                  </a:cubicBezTo>
                  <a:lnTo>
                    <a:pt x="2455" y="1"/>
                  </a:lnTo>
                  <a:cubicBezTo>
                    <a:pt x="1321" y="28"/>
                    <a:pt x="403" y="838"/>
                    <a:pt x="214" y="1945"/>
                  </a:cubicBezTo>
                  <a:lnTo>
                    <a:pt x="214" y="1999"/>
                  </a:lnTo>
                  <a:cubicBezTo>
                    <a:pt x="1" y="2984"/>
                    <a:pt x="785" y="3917"/>
                    <a:pt x="1817" y="3917"/>
                  </a:cubicBezTo>
                  <a:cubicBezTo>
                    <a:pt x="1832" y="3917"/>
                    <a:pt x="1846" y="3917"/>
                    <a:pt x="1861" y="3917"/>
                  </a:cubicBezTo>
                  <a:lnTo>
                    <a:pt x="3778" y="3917"/>
                  </a:lnTo>
                  <a:cubicBezTo>
                    <a:pt x="4885" y="3863"/>
                    <a:pt x="5803" y="3079"/>
                    <a:pt x="5993" y="1999"/>
                  </a:cubicBezTo>
                  <a:lnTo>
                    <a:pt x="5993" y="1945"/>
                  </a:lnTo>
                  <a:cubicBezTo>
                    <a:pt x="6179" y="933"/>
                    <a:pt x="5420" y="0"/>
                    <a:pt x="4389" y="0"/>
                  </a:cubicBezTo>
                  <a:close/>
                </a:path>
              </a:pathLst>
            </a:custGeom>
            <a:solidFill>
              <a:srgbClr val="EFB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6323;p87"/>
            <p:cNvSpPr/>
            <p:nvPr/>
          </p:nvSpPr>
          <p:spPr>
            <a:xfrm>
              <a:off x="6383500" y="5793300"/>
              <a:ext cx="224150" cy="156025"/>
            </a:xfrm>
            <a:custGeom>
              <a:avLst/>
              <a:gdLst/>
              <a:ahLst/>
              <a:cxnLst/>
              <a:rect l="l" t="t" r="r" b="b"/>
              <a:pathLst>
                <a:path w="8966" h="6241" extrusionOk="0">
                  <a:moveTo>
                    <a:pt x="4483" y="1"/>
                  </a:moveTo>
                  <a:cubicBezTo>
                    <a:pt x="1999" y="1"/>
                    <a:pt x="1" y="1648"/>
                    <a:pt x="1" y="3700"/>
                  </a:cubicBezTo>
                  <a:cubicBezTo>
                    <a:pt x="1" y="4024"/>
                    <a:pt x="55" y="4321"/>
                    <a:pt x="136" y="4645"/>
                  </a:cubicBezTo>
                  <a:cubicBezTo>
                    <a:pt x="730" y="3700"/>
                    <a:pt x="1756" y="3133"/>
                    <a:pt x="2836" y="3133"/>
                  </a:cubicBezTo>
                  <a:cubicBezTo>
                    <a:pt x="5213" y="3133"/>
                    <a:pt x="5969" y="4240"/>
                    <a:pt x="6158" y="5320"/>
                  </a:cubicBezTo>
                  <a:cubicBezTo>
                    <a:pt x="6277" y="5898"/>
                    <a:pt x="6780" y="6240"/>
                    <a:pt x="7298" y="6240"/>
                  </a:cubicBezTo>
                  <a:cubicBezTo>
                    <a:pt x="7604" y="6240"/>
                    <a:pt x="7915" y="6121"/>
                    <a:pt x="8156" y="5860"/>
                  </a:cubicBezTo>
                  <a:cubicBezTo>
                    <a:pt x="8669" y="5266"/>
                    <a:pt x="8966" y="4483"/>
                    <a:pt x="8966" y="3700"/>
                  </a:cubicBezTo>
                  <a:cubicBezTo>
                    <a:pt x="8966" y="1648"/>
                    <a:pt x="6968" y="1"/>
                    <a:pt x="4483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6324;p87"/>
            <p:cNvSpPr/>
            <p:nvPr/>
          </p:nvSpPr>
          <p:spPr>
            <a:xfrm>
              <a:off x="5711125" y="6991575"/>
              <a:ext cx="157325" cy="649450"/>
            </a:xfrm>
            <a:custGeom>
              <a:avLst/>
              <a:gdLst/>
              <a:ahLst/>
              <a:cxnLst/>
              <a:rect l="l" t="t" r="r" b="b"/>
              <a:pathLst>
                <a:path w="6293" h="25978" extrusionOk="0">
                  <a:moveTo>
                    <a:pt x="4240" y="1"/>
                  </a:moveTo>
                  <a:cubicBezTo>
                    <a:pt x="4240" y="5536"/>
                    <a:pt x="3970" y="18255"/>
                    <a:pt x="2134" y="23143"/>
                  </a:cubicBezTo>
                  <a:cubicBezTo>
                    <a:pt x="919" y="23332"/>
                    <a:pt x="0" y="24385"/>
                    <a:pt x="0" y="25627"/>
                  </a:cubicBezTo>
                  <a:lnTo>
                    <a:pt x="0" y="25978"/>
                  </a:lnTo>
                  <a:lnTo>
                    <a:pt x="4402" y="25978"/>
                  </a:lnTo>
                  <a:cubicBezTo>
                    <a:pt x="4402" y="25978"/>
                    <a:pt x="4483" y="17958"/>
                    <a:pt x="6292" y="10775"/>
                  </a:cubicBezTo>
                  <a:cubicBezTo>
                    <a:pt x="6157" y="5725"/>
                    <a:pt x="5401" y="1729"/>
                    <a:pt x="4240" y="1"/>
                  </a:cubicBezTo>
                  <a:close/>
                </a:path>
              </a:pathLst>
            </a:custGeom>
            <a:solidFill>
              <a:srgbClr val="4436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6325;p87"/>
            <p:cNvSpPr/>
            <p:nvPr/>
          </p:nvSpPr>
          <p:spPr>
            <a:xfrm>
              <a:off x="5273675" y="6797150"/>
              <a:ext cx="605575" cy="66200"/>
            </a:xfrm>
            <a:custGeom>
              <a:avLst/>
              <a:gdLst/>
              <a:ahLst/>
              <a:cxnLst/>
              <a:rect l="l" t="t" r="r" b="b"/>
              <a:pathLst>
                <a:path w="24223" h="2648" extrusionOk="0">
                  <a:moveTo>
                    <a:pt x="2080" y="1"/>
                  </a:moveTo>
                  <a:cubicBezTo>
                    <a:pt x="729" y="1"/>
                    <a:pt x="27" y="1297"/>
                    <a:pt x="0" y="2593"/>
                  </a:cubicBezTo>
                  <a:cubicBezTo>
                    <a:pt x="108" y="2620"/>
                    <a:pt x="243" y="2647"/>
                    <a:pt x="378" y="2647"/>
                  </a:cubicBezTo>
                  <a:lnTo>
                    <a:pt x="22089" y="2647"/>
                  </a:lnTo>
                  <a:cubicBezTo>
                    <a:pt x="23466" y="2647"/>
                    <a:pt x="24195" y="1351"/>
                    <a:pt x="24222" y="55"/>
                  </a:cubicBezTo>
                  <a:cubicBezTo>
                    <a:pt x="24087" y="28"/>
                    <a:pt x="23925" y="1"/>
                    <a:pt x="23763" y="1"/>
                  </a:cubicBezTo>
                  <a:close/>
                </a:path>
              </a:pathLst>
            </a:custGeom>
            <a:solidFill>
              <a:srgbClr val="EFB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87"/>
            <p:cNvSpPr/>
            <p:nvPr/>
          </p:nvSpPr>
          <p:spPr>
            <a:xfrm>
              <a:off x="5555175" y="6192275"/>
              <a:ext cx="4750" cy="2050"/>
            </a:xfrm>
            <a:custGeom>
              <a:avLst/>
              <a:gdLst/>
              <a:ahLst/>
              <a:cxnLst/>
              <a:rect l="l" t="t" r="r" b="b"/>
              <a:pathLst>
                <a:path w="190" h="82" extrusionOk="0">
                  <a:moveTo>
                    <a:pt x="1" y="1"/>
                  </a:moveTo>
                  <a:lnTo>
                    <a:pt x="1" y="82"/>
                  </a:lnTo>
                  <a:lnTo>
                    <a:pt x="190" y="82"/>
                  </a:lnTo>
                  <a:lnTo>
                    <a:pt x="190" y="1"/>
                  </a:lnTo>
                  <a:close/>
                </a:path>
              </a:pathLst>
            </a:custGeom>
            <a:solidFill>
              <a:srgbClr val="EFB5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6327;p87"/>
            <p:cNvSpPr/>
            <p:nvPr/>
          </p:nvSpPr>
          <p:spPr>
            <a:xfrm>
              <a:off x="5711125" y="7007775"/>
              <a:ext cx="168800" cy="633250"/>
            </a:xfrm>
            <a:custGeom>
              <a:avLst/>
              <a:gdLst/>
              <a:ahLst/>
              <a:cxnLst/>
              <a:rect l="l" t="t" r="r" b="b"/>
              <a:pathLst>
                <a:path w="6752" h="25330" extrusionOk="0">
                  <a:moveTo>
                    <a:pt x="4240" y="1"/>
                  </a:moveTo>
                  <a:cubicBezTo>
                    <a:pt x="4213" y="5833"/>
                    <a:pt x="3889" y="17796"/>
                    <a:pt x="2134" y="22495"/>
                  </a:cubicBezTo>
                  <a:cubicBezTo>
                    <a:pt x="919" y="22684"/>
                    <a:pt x="0" y="23737"/>
                    <a:pt x="0" y="24979"/>
                  </a:cubicBezTo>
                  <a:lnTo>
                    <a:pt x="0" y="25330"/>
                  </a:lnTo>
                  <a:lnTo>
                    <a:pt x="4402" y="25330"/>
                  </a:lnTo>
                  <a:cubicBezTo>
                    <a:pt x="4402" y="25330"/>
                    <a:pt x="4510" y="16041"/>
                    <a:pt x="6751" y="8480"/>
                  </a:cubicBezTo>
                  <a:cubicBezTo>
                    <a:pt x="6454" y="4375"/>
                    <a:pt x="5563" y="1216"/>
                    <a:pt x="4240" y="1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87"/>
            <p:cNvSpPr/>
            <p:nvPr/>
          </p:nvSpPr>
          <p:spPr>
            <a:xfrm>
              <a:off x="5223050" y="7010475"/>
              <a:ext cx="155950" cy="630550"/>
            </a:xfrm>
            <a:custGeom>
              <a:avLst/>
              <a:gdLst/>
              <a:ahLst/>
              <a:cxnLst/>
              <a:rect l="l" t="t" r="r" b="b"/>
              <a:pathLst>
                <a:path w="6238" h="25222" extrusionOk="0">
                  <a:moveTo>
                    <a:pt x="4132" y="1"/>
                  </a:moveTo>
                  <a:cubicBezTo>
                    <a:pt x="4105" y="5861"/>
                    <a:pt x="3781" y="17742"/>
                    <a:pt x="2025" y="22387"/>
                  </a:cubicBezTo>
                  <a:cubicBezTo>
                    <a:pt x="837" y="22630"/>
                    <a:pt x="0" y="23656"/>
                    <a:pt x="0" y="24871"/>
                  </a:cubicBezTo>
                  <a:lnTo>
                    <a:pt x="0" y="25222"/>
                  </a:lnTo>
                  <a:lnTo>
                    <a:pt x="4294" y="25222"/>
                  </a:lnTo>
                  <a:cubicBezTo>
                    <a:pt x="4294" y="25222"/>
                    <a:pt x="4375" y="17040"/>
                    <a:pt x="6238" y="9803"/>
                  </a:cubicBezTo>
                  <a:cubicBezTo>
                    <a:pt x="6103" y="5077"/>
                    <a:pt x="5320" y="1405"/>
                    <a:pt x="4132" y="1"/>
                  </a:cubicBezTo>
                  <a:close/>
                </a:path>
              </a:pathLst>
            </a:custGeom>
            <a:solidFill>
              <a:srgbClr val="6352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9" name="Google Shape;6329;p87"/>
          <p:cNvGrpSpPr/>
          <p:nvPr/>
        </p:nvGrpSpPr>
        <p:grpSpPr>
          <a:xfrm rot="1321491" flipH="1">
            <a:off x="2992314" y="2219608"/>
            <a:ext cx="714934" cy="378491"/>
            <a:chOff x="-1074225" y="4512538"/>
            <a:chExt cx="714950" cy="378500"/>
          </a:xfrm>
        </p:grpSpPr>
        <p:sp>
          <p:nvSpPr>
            <p:cNvPr id="6330" name="Google Shape;6330;p87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6331;p87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87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87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87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5" name="Google Shape;6335;p87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6" name="Google Shape;6336;p87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7" name="Google Shape;6337;p87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8" name="Google Shape;6338;p87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9" name="Google Shape;6339;p87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0" name="Google Shape;6340;p87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41" name="Google Shape;6341;p87"/>
          <p:cNvGrpSpPr/>
          <p:nvPr/>
        </p:nvGrpSpPr>
        <p:grpSpPr>
          <a:xfrm>
            <a:off x="4247812" y="1317949"/>
            <a:ext cx="648376" cy="880878"/>
            <a:chOff x="638276" y="3526008"/>
            <a:chExt cx="714936" cy="971200"/>
          </a:xfrm>
        </p:grpSpPr>
        <p:sp>
          <p:nvSpPr>
            <p:cNvPr id="6342" name="Google Shape;6342;p87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43" name="Google Shape;6343;p87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6344" name="Google Shape;6344;p87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5" name="Google Shape;6345;p87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6" name="Google Shape;6346;p87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7" name="Google Shape;6347;p87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8" name="Google Shape;6348;p87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9" name="Google Shape;6349;p87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0" name="Google Shape;6350;p87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1" name="Google Shape;6351;p87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2" name="Google Shape;6352;p87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3" name="Google Shape;6353;p87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4" name="Google Shape;6354;p87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5" name="Google Shape;6355;p87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6" name="Google Shape;6356;p87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7" name="Google Shape;6357;p87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8" name="Google Shape;6358;p87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9" name="Google Shape;6359;p87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0" name="Google Shape;6360;p87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1" name="Google Shape;6361;p87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2" name="Google Shape;6362;p87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3" name="Google Shape;6363;p87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4" name="Google Shape;6364;p87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5" name="Google Shape;6365;p87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6" name="Google Shape;6366;p87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7" name="Google Shape;6367;p87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8" name="Google Shape;6368;p87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9" name="Google Shape;6369;p87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1988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0" name="Google Shape;3410;p69"/>
          <p:cNvSpPr txBox="1">
            <a:spLocks noGrp="1"/>
          </p:cNvSpPr>
          <p:nvPr>
            <p:ph type="title"/>
          </p:nvPr>
        </p:nvSpPr>
        <p:spPr>
          <a:xfrm>
            <a:off x="1599675" y="798158"/>
            <a:ext cx="5910344" cy="48793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 ventana de Perfil en </a:t>
            </a:r>
            <a:r>
              <a:rPr lang="es-MX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</a:t>
            </a:r>
            <a:r>
              <a:rPr lang="es-MX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s-MX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BookHub</a:t>
            </a:r>
            <a:r>
              <a:rPr lang="es-MX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proporciona información detallada sobre el usuario actualmente autenticado.</a:t>
            </a:r>
            <a:endParaRPr lang="es-MX" sz="2800" dirty="0"/>
          </a:p>
        </p:txBody>
      </p:sp>
      <p:grpSp>
        <p:nvGrpSpPr>
          <p:cNvPr id="3428" name="Google Shape;3428;p69"/>
          <p:cNvGrpSpPr/>
          <p:nvPr/>
        </p:nvGrpSpPr>
        <p:grpSpPr>
          <a:xfrm rot="1321491" flipH="1">
            <a:off x="7978064" y="4248133"/>
            <a:ext cx="714934" cy="378491"/>
            <a:chOff x="-1074225" y="4512538"/>
            <a:chExt cx="714950" cy="378500"/>
          </a:xfrm>
        </p:grpSpPr>
        <p:sp>
          <p:nvSpPr>
            <p:cNvPr id="3429" name="Google Shape;3429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0" name="Google Shape;3440;p69"/>
          <p:cNvGrpSpPr/>
          <p:nvPr/>
        </p:nvGrpSpPr>
        <p:grpSpPr>
          <a:xfrm>
            <a:off x="713225" y="960550"/>
            <a:ext cx="714950" cy="378500"/>
            <a:chOff x="-1074225" y="4512538"/>
            <a:chExt cx="714950" cy="378500"/>
          </a:xfrm>
        </p:grpSpPr>
        <p:sp>
          <p:nvSpPr>
            <p:cNvPr id="3441" name="Google Shape;3441;p69"/>
            <p:cNvSpPr/>
            <p:nvPr/>
          </p:nvSpPr>
          <p:spPr>
            <a:xfrm>
              <a:off x="-962825" y="4548088"/>
              <a:ext cx="188375" cy="120175"/>
            </a:xfrm>
            <a:custGeom>
              <a:avLst/>
              <a:gdLst/>
              <a:ahLst/>
              <a:cxnLst/>
              <a:rect l="l" t="t" r="r" b="b"/>
              <a:pathLst>
                <a:path w="7535" h="4807" extrusionOk="0">
                  <a:moveTo>
                    <a:pt x="2269" y="0"/>
                  </a:moveTo>
                  <a:lnTo>
                    <a:pt x="0" y="2619"/>
                  </a:lnTo>
                  <a:lnTo>
                    <a:pt x="7534" y="4807"/>
                  </a:lnTo>
                  <a:lnTo>
                    <a:pt x="2269" y="0"/>
                  </a:ln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69"/>
            <p:cNvSpPr/>
            <p:nvPr/>
          </p:nvSpPr>
          <p:spPr>
            <a:xfrm>
              <a:off x="-1064100" y="4512538"/>
              <a:ext cx="642725" cy="266450"/>
            </a:xfrm>
            <a:custGeom>
              <a:avLst/>
              <a:gdLst/>
              <a:ahLst/>
              <a:cxnLst/>
              <a:rect l="l" t="t" r="r" b="b"/>
              <a:pathLst>
                <a:path w="25709" h="10658" extrusionOk="0">
                  <a:moveTo>
                    <a:pt x="15471" y="1"/>
                  </a:moveTo>
                  <a:cubicBezTo>
                    <a:pt x="14774" y="1"/>
                    <a:pt x="14066" y="74"/>
                    <a:pt x="13395" y="261"/>
                  </a:cubicBezTo>
                  <a:cubicBezTo>
                    <a:pt x="10532" y="1044"/>
                    <a:pt x="8696" y="3582"/>
                    <a:pt x="8696" y="3582"/>
                  </a:cubicBezTo>
                  <a:lnTo>
                    <a:pt x="8075" y="3636"/>
                  </a:lnTo>
                  <a:cubicBezTo>
                    <a:pt x="8075" y="3636"/>
                    <a:pt x="6914" y="1152"/>
                    <a:pt x="5375" y="1098"/>
                  </a:cubicBezTo>
                  <a:cubicBezTo>
                    <a:pt x="5293" y="1094"/>
                    <a:pt x="5208" y="1091"/>
                    <a:pt x="5120" y="1091"/>
                  </a:cubicBezTo>
                  <a:cubicBezTo>
                    <a:pt x="4135" y="1091"/>
                    <a:pt x="2728" y="1465"/>
                    <a:pt x="1" y="4365"/>
                  </a:cubicBezTo>
                  <a:lnTo>
                    <a:pt x="10640" y="10657"/>
                  </a:lnTo>
                  <a:lnTo>
                    <a:pt x="25708" y="9172"/>
                  </a:lnTo>
                  <a:lnTo>
                    <a:pt x="20388" y="963"/>
                  </a:lnTo>
                  <a:cubicBezTo>
                    <a:pt x="20388" y="963"/>
                    <a:pt x="18000" y="1"/>
                    <a:pt x="15471" y="1"/>
                  </a:cubicBez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69"/>
            <p:cNvSpPr/>
            <p:nvPr/>
          </p:nvSpPr>
          <p:spPr>
            <a:xfrm>
              <a:off x="-1053975" y="4564288"/>
              <a:ext cx="81050" cy="60775"/>
            </a:xfrm>
            <a:custGeom>
              <a:avLst/>
              <a:gdLst/>
              <a:ahLst/>
              <a:cxnLst/>
              <a:rect l="l" t="t" r="r" b="b"/>
              <a:pathLst>
                <a:path w="3242" h="2431" extrusionOk="0">
                  <a:moveTo>
                    <a:pt x="3241" y="0"/>
                  </a:moveTo>
                  <a:lnTo>
                    <a:pt x="3241" y="0"/>
                  </a:lnTo>
                  <a:cubicBezTo>
                    <a:pt x="3241" y="0"/>
                    <a:pt x="1000" y="1026"/>
                    <a:pt x="1" y="2295"/>
                  </a:cubicBezTo>
                  <a:lnTo>
                    <a:pt x="649" y="2430"/>
                  </a:lnTo>
                  <a:cubicBezTo>
                    <a:pt x="973" y="1377"/>
                    <a:pt x="3241" y="0"/>
                    <a:pt x="3241" y="0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69"/>
            <p:cNvSpPr/>
            <p:nvPr/>
          </p:nvSpPr>
          <p:spPr>
            <a:xfrm>
              <a:off x="-997925" y="4570088"/>
              <a:ext cx="98575" cy="24600"/>
            </a:xfrm>
            <a:custGeom>
              <a:avLst/>
              <a:gdLst/>
              <a:ahLst/>
              <a:cxnLst/>
              <a:rect l="l" t="t" r="r" b="b"/>
              <a:pathLst>
                <a:path w="3943" h="984" extrusionOk="0">
                  <a:moveTo>
                    <a:pt x="2190" y="1"/>
                  </a:moveTo>
                  <a:cubicBezTo>
                    <a:pt x="1509" y="1"/>
                    <a:pt x="734" y="287"/>
                    <a:pt x="0" y="983"/>
                  </a:cubicBezTo>
                  <a:cubicBezTo>
                    <a:pt x="748" y="458"/>
                    <a:pt x="1433" y="227"/>
                    <a:pt x="2069" y="227"/>
                  </a:cubicBezTo>
                  <a:cubicBezTo>
                    <a:pt x="2741" y="227"/>
                    <a:pt x="3360" y="485"/>
                    <a:pt x="3943" y="929"/>
                  </a:cubicBezTo>
                  <a:cubicBezTo>
                    <a:pt x="3613" y="370"/>
                    <a:pt x="2962" y="1"/>
                    <a:pt x="2190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69"/>
            <p:cNvSpPr/>
            <p:nvPr/>
          </p:nvSpPr>
          <p:spPr>
            <a:xfrm>
              <a:off x="-837950" y="4525788"/>
              <a:ext cx="162050" cy="93200"/>
            </a:xfrm>
            <a:custGeom>
              <a:avLst/>
              <a:gdLst/>
              <a:ahLst/>
              <a:cxnLst/>
              <a:rect l="l" t="t" r="r" b="b"/>
              <a:pathLst>
                <a:path w="6482" h="3728" extrusionOk="0">
                  <a:moveTo>
                    <a:pt x="6482" y="1"/>
                  </a:moveTo>
                  <a:lnTo>
                    <a:pt x="6482" y="1"/>
                  </a:lnTo>
                  <a:cubicBezTo>
                    <a:pt x="6481" y="1"/>
                    <a:pt x="1702" y="190"/>
                    <a:pt x="1" y="3727"/>
                  </a:cubicBezTo>
                  <a:lnTo>
                    <a:pt x="541" y="3727"/>
                  </a:lnTo>
                  <a:cubicBezTo>
                    <a:pt x="1891" y="1405"/>
                    <a:pt x="3997" y="433"/>
                    <a:pt x="6482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69"/>
            <p:cNvSpPr/>
            <p:nvPr/>
          </p:nvSpPr>
          <p:spPr>
            <a:xfrm>
              <a:off x="-742750" y="4536413"/>
              <a:ext cx="151925" cy="23850"/>
            </a:xfrm>
            <a:custGeom>
              <a:avLst/>
              <a:gdLst/>
              <a:ahLst/>
              <a:cxnLst/>
              <a:rect l="l" t="t" r="r" b="b"/>
              <a:pathLst>
                <a:path w="6077" h="954" extrusionOk="0">
                  <a:moveTo>
                    <a:pt x="3227" y="1"/>
                  </a:moveTo>
                  <a:cubicBezTo>
                    <a:pt x="2104" y="1"/>
                    <a:pt x="979" y="320"/>
                    <a:pt x="0" y="953"/>
                  </a:cubicBezTo>
                  <a:cubicBezTo>
                    <a:pt x="987" y="460"/>
                    <a:pt x="2035" y="224"/>
                    <a:pt x="3133" y="224"/>
                  </a:cubicBezTo>
                  <a:cubicBezTo>
                    <a:pt x="4080" y="224"/>
                    <a:pt x="5064" y="400"/>
                    <a:pt x="6076" y="737"/>
                  </a:cubicBezTo>
                  <a:cubicBezTo>
                    <a:pt x="5194" y="245"/>
                    <a:pt x="4211" y="1"/>
                    <a:pt x="3227" y="1"/>
                  </a:cubicBezTo>
                  <a:close/>
                </a:path>
              </a:pathLst>
            </a:custGeom>
            <a:solidFill>
              <a:srgbClr val="D3B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69"/>
            <p:cNvSpPr/>
            <p:nvPr/>
          </p:nvSpPr>
          <p:spPr>
            <a:xfrm>
              <a:off x="-877100" y="4605913"/>
              <a:ext cx="40525" cy="25475"/>
            </a:xfrm>
            <a:custGeom>
              <a:avLst/>
              <a:gdLst/>
              <a:ahLst/>
              <a:cxnLst/>
              <a:rect l="l" t="t" r="r" b="b"/>
              <a:pathLst>
                <a:path w="1621" h="1019" extrusionOk="0">
                  <a:moveTo>
                    <a:pt x="906" y="0"/>
                  </a:moveTo>
                  <a:cubicBezTo>
                    <a:pt x="597" y="0"/>
                    <a:pt x="303" y="178"/>
                    <a:pt x="136" y="441"/>
                  </a:cubicBezTo>
                  <a:cubicBezTo>
                    <a:pt x="1" y="738"/>
                    <a:pt x="217" y="981"/>
                    <a:pt x="595" y="1009"/>
                  </a:cubicBezTo>
                  <a:cubicBezTo>
                    <a:pt x="639" y="1015"/>
                    <a:pt x="684" y="1019"/>
                    <a:pt x="728" y="1019"/>
                  </a:cubicBezTo>
                  <a:cubicBezTo>
                    <a:pt x="1033" y="1019"/>
                    <a:pt x="1324" y="859"/>
                    <a:pt x="1513" y="576"/>
                  </a:cubicBezTo>
                  <a:cubicBezTo>
                    <a:pt x="1621" y="306"/>
                    <a:pt x="1432" y="36"/>
                    <a:pt x="1027" y="9"/>
                  </a:cubicBezTo>
                  <a:cubicBezTo>
                    <a:pt x="987" y="3"/>
                    <a:pt x="946" y="0"/>
                    <a:pt x="906" y="0"/>
                  </a:cubicBezTo>
                  <a:close/>
                </a:path>
              </a:pathLst>
            </a:custGeom>
            <a:solidFill>
              <a:srgbClr val="725D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69"/>
            <p:cNvSpPr/>
            <p:nvPr/>
          </p:nvSpPr>
          <p:spPr>
            <a:xfrm>
              <a:off x="-1074225" y="4544038"/>
              <a:ext cx="714950" cy="347000"/>
            </a:xfrm>
            <a:custGeom>
              <a:avLst/>
              <a:gdLst/>
              <a:ahLst/>
              <a:cxnLst/>
              <a:rect l="l" t="t" r="r" b="b"/>
              <a:pathLst>
                <a:path w="28598" h="13880" extrusionOk="0">
                  <a:moveTo>
                    <a:pt x="21604" y="0"/>
                  </a:moveTo>
                  <a:lnTo>
                    <a:pt x="9560" y="2781"/>
                  </a:lnTo>
                  <a:lnTo>
                    <a:pt x="8426" y="2916"/>
                  </a:lnTo>
                  <a:lnTo>
                    <a:pt x="136" y="2916"/>
                  </a:lnTo>
                  <a:lnTo>
                    <a:pt x="1" y="3321"/>
                  </a:lnTo>
                  <a:lnTo>
                    <a:pt x="8237" y="12746"/>
                  </a:lnTo>
                  <a:lnTo>
                    <a:pt x="16446" y="13880"/>
                  </a:lnTo>
                  <a:lnTo>
                    <a:pt x="20226" y="13880"/>
                  </a:lnTo>
                  <a:lnTo>
                    <a:pt x="28597" y="11558"/>
                  </a:lnTo>
                  <a:lnTo>
                    <a:pt x="2160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69"/>
            <p:cNvSpPr/>
            <p:nvPr/>
          </p:nvSpPr>
          <p:spPr>
            <a:xfrm>
              <a:off x="-836575" y="4548088"/>
              <a:ext cx="382800" cy="253850"/>
            </a:xfrm>
            <a:custGeom>
              <a:avLst/>
              <a:gdLst/>
              <a:ahLst/>
              <a:cxnLst/>
              <a:rect l="l" t="t" r="r" b="b"/>
              <a:pathLst>
                <a:path w="15312" h="10154" extrusionOk="0">
                  <a:moveTo>
                    <a:pt x="12126" y="0"/>
                  </a:moveTo>
                  <a:lnTo>
                    <a:pt x="82" y="2781"/>
                  </a:lnTo>
                  <a:lnTo>
                    <a:pt x="1" y="2781"/>
                  </a:lnTo>
                  <a:cubicBezTo>
                    <a:pt x="838" y="4699"/>
                    <a:pt x="2107" y="6373"/>
                    <a:pt x="3727" y="7642"/>
                  </a:cubicBezTo>
                  <a:cubicBezTo>
                    <a:pt x="5795" y="9315"/>
                    <a:pt x="8089" y="10154"/>
                    <a:pt x="10091" y="10154"/>
                  </a:cubicBezTo>
                  <a:cubicBezTo>
                    <a:pt x="11934" y="10154"/>
                    <a:pt x="13530" y="9444"/>
                    <a:pt x="14475" y="8020"/>
                  </a:cubicBezTo>
                  <a:cubicBezTo>
                    <a:pt x="14988" y="7183"/>
                    <a:pt x="15285" y="6238"/>
                    <a:pt x="15312" y="5266"/>
                  </a:cubicBezTo>
                  <a:lnTo>
                    <a:pt x="121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69"/>
            <p:cNvSpPr/>
            <p:nvPr/>
          </p:nvSpPr>
          <p:spPr>
            <a:xfrm>
              <a:off x="-815650" y="4565638"/>
              <a:ext cx="407775" cy="318650"/>
            </a:xfrm>
            <a:custGeom>
              <a:avLst/>
              <a:gdLst/>
              <a:ahLst/>
              <a:cxnLst/>
              <a:rect l="l" t="t" r="r" b="b"/>
              <a:pathLst>
                <a:path w="16311" h="12746" extrusionOk="0">
                  <a:moveTo>
                    <a:pt x="10774" y="270"/>
                  </a:moveTo>
                  <a:lnTo>
                    <a:pt x="15959" y="9802"/>
                  </a:lnTo>
                  <a:lnTo>
                    <a:pt x="7507" y="12476"/>
                  </a:lnTo>
                  <a:lnTo>
                    <a:pt x="405" y="2782"/>
                  </a:lnTo>
                  <a:lnTo>
                    <a:pt x="10774" y="270"/>
                  </a:lnTo>
                  <a:close/>
                  <a:moveTo>
                    <a:pt x="10855" y="0"/>
                  </a:moveTo>
                  <a:lnTo>
                    <a:pt x="162" y="2620"/>
                  </a:lnTo>
                  <a:lnTo>
                    <a:pt x="0" y="2647"/>
                  </a:lnTo>
                  <a:lnTo>
                    <a:pt x="7345" y="12665"/>
                  </a:lnTo>
                  <a:lnTo>
                    <a:pt x="7399" y="12746"/>
                  </a:lnTo>
                  <a:lnTo>
                    <a:pt x="16310" y="9964"/>
                  </a:lnTo>
                  <a:lnTo>
                    <a:pt x="10855" y="0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69"/>
            <p:cNvSpPr/>
            <p:nvPr/>
          </p:nvSpPr>
          <p:spPr>
            <a:xfrm>
              <a:off x="-1074225" y="4627063"/>
              <a:ext cx="411150" cy="263975"/>
            </a:xfrm>
            <a:custGeom>
              <a:avLst/>
              <a:gdLst/>
              <a:ahLst/>
              <a:cxnLst/>
              <a:rect l="l" t="t" r="r" b="b"/>
              <a:pathLst>
                <a:path w="16446" h="10559" extrusionOk="0">
                  <a:moveTo>
                    <a:pt x="1" y="0"/>
                  </a:moveTo>
                  <a:lnTo>
                    <a:pt x="8237" y="9425"/>
                  </a:lnTo>
                  <a:lnTo>
                    <a:pt x="16446" y="10559"/>
                  </a:lnTo>
                  <a:lnTo>
                    <a:pt x="16446" y="10559"/>
                  </a:lnTo>
                  <a:lnTo>
                    <a:pt x="8426" y="13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69"/>
            <p:cNvSpPr/>
            <p:nvPr/>
          </p:nvSpPr>
          <p:spPr>
            <a:xfrm>
              <a:off x="-1049250" y="4639888"/>
              <a:ext cx="346350" cy="230900"/>
            </a:xfrm>
            <a:custGeom>
              <a:avLst/>
              <a:gdLst/>
              <a:ahLst/>
              <a:cxnLst/>
              <a:rect l="l" t="t" r="r" b="b"/>
              <a:pathLst>
                <a:path w="13854" h="9236" extrusionOk="0">
                  <a:moveTo>
                    <a:pt x="568" y="271"/>
                  </a:moveTo>
                  <a:lnTo>
                    <a:pt x="7049" y="649"/>
                  </a:lnTo>
                  <a:lnTo>
                    <a:pt x="13341" y="9020"/>
                  </a:lnTo>
                  <a:lnTo>
                    <a:pt x="13341" y="9020"/>
                  </a:lnTo>
                  <a:lnTo>
                    <a:pt x="7535" y="8237"/>
                  </a:lnTo>
                  <a:lnTo>
                    <a:pt x="568" y="271"/>
                  </a:lnTo>
                  <a:close/>
                  <a:moveTo>
                    <a:pt x="1" y="1"/>
                  </a:moveTo>
                  <a:lnTo>
                    <a:pt x="7292" y="8372"/>
                  </a:lnTo>
                  <a:lnTo>
                    <a:pt x="13854" y="9236"/>
                  </a:lnTo>
                  <a:lnTo>
                    <a:pt x="13854" y="9236"/>
                  </a:lnTo>
                  <a:lnTo>
                    <a:pt x="13827" y="9182"/>
                  </a:lnTo>
                  <a:lnTo>
                    <a:pt x="7211" y="406"/>
                  </a:lnTo>
                  <a:lnTo>
                    <a:pt x="7076" y="40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AD6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53" name="Google Shape;3453;p69"/>
          <p:cNvGrpSpPr/>
          <p:nvPr/>
        </p:nvGrpSpPr>
        <p:grpSpPr>
          <a:xfrm>
            <a:off x="7715851" y="445296"/>
            <a:ext cx="714936" cy="971200"/>
            <a:chOff x="638276" y="3526008"/>
            <a:chExt cx="714936" cy="971200"/>
          </a:xfrm>
        </p:grpSpPr>
        <p:sp>
          <p:nvSpPr>
            <p:cNvPr id="3454" name="Google Shape;3454;p69"/>
            <p:cNvSpPr/>
            <p:nvPr/>
          </p:nvSpPr>
          <p:spPr>
            <a:xfrm>
              <a:off x="801537" y="3817400"/>
              <a:ext cx="388460" cy="388464"/>
            </a:xfrm>
            <a:custGeom>
              <a:avLst/>
              <a:gdLst/>
              <a:ahLst/>
              <a:cxnLst/>
              <a:rect l="l" t="t" r="r" b="b"/>
              <a:pathLst>
                <a:path w="91295" h="91296" extrusionOk="0">
                  <a:moveTo>
                    <a:pt x="75084" y="16212"/>
                  </a:moveTo>
                  <a:cubicBezTo>
                    <a:pt x="91295" y="32466"/>
                    <a:pt x="91295" y="58788"/>
                    <a:pt x="75084" y="75041"/>
                  </a:cubicBezTo>
                  <a:cubicBezTo>
                    <a:pt x="58830" y="91295"/>
                    <a:pt x="32466" y="91295"/>
                    <a:pt x="16255" y="75041"/>
                  </a:cubicBezTo>
                  <a:cubicBezTo>
                    <a:pt x="1" y="58788"/>
                    <a:pt x="1" y="32466"/>
                    <a:pt x="16255" y="16212"/>
                  </a:cubicBezTo>
                  <a:cubicBezTo>
                    <a:pt x="32466" y="1"/>
                    <a:pt x="58830" y="1"/>
                    <a:pt x="75084" y="16212"/>
                  </a:cubicBezTo>
                  <a:close/>
                </a:path>
              </a:pathLst>
            </a:custGeom>
            <a:gradFill>
              <a:gsLst>
                <a:gs pos="0">
                  <a:srgbClr val="F9EBAB">
                    <a:alpha val="21960"/>
                    <a:alpha val="21910"/>
                  </a:srgbClr>
                </a:gs>
                <a:gs pos="41000">
                  <a:srgbClr val="F9EBAB">
                    <a:alpha val="53333"/>
                    <a:alpha val="21910"/>
                  </a:srgbClr>
                </a:gs>
                <a:gs pos="100000">
                  <a:srgbClr val="F9EBAB">
                    <a:alpha val="77254"/>
                    <a:alpha val="2191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55" name="Google Shape;3455;p69"/>
            <p:cNvGrpSpPr/>
            <p:nvPr/>
          </p:nvGrpSpPr>
          <p:grpSpPr>
            <a:xfrm>
              <a:off x="638276" y="3526008"/>
              <a:ext cx="714936" cy="971200"/>
              <a:chOff x="9141124" y="2771118"/>
              <a:chExt cx="319239" cy="433649"/>
            </a:xfrm>
          </p:grpSpPr>
          <p:sp>
            <p:nvSpPr>
              <p:cNvPr id="3456" name="Google Shape;3456;p69"/>
              <p:cNvSpPr/>
              <p:nvPr/>
            </p:nvSpPr>
            <p:spPr>
              <a:xfrm>
                <a:off x="9271960" y="3034862"/>
                <a:ext cx="17824" cy="25355"/>
              </a:xfrm>
              <a:custGeom>
                <a:avLst/>
                <a:gdLst/>
                <a:ahLst/>
                <a:cxnLst/>
                <a:rect l="l" t="t" r="r" b="b"/>
                <a:pathLst>
                  <a:path w="1110" h="1579" extrusionOk="0">
                    <a:moveTo>
                      <a:pt x="641" y="0"/>
                    </a:moveTo>
                    <a:cubicBezTo>
                      <a:pt x="385" y="0"/>
                      <a:pt x="129" y="384"/>
                      <a:pt x="43" y="811"/>
                    </a:cubicBezTo>
                    <a:cubicBezTo>
                      <a:pt x="1" y="1237"/>
                      <a:pt x="214" y="1579"/>
                      <a:pt x="470" y="1579"/>
                    </a:cubicBezTo>
                    <a:cubicBezTo>
                      <a:pt x="769" y="1579"/>
                      <a:pt x="1025" y="1237"/>
                      <a:pt x="1067" y="811"/>
                    </a:cubicBezTo>
                    <a:cubicBezTo>
                      <a:pt x="1110" y="384"/>
                      <a:pt x="939" y="0"/>
                      <a:pt x="641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69"/>
              <p:cNvSpPr/>
              <p:nvPr/>
            </p:nvSpPr>
            <p:spPr>
              <a:xfrm>
                <a:off x="9267175" y="2928674"/>
                <a:ext cx="54965" cy="93728"/>
              </a:xfrm>
              <a:custGeom>
                <a:avLst/>
                <a:gdLst/>
                <a:ahLst/>
                <a:cxnLst/>
                <a:rect l="l" t="t" r="r" b="b"/>
                <a:pathLst>
                  <a:path w="3423" h="5837" extrusionOk="0">
                    <a:moveTo>
                      <a:pt x="1195" y="1"/>
                    </a:moveTo>
                    <a:cubicBezTo>
                      <a:pt x="1195" y="1"/>
                      <a:pt x="1962" y="1707"/>
                      <a:pt x="1109" y="2518"/>
                    </a:cubicBezTo>
                    <a:cubicBezTo>
                      <a:pt x="85" y="3499"/>
                      <a:pt x="0" y="5419"/>
                      <a:pt x="1579" y="5803"/>
                    </a:cubicBezTo>
                    <a:cubicBezTo>
                      <a:pt x="1673" y="5826"/>
                      <a:pt x="1762" y="5837"/>
                      <a:pt x="1847" y="5837"/>
                    </a:cubicBezTo>
                    <a:cubicBezTo>
                      <a:pt x="3190" y="5837"/>
                      <a:pt x="3423" y="3127"/>
                      <a:pt x="2901" y="1963"/>
                    </a:cubicBezTo>
                    <a:cubicBezTo>
                      <a:pt x="2517" y="1195"/>
                      <a:pt x="1920" y="513"/>
                      <a:pt x="1195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69"/>
              <p:cNvSpPr/>
              <p:nvPr/>
            </p:nvSpPr>
            <p:spPr>
              <a:xfrm>
                <a:off x="9274706" y="3031330"/>
                <a:ext cx="53439" cy="115213"/>
              </a:xfrm>
              <a:custGeom>
                <a:avLst/>
                <a:gdLst/>
                <a:ahLst/>
                <a:cxnLst/>
                <a:rect l="l" t="t" r="r" b="b"/>
                <a:pathLst>
                  <a:path w="3328" h="7175" extrusionOk="0">
                    <a:moveTo>
                      <a:pt x="2456" y="0"/>
                    </a:moveTo>
                    <a:cubicBezTo>
                      <a:pt x="2434" y="0"/>
                      <a:pt x="2411" y="3"/>
                      <a:pt x="2389" y="7"/>
                    </a:cubicBezTo>
                    <a:lnTo>
                      <a:pt x="726" y="135"/>
                    </a:lnTo>
                    <a:cubicBezTo>
                      <a:pt x="512" y="135"/>
                      <a:pt x="342" y="306"/>
                      <a:pt x="342" y="519"/>
                    </a:cubicBezTo>
                    <a:cubicBezTo>
                      <a:pt x="171" y="3207"/>
                      <a:pt x="0" y="5937"/>
                      <a:pt x="214" y="7174"/>
                    </a:cubicBezTo>
                    <a:lnTo>
                      <a:pt x="3115" y="7174"/>
                    </a:lnTo>
                    <a:cubicBezTo>
                      <a:pt x="3328" y="5852"/>
                      <a:pt x="2944" y="3036"/>
                      <a:pt x="2859" y="391"/>
                    </a:cubicBezTo>
                    <a:cubicBezTo>
                      <a:pt x="2859" y="161"/>
                      <a:pt x="2653" y="0"/>
                      <a:pt x="2456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69"/>
              <p:cNvSpPr/>
              <p:nvPr/>
            </p:nvSpPr>
            <p:spPr>
              <a:xfrm>
                <a:off x="9209625" y="3132139"/>
                <a:ext cx="185657" cy="54804"/>
              </a:xfrm>
              <a:custGeom>
                <a:avLst/>
                <a:gdLst/>
                <a:ahLst/>
                <a:cxnLst/>
                <a:rect l="l" t="t" r="r" b="b"/>
                <a:pathLst>
                  <a:path w="11562" h="3413" extrusionOk="0">
                    <a:moveTo>
                      <a:pt x="5760" y="0"/>
                    </a:moveTo>
                    <a:cubicBezTo>
                      <a:pt x="3669" y="0"/>
                      <a:pt x="1" y="1067"/>
                      <a:pt x="1" y="1920"/>
                    </a:cubicBezTo>
                    <a:cubicBezTo>
                      <a:pt x="1" y="2730"/>
                      <a:pt x="2560" y="3413"/>
                      <a:pt x="5760" y="3413"/>
                    </a:cubicBezTo>
                    <a:cubicBezTo>
                      <a:pt x="8959" y="3413"/>
                      <a:pt x="11562" y="2730"/>
                      <a:pt x="11562" y="1920"/>
                    </a:cubicBezTo>
                    <a:cubicBezTo>
                      <a:pt x="11562" y="1067"/>
                      <a:pt x="7893" y="0"/>
                      <a:pt x="5760" y="0"/>
                    </a:cubicBezTo>
                    <a:close/>
                  </a:path>
                </a:pathLst>
              </a:custGeom>
              <a:solidFill>
                <a:srgbClr val="D893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69"/>
              <p:cNvSpPr/>
              <p:nvPr/>
            </p:nvSpPr>
            <p:spPr>
              <a:xfrm>
                <a:off x="9193872" y="2882091"/>
                <a:ext cx="15078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39" h="18047" extrusionOk="0">
                    <a:moveTo>
                      <a:pt x="0" y="1"/>
                    </a:moveTo>
                    <a:lnTo>
                      <a:pt x="0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69"/>
              <p:cNvSpPr/>
              <p:nvPr/>
            </p:nvSpPr>
            <p:spPr>
              <a:xfrm>
                <a:off x="9392520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40" y="18046"/>
                    </a:lnTo>
                    <a:lnTo>
                      <a:pt x="940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69"/>
              <p:cNvSpPr/>
              <p:nvPr/>
            </p:nvSpPr>
            <p:spPr>
              <a:xfrm>
                <a:off x="9338406" y="2882091"/>
                <a:ext cx="15094" cy="289790"/>
              </a:xfrm>
              <a:custGeom>
                <a:avLst/>
                <a:gdLst/>
                <a:ahLst/>
                <a:cxnLst/>
                <a:rect l="l" t="t" r="r" b="b"/>
                <a:pathLst>
                  <a:path w="940" h="18047" extrusionOk="0">
                    <a:moveTo>
                      <a:pt x="1" y="1"/>
                    </a:moveTo>
                    <a:lnTo>
                      <a:pt x="1" y="18046"/>
                    </a:lnTo>
                    <a:lnTo>
                      <a:pt x="939" y="18046"/>
                    </a:lnTo>
                    <a:lnTo>
                      <a:pt x="939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69"/>
              <p:cNvSpPr/>
              <p:nvPr/>
            </p:nvSpPr>
            <p:spPr>
              <a:xfrm>
                <a:off x="9182231" y="2880726"/>
                <a:ext cx="237025" cy="17824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110" extrusionOk="0">
                    <a:moveTo>
                      <a:pt x="0" y="1"/>
                    </a:moveTo>
                    <a:lnTo>
                      <a:pt x="0" y="299"/>
                    </a:lnTo>
                    <a:cubicBezTo>
                      <a:pt x="0" y="768"/>
                      <a:pt x="384" y="1110"/>
                      <a:pt x="811" y="1110"/>
                    </a:cubicBezTo>
                    <a:lnTo>
                      <a:pt x="13993" y="1110"/>
                    </a:lnTo>
                    <a:cubicBezTo>
                      <a:pt x="14419" y="1110"/>
                      <a:pt x="14761" y="768"/>
                      <a:pt x="14761" y="299"/>
                    </a:cubicBezTo>
                    <a:lnTo>
                      <a:pt x="14761" y="1"/>
                    </a:ln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69"/>
              <p:cNvSpPr/>
              <p:nvPr/>
            </p:nvSpPr>
            <p:spPr>
              <a:xfrm>
                <a:off x="9182231" y="3152676"/>
                <a:ext cx="237025" cy="30172"/>
              </a:xfrm>
              <a:custGeom>
                <a:avLst/>
                <a:gdLst/>
                <a:ahLst/>
                <a:cxnLst/>
                <a:rect l="l" t="t" r="r" b="b"/>
                <a:pathLst>
                  <a:path w="14761" h="1879" extrusionOk="0">
                    <a:moveTo>
                      <a:pt x="1024" y="1"/>
                    </a:moveTo>
                    <a:cubicBezTo>
                      <a:pt x="469" y="1"/>
                      <a:pt x="0" y="470"/>
                      <a:pt x="0" y="1025"/>
                    </a:cubicBezTo>
                    <a:lnTo>
                      <a:pt x="0" y="1878"/>
                    </a:lnTo>
                    <a:lnTo>
                      <a:pt x="14761" y="1878"/>
                    </a:lnTo>
                    <a:lnTo>
                      <a:pt x="14761" y="1025"/>
                    </a:lnTo>
                    <a:cubicBezTo>
                      <a:pt x="14761" y="470"/>
                      <a:pt x="14334" y="1"/>
                      <a:pt x="13737" y="1"/>
                    </a:cubicBezTo>
                    <a:close/>
                  </a:path>
                </a:pathLst>
              </a:custGeom>
              <a:solidFill>
                <a:srgbClr val="44363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69"/>
              <p:cNvSpPr/>
              <p:nvPr/>
            </p:nvSpPr>
            <p:spPr>
              <a:xfrm>
                <a:off x="9180175" y="2803313"/>
                <a:ext cx="254158" cy="68533"/>
              </a:xfrm>
              <a:custGeom>
                <a:avLst/>
                <a:gdLst/>
                <a:ahLst/>
                <a:cxnLst/>
                <a:rect l="l" t="t" r="r" b="b"/>
                <a:pathLst>
                  <a:path w="15828" h="4268" extrusionOk="0">
                    <a:moveTo>
                      <a:pt x="7892" y="1"/>
                    </a:moveTo>
                    <a:cubicBezTo>
                      <a:pt x="3882" y="1"/>
                      <a:pt x="555" y="1835"/>
                      <a:pt x="0" y="4267"/>
                    </a:cubicBezTo>
                    <a:lnTo>
                      <a:pt x="15827" y="4267"/>
                    </a:lnTo>
                    <a:cubicBezTo>
                      <a:pt x="15230" y="1835"/>
                      <a:pt x="11902" y="1"/>
                      <a:pt x="7892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69"/>
              <p:cNvSpPr/>
              <p:nvPr/>
            </p:nvSpPr>
            <p:spPr>
              <a:xfrm>
                <a:off x="9296624" y="2771118"/>
                <a:ext cx="20570" cy="35648"/>
              </a:xfrm>
              <a:custGeom>
                <a:avLst/>
                <a:gdLst/>
                <a:ahLst/>
                <a:cxnLst/>
                <a:rect l="l" t="t" r="r" b="b"/>
                <a:pathLst>
                  <a:path w="1281" h="2220" extrusionOk="0">
                    <a:moveTo>
                      <a:pt x="640" y="1"/>
                    </a:moveTo>
                    <a:cubicBezTo>
                      <a:pt x="320" y="1"/>
                      <a:pt x="0" y="257"/>
                      <a:pt x="0" y="769"/>
                    </a:cubicBezTo>
                    <a:lnTo>
                      <a:pt x="0" y="2219"/>
                    </a:lnTo>
                    <a:lnTo>
                      <a:pt x="1280" y="2219"/>
                    </a:lnTo>
                    <a:lnTo>
                      <a:pt x="1280" y="769"/>
                    </a:lnTo>
                    <a:cubicBezTo>
                      <a:pt x="1280" y="257"/>
                      <a:pt x="960" y="1"/>
                      <a:pt x="640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7" name="Google Shape;3467;p69"/>
              <p:cNvSpPr/>
              <p:nvPr/>
            </p:nvSpPr>
            <p:spPr>
              <a:xfrm>
                <a:off x="9141124" y="2856062"/>
                <a:ext cx="319239" cy="28791"/>
              </a:xfrm>
              <a:custGeom>
                <a:avLst/>
                <a:gdLst/>
                <a:ahLst/>
                <a:cxnLst/>
                <a:rect l="l" t="t" r="r" b="b"/>
                <a:pathLst>
                  <a:path w="19881" h="1793" extrusionOk="0">
                    <a:moveTo>
                      <a:pt x="1707" y="1"/>
                    </a:moveTo>
                    <a:cubicBezTo>
                      <a:pt x="1" y="1"/>
                      <a:pt x="1" y="1793"/>
                      <a:pt x="1707" y="1793"/>
                    </a:cubicBezTo>
                    <a:lnTo>
                      <a:pt x="18217" y="1793"/>
                    </a:lnTo>
                    <a:cubicBezTo>
                      <a:pt x="19880" y="1793"/>
                      <a:pt x="19880" y="1"/>
                      <a:pt x="18217" y="1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8" name="Google Shape;3468;p69"/>
              <p:cNvSpPr/>
              <p:nvPr/>
            </p:nvSpPr>
            <p:spPr>
              <a:xfrm>
                <a:off x="9152091" y="3174611"/>
                <a:ext cx="301415" cy="30156"/>
              </a:xfrm>
              <a:custGeom>
                <a:avLst/>
                <a:gdLst/>
                <a:ahLst/>
                <a:cxnLst/>
                <a:rect l="l" t="t" r="r" b="b"/>
                <a:pathLst>
                  <a:path w="18771" h="1878" extrusionOk="0">
                    <a:moveTo>
                      <a:pt x="1024" y="0"/>
                    </a:moveTo>
                    <a:cubicBezTo>
                      <a:pt x="0" y="0"/>
                      <a:pt x="0" y="1877"/>
                      <a:pt x="1024" y="1877"/>
                    </a:cubicBezTo>
                    <a:lnTo>
                      <a:pt x="17534" y="1877"/>
                    </a:lnTo>
                    <a:cubicBezTo>
                      <a:pt x="18771" y="1877"/>
                      <a:pt x="18771" y="0"/>
                      <a:pt x="17534" y="0"/>
                    </a:cubicBezTo>
                    <a:close/>
                  </a:path>
                </a:pathLst>
              </a:custGeom>
              <a:solidFill>
                <a:srgbClr val="6650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69"/>
              <p:cNvSpPr/>
              <p:nvPr/>
            </p:nvSpPr>
            <p:spPr>
              <a:xfrm>
                <a:off x="9215101" y="2803281"/>
                <a:ext cx="197989" cy="42584"/>
              </a:xfrm>
              <a:custGeom>
                <a:avLst/>
                <a:gdLst/>
                <a:ahLst/>
                <a:cxnLst/>
                <a:rect l="l" t="t" r="r" b="b"/>
                <a:pathLst>
                  <a:path w="12330" h="2652" extrusionOk="0">
                    <a:moveTo>
                      <a:pt x="5486" y="0"/>
                    </a:moveTo>
                    <a:cubicBezTo>
                      <a:pt x="3561" y="0"/>
                      <a:pt x="1683" y="512"/>
                      <a:pt x="1" y="1496"/>
                    </a:cubicBezTo>
                    <a:cubicBezTo>
                      <a:pt x="2270" y="2266"/>
                      <a:pt x="4655" y="2651"/>
                      <a:pt x="7010" y="2651"/>
                    </a:cubicBezTo>
                    <a:cubicBezTo>
                      <a:pt x="7134" y="2651"/>
                      <a:pt x="7257" y="2650"/>
                      <a:pt x="7381" y="2648"/>
                    </a:cubicBezTo>
                    <a:cubicBezTo>
                      <a:pt x="9045" y="2648"/>
                      <a:pt x="10709" y="2477"/>
                      <a:pt x="12330" y="2179"/>
                    </a:cubicBezTo>
                    <a:cubicBezTo>
                      <a:pt x="10879" y="856"/>
                      <a:pt x="8490" y="3"/>
                      <a:pt x="5717" y="3"/>
                    </a:cubicBezTo>
                    <a:cubicBezTo>
                      <a:pt x="5640" y="1"/>
                      <a:pt x="5563" y="0"/>
                      <a:pt x="5486" y="0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69"/>
              <p:cNvSpPr/>
              <p:nvPr/>
            </p:nvSpPr>
            <p:spPr>
              <a:xfrm>
                <a:off x="9150710" y="2856062"/>
                <a:ext cx="300741" cy="14516"/>
              </a:xfrm>
              <a:custGeom>
                <a:avLst/>
                <a:gdLst/>
                <a:ahLst/>
                <a:cxnLst/>
                <a:rect l="l" t="t" r="r" b="b"/>
                <a:pathLst>
                  <a:path w="18729" h="904" extrusionOk="0">
                    <a:moveTo>
                      <a:pt x="1110" y="1"/>
                    </a:moveTo>
                    <a:cubicBezTo>
                      <a:pt x="683" y="1"/>
                      <a:pt x="257" y="129"/>
                      <a:pt x="1" y="470"/>
                    </a:cubicBezTo>
                    <a:cubicBezTo>
                      <a:pt x="231" y="738"/>
                      <a:pt x="598" y="903"/>
                      <a:pt x="979" y="903"/>
                    </a:cubicBezTo>
                    <a:cubicBezTo>
                      <a:pt x="1023" y="903"/>
                      <a:pt x="1066" y="901"/>
                      <a:pt x="1110" y="897"/>
                    </a:cubicBezTo>
                    <a:lnTo>
                      <a:pt x="17620" y="897"/>
                    </a:lnTo>
                    <a:cubicBezTo>
                      <a:pt x="17659" y="901"/>
                      <a:pt x="17698" y="903"/>
                      <a:pt x="17738" y="903"/>
                    </a:cubicBezTo>
                    <a:cubicBezTo>
                      <a:pt x="18089" y="903"/>
                      <a:pt x="18461" y="738"/>
                      <a:pt x="18729" y="470"/>
                    </a:cubicBezTo>
                    <a:cubicBezTo>
                      <a:pt x="18430" y="129"/>
                      <a:pt x="18004" y="1"/>
                      <a:pt x="17620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69"/>
              <p:cNvSpPr/>
              <p:nvPr/>
            </p:nvSpPr>
            <p:spPr>
              <a:xfrm>
                <a:off x="9158257" y="3174498"/>
                <a:ext cx="289083" cy="13826"/>
              </a:xfrm>
              <a:custGeom>
                <a:avLst/>
                <a:gdLst/>
                <a:ahLst/>
                <a:cxnLst/>
                <a:rect l="l" t="t" r="r" b="b"/>
                <a:pathLst>
                  <a:path w="18003" h="861" extrusionOk="0">
                    <a:moveTo>
                      <a:pt x="17253" y="1"/>
                    </a:moveTo>
                    <a:cubicBezTo>
                      <a:pt x="17219" y="1"/>
                      <a:pt x="17184" y="3"/>
                      <a:pt x="17150" y="7"/>
                    </a:cubicBezTo>
                    <a:lnTo>
                      <a:pt x="640" y="7"/>
                    </a:lnTo>
                    <a:cubicBezTo>
                      <a:pt x="341" y="7"/>
                      <a:pt x="85" y="178"/>
                      <a:pt x="0" y="434"/>
                    </a:cubicBezTo>
                    <a:cubicBezTo>
                      <a:pt x="85" y="690"/>
                      <a:pt x="341" y="860"/>
                      <a:pt x="640" y="860"/>
                    </a:cubicBezTo>
                    <a:lnTo>
                      <a:pt x="17150" y="860"/>
                    </a:lnTo>
                    <a:cubicBezTo>
                      <a:pt x="17491" y="860"/>
                      <a:pt x="17790" y="690"/>
                      <a:pt x="18003" y="434"/>
                    </a:cubicBezTo>
                    <a:cubicBezTo>
                      <a:pt x="17811" y="166"/>
                      <a:pt x="17551" y="1"/>
                      <a:pt x="17253" y="1"/>
                    </a:cubicBezTo>
                    <a:close/>
                  </a:path>
                </a:pathLst>
              </a:custGeom>
              <a:solidFill>
                <a:srgbClr val="8C68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69"/>
              <p:cNvSpPr/>
              <p:nvPr/>
            </p:nvSpPr>
            <p:spPr>
              <a:xfrm>
                <a:off x="9187016" y="3174611"/>
                <a:ext cx="79485" cy="13713"/>
              </a:xfrm>
              <a:custGeom>
                <a:avLst/>
                <a:gdLst/>
                <a:ahLst/>
                <a:cxnLst/>
                <a:rect l="l" t="t" r="r" b="b"/>
                <a:pathLst>
                  <a:path w="4950" h="854" extrusionOk="0">
                    <a:moveTo>
                      <a:pt x="214" y="0"/>
                    </a:moveTo>
                    <a:cubicBezTo>
                      <a:pt x="129" y="0"/>
                      <a:pt x="86" y="171"/>
                      <a:pt x="43" y="427"/>
                    </a:cubicBezTo>
                    <a:cubicBezTo>
                      <a:pt x="1" y="640"/>
                      <a:pt x="129" y="853"/>
                      <a:pt x="214" y="853"/>
                    </a:cubicBezTo>
                    <a:lnTo>
                      <a:pt x="4693" y="853"/>
                    </a:lnTo>
                    <a:cubicBezTo>
                      <a:pt x="4821" y="853"/>
                      <a:pt x="4907" y="640"/>
                      <a:pt x="4949" y="427"/>
                    </a:cubicBezTo>
                    <a:cubicBezTo>
                      <a:pt x="4907" y="171"/>
                      <a:pt x="4821" y="0"/>
                      <a:pt x="4693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69"/>
              <p:cNvSpPr/>
              <p:nvPr/>
            </p:nvSpPr>
            <p:spPr>
              <a:xfrm>
                <a:off x="9277436" y="3031426"/>
                <a:ext cx="40433" cy="80175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4993" extrusionOk="0">
                    <a:moveTo>
                      <a:pt x="2219" y="1"/>
                    </a:moveTo>
                    <a:lnTo>
                      <a:pt x="598" y="172"/>
                    </a:lnTo>
                    <a:cubicBezTo>
                      <a:pt x="385" y="172"/>
                      <a:pt x="214" y="342"/>
                      <a:pt x="172" y="556"/>
                    </a:cubicBezTo>
                    <a:cubicBezTo>
                      <a:pt x="129" y="1665"/>
                      <a:pt x="44" y="2817"/>
                      <a:pt x="1" y="3840"/>
                    </a:cubicBezTo>
                    <a:cubicBezTo>
                      <a:pt x="257" y="4523"/>
                      <a:pt x="641" y="4992"/>
                      <a:pt x="1068" y="4992"/>
                    </a:cubicBezTo>
                    <a:cubicBezTo>
                      <a:pt x="1835" y="4992"/>
                      <a:pt x="2518" y="3371"/>
                      <a:pt x="2518" y="1323"/>
                    </a:cubicBezTo>
                    <a:cubicBezTo>
                      <a:pt x="2518" y="897"/>
                      <a:pt x="2475" y="428"/>
                      <a:pt x="2390" y="1"/>
                    </a:cubicBezTo>
                    <a:close/>
                  </a:path>
                </a:pathLst>
              </a:custGeom>
              <a:solidFill>
                <a:srgbClr val="F7D8A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69"/>
              <p:cNvSpPr/>
              <p:nvPr/>
            </p:nvSpPr>
            <p:spPr>
              <a:xfrm>
                <a:off x="9277436" y="2974582"/>
                <a:ext cx="40433" cy="47900"/>
              </a:xfrm>
              <a:custGeom>
                <a:avLst/>
                <a:gdLst/>
                <a:ahLst/>
                <a:cxnLst/>
                <a:rect l="l" t="t" r="r" b="b"/>
                <a:pathLst>
                  <a:path w="2518" h="2983" extrusionOk="0">
                    <a:moveTo>
                      <a:pt x="1409" y="0"/>
                    </a:moveTo>
                    <a:cubicBezTo>
                      <a:pt x="684" y="0"/>
                      <a:pt x="86" y="1024"/>
                      <a:pt x="1" y="2346"/>
                    </a:cubicBezTo>
                    <a:cubicBezTo>
                      <a:pt x="214" y="2645"/>
                      <a:pt x="556" y="2858"/>
                      <a:pt x="940" y="2944"/>
                    </a:cubicBezTo>
                    <a:cubicBezTo>
                      <a:pt x="1039" y="2970"/>
                      <a:pt x="1134" y="2982"/>
                      <a:pt x="1223" y="2982"/>
                    </a:cubicBezTo>
                    <a:cubicBezTo>
                      <a:pt x="2013" y="2982"/>
                      <a:pt x="2403" y="2020"/>
                      <a:pt x="2518" y="1024"/>
                    </a:cubicBezTo>
                    <a:cubicBezTo>
                      <a:pt x="2219" y="384"/>
                      <a:pt x="1835" y="0"/>
                      <a:pt x="1409" y="0"/>
                    </a:cubicBezTo>
                    <a:close/>
                  </a:path>
                </a:pathLst>
              </a:custGeom>
              <a:solidFill>
                <a:srgbClr val="FFAD6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69"/>
              <p:cNvSpPr/>
              <p:nvPr/>
            </p:nvSpPr>
            <p:spPr>
              <a:xfrm>
                <a:off x="9284983" y="2993065"/>
                <a:ext cx="24680" cy="28582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780" extrusionOk="0">
                    <a:moveTo>
                      <a:pt x="853" y="1"/>
                    </a:moveTo>
                    <a:cubicBezTo>
                      <a:pt x="427" y="1"/>
                      <a:pt x="86" y="598"/>
                      <a:pt x="0" y="1409"/>
                    </a:cubicBezTo>
                    <a:cubicBezTo>
                      <a:pt x="171" y="1579"/>
                      <a:pt x="384" y="1707"/>
                      <a:pt x="598" y="1750"/>
                    </a:cubicBezTo>
                    <a:cubicBezTo>
                      <a:pt x="667" y="1770"/>
                      <a:pt x="732" y="1779"/>
                      <a:pt x="793" y="1779"/>
                    </a:cubicBezTo>
                    <a:cubicBezTo>
                      <a:pt x="1252" y="1779"/>
                      <a:pt x="1461" y="1239"/>
                      <a:pt x="1536" y="598"/>
                    </a:cubicBezTo>
                    <a:cubicBezTo>
                      <a:pt x="1365" y="214"/>
                      <a:pt x="1152" y="1"/>
                      <a:pt x="853" y="1"/>
                    </a:cubicBezTo>
                    <a:close/>
                  </a:path>
                </a:pathLst>
              </a:custGeom>
              <a:solidFill>
                <a:srgbClr val="F2D39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69"/>
              <p:cNvSpPr/>
              <p:nvPr/>
            </p:nvSpPr>
            <p:spPr>
              <a:xfrm>
                <a:off x="9278817" y="3075279"/>
                <a:ext cx="26736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1195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86" y="683"/>
                      <a:pt x="427" y="1195"/>
                      <a:pt x="854" y="1195"/>
                    </a:cubicBezTo>
                    <a:cubicBezTo>
                      <a:pt x="1237" y="1195"/>
                      <a:pt x="1579" y="726"/>
                      <a:pt x="1664" y="128"/>
                    </a:cubicBezTo>
                    <a:lnTo>
                      <a:pt x="1664" y="128"/>
                    </a:lnTo>
                    <a:cubicBezTo>
                      <a:pt x="1493" y="384"/>
                      <a:pt x="1195" y="555"/>
                      <a:pt x="854" y="555"/>
                    </a:cubicBezTo>
                    <a:cubicBezTo>
                      <a:pt x="512" y="512"/>
                      <a:pt x="171" y="342"/>
                      <a:pt x="0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69"/>
              <p:cNvSpPr/>
              <p:nvPr/>
            </p:nvSpPr>
            <p:spPr>
              <a:xfrm>
                <a:off x="9293879" y="3036918"/>
                <a:ext cx="26045" cy="20586"/>
              </a:xfrm>
              <a:custGeom>
                <a:avLst/>
                <a:gdLst/>
                <a:ahLst/>
                <a:cxnLst/>
                <a:rect l="l" t="t" r="r" b="b"/>
                <a:pathLst>
                  <a:path w="1622" h="1282" extrusionOk="0">
                    <a:moveTo>
                      <a:pt x="1579" y="0"/>
                    </a:moveTo>
                    <a:lnTo>
                      <a:pt x="1579" y="0"/>
                    </a:lnTo>
                    <a:cubicBezTo>
                      <a:pt x="1451" y="299"/>
                      <a:pt x="1195" y="555"/>
                      <a:pt x="897" y="726"/>
                    </a:cubicBezTo>
                    <a:cubicBezTo>
                      <a:pt x="802" y="753"/>
                      <a:pt x="699" y="767"/>
                      <a:pt x="596" y="767"/>
                    </a:cubicBezTo>
                    <a:cubicBezTo>
                      <a:pt x="372" y="767"/>
                      <a:pt x="147" y="701"/>
                      <a:pt x="1" y="555"/>
                    </a:cubicBezTo>
                    <a:lnTo>
                      <a:pt x="1" y="555"/>
                    </a:lnTo>
                    <a:cubicBezTo>
                      <a:pt x="141" y="976"/>
                      <a:pt x="455" y="1282"/>
                      <a:pt x="776" y="1282"/>
                    </a:cubicBezTo>
                    <a:cubicBezTo>
                      <a:pt x="845" y="1282"/>
                      <a:pt x="914" y="1268"/>
                      <a:pt x="982" y="1237"/>
                    </a:cubicBezTo>
                    <a:cubicBezTo>
                      <a:pt x="1409" y="981"/>
                      <a:pt x="1622" y="512"/>
                      <a:pt x="1579" y="0"/>
                    </a:cubicBezTo>
                    <a:close/>
                  </a:path>
                </a:pathLst>
              </a:custGeom>
              <a:solidFill>
                <a:srgbClr val="EAC5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69"/>
              <p:cNvSpPr/>
              <p:nvPr/>
            </p:nvSpPr>
            <p:spPr>
              <a:xfrm>
                <a:off x="9208934" y="2856062"/>
                <a:ext cx="85651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897" extrusionOk="0">
                    <a:moveTo>
                      <a:pt x="300" y="1"/>
                    </a:moveTo>
                    <a:cubicBezTo>
                      <a:pt x="129" y="1"/>
                      <a:pt x="44" y="214"/>
                      <a:pt x="1" y="470"/>
                    </a:cubicBezTo>
                    <a:cubicBezTo>
                      <a:pt x="44" y="726"/>
                      <a:pt x="129" y="897"/>
                      <a:pt x="300" y="897"/>
                    </a:cubicBezTo>
                    <a:lnTo>
                      <a:pt x="5035" y="897"/>
                    </a:lnTo>
                    <a:cubicBezTo>
                      <a:pt x="5163" y="897"/>
                      <a:pt x="5291" y="726"/>
                      <a:pt x="5334" y="470"/>
                    </a:cubicBezTo>
                    <a:cubicBezTo>
                      <a:pt x="5291" y="214"/>
                      <a:pt x="5163" y="1"/>
                      <a:pt x="503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69"/>
              <p:cNvSpPr/>
              <p:nvPr/>
            </p:nvSpPr>
            <p:spPr>
              <a:xfrm>
                <a:off x="9312377" y="2856062"/>
                <a:ext cx="52765" cy="14404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897" extrusionOk="0">
                    <a:moveTo>
                      <a:pt x="214" y="1"/>
                    </a:moveTo>
                    <a:cubicBezTo>
                      <a:pt x="129" y="1"/>
                      <a:pt x="86" y="214"/>
                      <a:pt x="43" y="470"/>
                    </a:cubicBezTo>
                    <a:cubicBezTo>
                      <a:pt x="1" y="726"/>
                      <a:pt x="129" y="897"/>
                      <a:pt x="214" y="897"/>
                    </a:cubicBezTo>
                    <a:lnTo>
                      <a:pt x="3072" y="897"/>
                    </a:lnTo>
                    <a:cubicBezTo>
                      <a:pt x="3158" y="897"/>
                      <a:pt x="3243" y="726"/>
                      <a:pt x="3243" y="470"/>
                    </a:cubicBezTo>
                    <a:cubicBezTo>
                      <a:pt x="3286" y="214"/>
                      <a:pt x="3158" y="1"/>
                      <a:pt x="3072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69"/>
              <p:cNvSpPr/>
              <p:nvPr/>
            </p:nvSpPr>
            <p:spPr>
              <a:xfrm>
                <a:off x="9339097" y="2819499"/>
                <a:ext cx="47289" cy="17422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085" extrusionOk="0">
                    <a:moveTo>
                      <a:pt x="845" y="1"/>
                    </a:moveTo>
                    <a:cubicBezTo>
                      <a:pt x="387" y="1"/>
                      <a:pt x="73" y="96"/>
                      <a:pt x="43" y="273"/>
                    </a:cubicBezTo>
                    <a:cubicBezTo>
                      <a:pt x="0" y="529"/>
                      <a:pt x="555" y="870"/>
                      <a:pt x="1366" y="998"/>
                    </a:cubicBezTo>
                    <a:cubicBezTo>
                      <a:pt x="1644" y="1057"/>
                      <a:pt x="1907" y="1085"/>
                      <a:pt x="2134" y="1085"/>
                    </a:cubicBezTo>
                    <a:cubicBezTo>
                      <a:pt x="2569" y="1085"/>
                      <a:pt x="2873" y="981"/>
                      <a:pt x="2901" y="785"/>
                    </a:cubicBezTo>
                    <a:cubicBezTo>
                      <a:pt x="2944" y="529"/>
                      <a:pt x="2347" y="230"/>
                      <a:pt x="1536" y="59"/>
                    </a:cubicBezTo>
                    <a:cubicBezTo>
                      <a:pt x="1285" y="20"/>
                      <a:pt x="1051" y="1"/>
                      <a:pt x="845" y="1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69"/>
              <p:cNvSpPr/>
              <p:nvPr/>
            </p:nvSpPr>
            <p:spPr>
              <a:xfrm>
                <a:off x="9306901" y="2808805"/>
                <a:ext cx="30846" cy="10293"/>
              </a:xfrm>
              <a:custGeom>
                <a:avLst/>
                <a:gdLst/>
                <a:ahLst/>
                <a:cxnLst/>
                <a:rect l="l" t="t" r="r" b="b"/>
                <a:pathLst>
                  <a:path w="1921" h="641" extrusionOk="0">
                    <a:moveTo>
                      <a:pt x="939" y="0"/>
                    </a:moveTo>
                    <a:cubicBezTo>
                      <a:pt x="384" y="0"/>
                      <a:pt x="0" y="171"/>
                      <a:pt x="0" y="342"/>
                    </a:cubicBezTo>
                    <a:cubicBezTo>
                      <a:pt x="0" y="512"/>
                      <a:pt x="427" y="640"/>
                      <a:pt x="939" y="640"/>
                    </a:cubicBezTo>
                    <a:cubicBezTo>
                      <a:pt x="1494" y="640"/>
                      <a:pt x="1920" y="469"/>
                      <a:pt x="1920" y="299"/>
                    </a:cubicBezTo>
                    <a:cubicBezTo>
                      <a:pt x="1920" y="128"/>
                      <a:pt x="1451" y="0"/>
                      <a:pt x="939" y="0"/>
                    </a:cubicBezTo>
                    <a:close/>
                  </a:path>
                </a:pathLst>
              </a:custGeom>
              <a:solidFill>
                <a:srgbClr val="B593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242" name="Imagen 1">
            <a:extLst>
              <a:ext uri="{FF2B5EF4-FFF2-40B4-BE49-F238E27FC236}">
                <a16:creationId xmlns:a16="http://schemas.microsoft.com/office/drawing/2014/main" id="{5D190527-9EDB-9007-FB46-6081C30E7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559" y="1429860"/>
            <a:ext cx="6124575" cy="28860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1795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1" name="Google Shape;12111;p124"/>
          <p:cNvSpPr txBox="1">
            <a:spLocks noGrp="1"/>
          </p:cNvSpPr>
          <p:nvPr>
            <p:ph type="title"/>
          </p:nvPr>
        </p:nvSpPr>
        <p:spPr>
          <a:xfrm>
            <a:off x="775275" y="1510607"/>
            <a:ext cx="2793425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Gracias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12112" name="Google Shape;12112;p124"/>
          <p:cNvSpPr/>
          <p:nvPr/>
        </p:nvSpPr>
        <p:spPr>
          <a:xfrm>
            <a:off x="4" y="1017700"/>
            <a:ext cx="9143992" cy="78001"/>
          </a:xfrm>
          <a:custGeom>
            <a:avLst/>
            <a:gdLst/>
            <a:ahLst/>
            <a:cxnLst/>
            <a:rect l="l" t="t" r="r" b="b"/>
            <a:pathLst>
              <a:path w="27171" h="525" extrusionOk="0">
                <a:moveTo>
                  <a:pt x="1" y="1"/>
                </a:moveTo>
                <a:lnTo>
                  <a:pt x="1" y="525"/>
                </a:lnTo>
                <a:lnTo>
                  <a:pt x="27171" y="525"/>
                </a:lnTo>
                <a:lnTo>
                  <a:pt x="2717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13" name="Google Shape;12113;p124"/>
          <p:cNvGrpSpPr/>
          <p:nvPr/>
        </p:nvGrpSpPr>
        <p:grpSpPr>
          <a:xfrm>
            <a:off x="6814447" y="1312808"/>
            <a:ext cx="1616339" cy="2664605"/>
            <a:chOff x="5192925" y="2581600"/>
            <a:chExt cx="805150" cy="1327325"/>
          </a:xfrm>
        </p:grpSpPr>
        <p:sp>
          <p:nvSpPr>
            <p:cNvPr id="12114" name="Google Shape;12114;p124"/>
            <p:cNvSpPr/>
            <p:nvPr/>
          </p:nvSpPr>
          <p:spPr>
            <a:xfrm>
              <a:off x="5323400" y="2717275"/>
              <a:ext cx="415550" cy="695700"/>
            </a:xfrm>
            <a:custGeom>
              <a:avLst/>
              <a:gdLst/>
              <a:ahLst/>
              <a:cxnLst/>
              <a:rect l="l" t="t" r="r" b="b"/>
              <a:pathLst>
                <a:path w="16622" h="27828" extrusionOk="0">
                  <a:moveTo>
                    <a:pt x="0" y="1"/>
                  </a:moveTo>
                  <a:lnTo>
                    <a:pt x="0" y="27827"/>
                  </a:lnTo>
                  <a:lnTo>
                    <a:pt x="16622" y="27827"/>
                  </a:lnTo>
                  <a:lnTo>
                    <a:pt x="16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115" name="Google Shape;12115;p124"/>
            <p:cNvGrpSpPr/>
            <p:nvPr/>
          </p:nvGrpSpPr>
          <p:grpSpPr>
            <a:xfrm flipH="1">
              <a:off x="5323718" y="3222518"/>
              <a:ext cx="415568" cy="182280"/>
              <a:chOff x="6277350" y="2757650"/>
              <a:chExt cx="477225" cy="209325"/>
            </a:xfrm>
          </p:grpSpPr>
          <p:sp>
            <p:nvSpPr>
              <p:cNvPr id="12116" name="Google Shape;12116;p124"/>
              <p:cNvSpPr/>
              <p:nvPr/>
            </p:nvSpPr>
            <p:spPr>
              <a:xfrm>
                <a:off x="6645950" y="2778225"/>
                <a:ext cx="77325" cy="188750"/>
              </a:xfrm>
              <a:custGeom>
                <a:avLst/>
                <a:gdLst/>
                <a:ahLst/>
                <a:cxnLst/>
                <a:rect l="l" t="t" r="r" b="b"/>
                <a:pathLst>
                  <a:path w="3093" h="7550" extrusionOk="0">
                    <a:moveTo>
                      <a:pt x="181" y="1"/>
                    </a:moveTo>
                    <a:lnTo>
                      <a:pt x="0" y="7550"/>
                    </a:lnTo>
                    <a:lnTo>
                      <a:pt x="3092" y="7550"/>
                    </a:lnTo>
                    <a:lnTo>
                      <a:pt x="29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7" name="Google Shape;12117;p124"/>
              <p:cNvSpPr/>
              <p:nvPr/>
            </p:nvSpPr>
            <p:spPr>
              <a:xfrm>
                <a:off x="6714500" y="2778225"/>
                <a:ext cx="40075" cy="188750"/>
              </a:xfrm>
              <a:custGeom>
                <a:avLst/>
                <a:gdLst/>
                <a:ahLst/>
                <a:cxnLst/>
                <a:rect l="l" t="t" r="r" b="b"/>
                <a:pathLst>
                  <a:path w="1603" h="7550" extrusionOk="0">
                    <a:moveTo>
                      <a:pt x="147" y="1"/>
                    </a:moveTo>
                    <a:lnTo>
                      <a:pt x="0" y="7550"/>
                    </a:lnTo>
                    <a:lnTo>
                      <a:pt x="1603" y="7550"/>
                    </a:lnTo>
                    <a:lnTo>
                      <a:pt x="1591" y="215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8" name="Google Shape;12118;p124"/>
              <p:cNvSpPr/>
              <p:nvPr/>
            </p:nvSpPr>
            <p:spPr>
              <a:xfrm>
                <a:off x="6648200" y="2825050"/>
                <a:ext cx="31625" cy="141925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5677" extrusionOk="0">
                    <a:moveTo>
                      <a:pt x="0" y="1"/>
                    </a:moveTo>
                    <a:lnTo>
                      <a:pt x="136" y="5677"/>
                    </a:lnTo>
                    <a:lnTo>
                      <a:pt x="1264" y="5677"/>
                    </a:lnTo>
                    <a:lnTo>
                      <a:pt x="12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9" name="Google Shape;12119;p124"/>
              <p:cNvSpPr/>
              <p:nvPr/>
            </p:nvSpPr>
            <p:spPr>
              <a:xfrm>
                <a:off x="6671325" y="2825050"/>
                <a:ext cx="37825" cy="1419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5677" extrusionOk="0">
                    <a:moveTo>
                      <a:pt x="68" y="1"/>
                    </a:moveTo>
                    <a:lnTo>
                      <a:pt x="1" y="5677"/>
                    </a:lnTo>
                    <a:lnTo>
                      <a:pt x="1355" y="5677"/>
                    </a:lnTo>
                    <a:lnTo>
                      <a:pt x="15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0" name="Google Shape;12120;p124"/>
              <p:cNvSpPr/>
              <p:nvPr/>
            </p:nvSpPr>
            <p:spPr>
              <a:xfrm>
                <a:off x="6610950" y="2773425"/>
                <a:ext cx="35875" cy="193550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7742" extrusionOk="0">
                    <a:moveTo>
                      <a:pt x="1287" y="1"/>
                    </a:moveTo>
                    <a:lnTo>
                      <a:pt x="1" y="136"/>
                    </a:lnTo>
                    <a:lnTo>
                      <a:pt x="46" y="7742"/>
                    </a:lnTo>
                    <a:lnTo>
                      <a:pt x="1434" y="7742"/>
                    </a:lnTo>
                    <a:lnTo>
                      <a:pt x="12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1" name="Google Shape;12121;p124"/>
              <p:cNvSpPr/>
              <p:nvPr/>
            </p:nvSpPr>
            <p:spPr>
              <a:xfrm>
                <a:off x="6637750" y="2773425"/>
                <a:ext cx="29950" cy="193550"/>
              </a:xfrm>
              <a:custGeom>
                <a:avLst/>
                <a:gdLst/>
                <a:ahLst/>
                <a:cxnLst/>
                <a:rect l="l" t="t" r="r" b="b"/>
                <a:pathLst>
                  <a:path w="1198" h="7742" extrusionOk="0">
                    <a:moveTo>
                      <a:pt x="125" y="1"/>
                    </a:moveTo>
                    <a:lnTo>
                      <a:pt x="1" y="7742"/>
                    </a:lnTo>
                    <a:lnTo>
                      <a:pt x="1163" y="7742"/>
                    </a:lnTo>
                    <a:lnTo>
                      <a:pt x="1197" y="57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2" name="Google Shape;12122;p124"/>
              <p:cNvSpPr/>
              <p:nvPr/>
            </p:nvSpPr>
            <p:spPr>
              <a:xfrm>
                <a:off x="6537625" y="2757650"/>
                <a:ext cx="80425" cy="209325"/>
              </a:xfrm>
              <a:custGeom>
                <a:avLst/>
                <a:gdLst/>
                <a:ahLst/>
                <a:cxnLst/>
                <a:rect l="l" t="t" r="r" b="b"/>
                <a:pathLst>
                  <a:path w="3217" h="8373" extrusionOk="0">
                    <a:moveTo>
                      <a:pt x="0" y="0"/>
                    </a:moveTo>
                    <a:lnTo>
                      <a:pt x="124" y="8373"/>
                    </a:lnTo>
                    <a:lnTo>
                      <a:pt x="3058" y="8373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3" name="Google Shape;12123;p124"/>
              <p:cNvSpPr/>
              <p:nvPr/>
            </p:nvSpPr>
            <p:spPr>
              <a:xfrm>
                <a:off x="6610675" y="2757650"/>
                <a:ext cx="22600" cy="209325"/>
              </a:xfrm>
              <a:custGeom>
                <a:avLst/>
                <a:gdLst/>
                <a:ahLst/>
                <a:cxnLst/>
                <a:rect l="l" t="t" r="r" b="b"/>
                <a:pathLst>
                  <a:path w="904" h="8373" extrusionOk="0">
                    <a:moveTo>
                      <a:pt x="193" y="0"/>
                    </a:moveTo>
                    <a:lnTo>
                      <a:pt x="1" y="8373"/>
                    </a:lnTo>
                    <a:lnTo>
                      <a:pt x="870" y="8373"/>
                    </a:lnTo>
                    <a:lnTo>
                      <a:pt x="90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4" name="Google Shape;12124;p124"/>
              <p:cNvSpPr/>
              <p:nvPr/>
            </p:nvSpPr>
            <p:spPr>
              <a:xfrm>
                <a:off x="6486550" y="2763275"/>
                <a:ext cx="87475" cy="203700"/>
              </a:xfrm>
              <a:custGeom>
                <a:avLst/>
                <a:gdLst/>
                <a:ahLst/>
                <a:cxnLst/>
                <a:rect l="l" t="t" r="r" b="b"/>
                <a:pathLst>
                  <a:path w="3499" h="8148" extrusionOk="0">
                    <a:moveTo>
                      <a:pt x="1" y="1"/>
                    </a:moveTo>
                    <a:lnTo>
                      <a:pt x="102" y="8148"/>
                    </a:lnTo>
                    <a:lnTo>
                      <a:pt x="3499" y="8148"/>
                    </a:lnTo>
                    <a:lnTo>
                      <a:pt x="3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5" name="Google Shape;12125;p124"/>
              <p:cNvSpPr/>
              <p:nvPr/>
            </p:nvSpPr>
            <p:spPr>
              <a:xfrm>
                <a:off x="6559325" y="2763275"/>
                <a:ext cx="45725" cy="203700"/>
              </a:xfrm>
              <a:custGeom>
                <a:avLst/>
                <a:gdLst/>
                <a:ahLst/>
                <a:cxnLst/>
                <a:rect l="l" t="t" r="r" b="b"/>
                <a:pathLst>
                  <a:path w="1829" h="8148" extrusionOk="0">
                    <a:moveTo>
                      <a:pt x="193" y="1"/>
                    </a:moveTo>
                    <a:lnTo>
                      <a:pt x="1" y="8148"/>
                    </a:lnTo>
                    <a:lnTo>
                      <a:pt x="1773" y="8148"/>
                    </a:lnTo>
                    <a:lnTo>
                      <a:pt x="1829" y="193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6" name="Google Shape;12126;p124"/>
              <p:cNvSpPr/>
              <p:nvPr/>
            </p:nvSpPr>
            <p:spPr>
              <a:xfrm>
                <a:off x="6615475" y="2955100"/>
                <a:ext cx="1300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520" h="317" extrusionOk="0">
                    <a:moveTo>
                      <a:pt x="1" y="1"/>
                    </a:moveTo>
                    <a:lnTo>
                      <a:pt x="1" y="317"/>
                    </a:lnTo>
                    <a:lnTo>
                      <a:pt x="520" y="317"/>
                    </a:lnTo>
                    <a:lnTo>
                      <a:pt x="5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7" name="Google Shape;12127;p124"/>
              <p:cNvSpPr/>
              <p:nvPr/>
            </p:nvSpPr>
            <p:spPr>
              <a:xfrm>
                <a:off x="6621125" y="2764975"/>
                <a:ext cx="7350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306" extrusionOk="0">
                    <a:moveTo>
                      <a:pt x="0" y="0"/>
                    </a:moveTo>
                    <a:lnTo>
                      <a:pt x="0" y="305"/>
                    </a:lnTo>
                    <a:lnTo>
                      <a:pt x="294" y="305"/>
                    </a:lnTo>
                    <a:lnTo>
                      <a:pt x="2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8" name="Google Shape;12128;p124"/>
              <p:cNvSpPr/>
              <p:nvPr/>
            </p:nvSpPr>
            <p:spPr>
              <a:xfrm>
                <a:off x="6570900" y="2950875"/>
                <a:ext cx="2965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441" extrusionOk="0">
                    <a:moveTo>
                      <a:pt x="1" y="1"/>
                    </a:moveTo>
                    <a:lnTo>
                      <a:pt x="1" y="441"/>
                    </a:lnTo>
                    <a:lnTo>
                      <a:pt x="1185" y="441"/>
                    </a:lnTo>
                    <a:lnTo>
                      <a:pt x="11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9" name="Google Shape;12129;p124"/>
              <p:cNvSpPr/>
              <p:nvPr/>
            </p:nvSpPr>
            <p:spPr>
              <a:xfrm>
                <a:off x="6685425" y="2855250"/>
                <a:ext cx="9075" cy="8492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3397" extrusionOk="0">
                    <a:moveTo>
                      <a:pt x="46" y="0"/>
                    </a:moveTo>
                    <a:lnTo>
                      <a:pt x="1" y="3397"/>
                    </a:lnTo>
                    <a:lnTo>
                      <a:pt x="317" y="3397"/>
                    </a:lnTo>
                    <a:lnTo>
                      <a:pt x="3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0" name="Google Shape;12130;p124"/>
              <p:cNvSpPr/>
              <p:nvPr/>
            </p:nvSpPr>
            <p:spPr>
              <a:xfrm>
                <a:off x="6681775" y="2832125"/>
                <a:ext cx="1920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768" y="440"/>
                    </a:lnTo>
                    <a:lnTo>
                      <a:pt x="7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1" name="Google Shape;12131;p124"/>
              <p:cNvSpPr/>
              <p:nvPr/>
            </p:nvSpPr>
            <p:spPr>
              <a:xfrm>
                <a:off x="6643400" y="2950325"/>
                <a:ext cx="20625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825" h="441" extrusionOk="0">
                    <a:moveTo>
                      <a:pt x="1" y="0"/>
                    </a:moveTo>
                    <a:lnTo>
                      <a:pt x="1" y="440"/>
                    </a:lnTo>
                    <a:lnTo>
                      <a:pt x="824" y="440"/>
                    </a:lnTo>
                    <a:lnTo>
                      <a:pt x="8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2" name="Google Shape;12132;p124"/>
              <p:cNvSpPr/>
              <p:nvPr/>
            </p:nvSpPr>
            <p:spPr>
              <a:xfrm>
                <a:off x="6645375" y="2779650"/>
                <a:ext cx="1950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780" h="486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779" y="485"/>
                    </a:lnTo>
                    <a:lnTo>
                      <a:pt x="779" y="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3" name="Google Shape;12133;p124"/>
              <p:cNvSpPr/>
              <p:nvPr/>
            </p:nvSpPr>
            <p:spPr>
              <a:xfrm>
                <a:off x="6677825" y="2950325"/>
                <a:ext cx="2315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926" y="440"/>
                    </a:lnTo>
                    <a:lnTo>
                      <a:pt x="9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4" name="Google Shape;12134;p124"/>
              <p:cNvSpPr/>
              <p:nvPr/>
            </p:nvSpPr>
            <p:spPr>
              <a:xfrm>
                <a:off x="6720700" y="2950875"/>
                <a:ext cx="2965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441" extrusionOk="0">
                    <a:moveTo>
                      <a:pt x="1" y="1"/>
                    </a:moveTo>
                    <a:lnTo>
                      <a:pt x="1" y="441"/>
                    </a:lnTo>
                    <a:lnTo>
                      <a:pt x="1185" y="441"/>
                    </a:lnTo>
                    <a:lnTo>
                      <a:pt x="11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5" name="Google Shape;12135;p124"/>
              <p:cNvSpPr/>
              <p:nvPr/>
            </p:nvSpPr>
            <p:spPr>
              <a:xfrm>
                <a:off x="6570900" y="2929450"/>
                <a:ext cx="2965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317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1185" y="316"/>
                    </a:lnTo>
                    <a:lnTo>
                      <a:pt x="11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6" name="Google Shape;12136;p124"/>
              <p:cNvSpPr/>
              <p:nvPr/>
            </p:nvSpPr>
            <p:spPr>
              <a:xfrm>
                <a:off x="6579650" y="2773150"/>
                <a:ext cx="2090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836" h="317" extrusionOk="0">
                    <a:moveTo>
                      <a:pt x="0" y="1"/>
                    </a:moveTo>
                    <a:lnTo>
                      <a:pt x="0" y="317"/>
                    </a:lnTo>
                    <a:lnTo>
                      <a:pt x="835" y="317"/>
                    </a:lnTo>
                    <a:lnTo>
                      <a:pt x="8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7" name="Google Shape;12137;p124"/>
              <p:cNvSpPr/>
              <p:nvPr/>
            </p:nvSpPr>
            <p:spPr>
              <a:xfrm>
                <a:off x="6575700" y="2791500"/>
                <a:ext cx="2485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994" h="317" extrusionOk="0">
                    <a:moveTo>
                      <a:pt x="0" y="0"/>
                    </a:moveTo>
                    <a:lnTo>
                      <a:pt x="0" y="316"/>
                    </a:lnTo>
                    <a:lnTo>
                      <a:pt x="993" y="316"/>
                    </a:lnTo>
                    <a:lnTo>
                      <a:pt x="99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8" name="Google Shape;12138;p124"/>
              <p:cNvSpPr/>
              <p:nvPr/>
            </p:nvSpPr>
            <p:spPr>
              <a:xfrm>
                <a:off x="6620550" y="2941850"/>
                <a:ext cx="595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38" h="317" extrusionOk="0">
                    <a:moveTo>
                      <a:pt x="1" y="1"/>
                    </a:moveTo>
                    <a:lnTo>
                      <a:pt x="1" y="317"/>
                    </a:lnTo>
                    <a:lnTo>
                      <a:pt x="238" y="317"/>
                    </a:lnTo>
                    <a:lnTo>
                      <a:pt x="2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9" name="Google Shape;12139;p124"/>
              <p:cNvSpPr/>
              <p:nvPr/>
            </p:nvSpPr>
            <p:spPr>
              <a:xfrm>
                <a:off x="6447350" y="2762725"/>
                <a:ext cx="70250" cy="204250"/>
              </a:xfrm>
              <a:custGeom>
                <a:avLst/>
                <a:gdLst/>
                <a:ahLst/>
                <a:cxnLst/>
                <a:rect l="l" t="t" r="r" b="b"/>
                <a:pathLst>
                  <a:path w="2810" h="8170" extrusionOk="0">
                    <a:moveTo>
                      <a:pt x="0" y="0"/>
                    </a:moveTo>
                    <a:lnTo>
                      <a:pt x="113" y="8170"/>
                    </a:lnTo>
                    <a:lnTo>
                      <a:pt x="2810" y="8170"/>
                    </a:lnTo>
                    <a:lnTo>
                      <a:pt x="27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0" name="Google Shape;12140;p124"/>
              <p:cNvSpPr/>
              <p:nvPr/>
            </p:nvSpPr>
            <p:spPr>
              <a:xfrm>
                <a:off x="6393450" y="2783025"/>
                <a:ext cx="67450" cy="183950"/>
              </a:xfrm>
              <a:custGeom>
                <a:avLst/>
                <a:gdLst/>
                <a:ahLst/>
                <a:cxnLst/>
                <a:rect l="l" t="t" r="r" b="b"/>
                <a:pathLst>
                  <a:path w="2698" h="7358" extrusionOk="0">
                    <a:moveTo>
                      <a:pt x="396" y="1"/>
                    </a:moveTo>
                    <a:lnTo>
                      <a:pt x="1" y="7358"/>
                    </a:lnTo>
                    <a:lnTo>
                      <a:pt x="2698" y="7358"/>
                    </a:lnTo>
                    <a:lnTo>
                      <a:pt x="26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1" name="Google Shape;12141;p124"/>
              <p:cNvSpPr/>
              <p:nvPr/>
            </p:nvSpPr>
            <p:spPr>
              <a:xfrm>
                <a:off x="6322375" y="2762725"/>
                <a:ext cx="95075" cy="204250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8170" extrusionOk="0">
                    <a:moveTo>
                      <a:pt x="124" y="0"/>
                    </a:moveTo>
                    <a:lnTo>
                      <a:pt x="0" y="8170"/>
                    </a:lnTo>
                    <a:lnTo>
                      <a:pt x="3464" y="8170"/>
                    </a:lnTo>
                    <a:lnTo>
                      <a:pt x="380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2" name="Google Shape;12142;p124"/>
              <p:cNvSpPr/>
              <p:nvPr/>
            </p:nvSpPr>
            <p:spPr>
              <a:xfrm>
                <a:off x="6506300" y="2762725"/>
                <a:ext cx="38100" cy="204250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170" extrusionOk="0">
                    <a:moveTo>
                      <a:pt x="316" y="0"/>
                    </a:moveTo>
                    <a:lnTo>
                      <a:pt x="1" y="8170"/>
                    </a:lnTo>
                    <a:lnTo>
                      <a:pt x="1467" y="8170"/>
                    </a:lnTo>
                    <a:lnTo>
                      <a:pt x="15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3" name="Google Shape;12143;p124"/>
              <p:cNvSpPr/>
              <p:nvPr/>
            </p:nvSpPr>
            <p:spPr>
              <a:xfrm>
                <a:off x="6452125" y="2783025"/>
                <a:ext cx="50250" cy="183950"/>
              </a:xfrm>
              <a:custGeom>
                <a:avLst/>
                <a:gdLst/>
                <a:ahLst/>
                <a:cxnLst/>
                <a:rect l="l" t="t" r="r" b="b"/>
                <a:pathLst>
                  <a:path w="2010" h="7358" extrusionOk="0">
                    <a:moveTo>
                      <a:pt x="182" y="1"/>
                    </a:moveTo>
                    <a:lnTo>
                      <a:pt x="1" y="7358"/>
                    </a:lnTo>
                    <a:lnTo>
                      <a:pt x="1919" y="7358"/>
                    </a:lnTo>
                    <a:lnTo>
                      <a:pt x="201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4" name="Google Shape;12144;p124"/>
              <p:cNvSpPr/>
              <p:nvPr/>
            </p:nvSpPr>
            <p:spPr>
              <a:xfrm>
                <a:off x="6391775" y="2762725"/>
                <a:ext cx="50225" cy="204250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8170" extrusionOk="0">
                    <a:moveTo>
                      <a:pt x="0" y="0"/>
                    </a:moveTo>
                    <a:lnTo>
                      <a:pt x="181" y="8170"/>
                    </a:lnTo>
                    <a:lnTo>
                      <a:pt x="2009" y="8170"/>
                    </a:lnTo>
                    <a:lnTo>
                      <a:pt x="19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5" name="Google Shape;12145;p124"/>
              <p:cNvSpPr/>
              <p:nvPr/>
            </p:nvSpPr>
            <p:spPr>
              <a:xfrm>
                <a:off x="6515900" y="2928300"/>
                <a:ext cx="20325" cy="124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498" extrusionOk="0">
                    <a:moveTo>
                      <a:pt x="0" y="1"/>
                    </a:moveTo>
                    <a:lnTo>
                      <a:pt x="0" y="497"/>
                    </a:lnTo>
                    <a:lnTo>
                      <a:pt x="813" y="497"/>
                    </a:lnTo>
                    <a:lnTo>
                      <a:pt x="8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6" name="Google Shape;12146;p124"/>
              <p:cNvSpPr/>
              <p:nvPr/>
            </p:nvSpPr>
            <p:spPr>
              <a:xfrm>
                <a:off x="6515900" y="2948350"/>
                <a:ext cx="2032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508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813" y="508"/>
                    </a:lnTo>
                    <a:lnTo>
                      <a:pt x="8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7" name="Google Shape;12147;p124"/>
              <p:cNvSpPr/>
              <p:nvPr/>
            </p:nvSpPr>
            <p:spPr>
              <a:xfrm>
                <a:off x="6459750" y="2928300"/>
                <a:ext cx="36975" cy="12450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498" extrusionOk="0">
                    <a:moveTo>
                      <a:pt x="1" y="1"/>
                    </a:moveTo>
                    <a:lnTo>
                      <a:pt x="1" y="497"/>
                    </a:lnTo>
                    <a:lnTo>
                      <a:pt x="1479" y="497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8" name="Google Shape;12148;p124"/>
              <p:cNvSpPr/>
              <p:nvPr/>
            </p:nvSpPr>
            <p:spPr>
              <a:xfrm>
                <a:off x="6459750" y="2948350"/>
                <a:ext cx="3697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508" extrusionOk="0">
                    <a:moveTo>
                      <a:pt x="1" y="0"/>
                    </a:moveTo>
                    <a:lnTo>
                      <a:pt x="1" y="508"/>
                    </a:lnTo>
                    <a:lnTo>
                      <a:pt x="1479" y="508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9" name="Google Shape;12149;p124"/>
              <p:cNvSpPr/>
              <p:nvPr/>
            </p:nvSpPr>
            <p:spPr>
              <a:xfrm>
                <a:off x="6399100" y="2767225"/>
                <a:ext cx="36425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847" extrusionOk="0">
                    <a:moveTo>
                      <a:pt x="1456" y="1"/>
                    </a:moveTo>
                    <a:lnTo>
                      <a:pt x="1" y="46"/>
                    </a:lnTo>
                    <a:lnTo>
                      <a:pt x="1" y="847"/>
                    </a:lnTo>
                    <a:lnTo>
                      <a:pt x="1456" y="802"/>
                    </a:lnTo>
                    <a:lnTo>
                      <a:pt x="14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0" name="Google Shape;12150;p124"/>
              <p:cNvSpPr/>
              <p:nvPr/>
            </p:nvSpPr>
            <p:spPr>
              <a:xfrm>
                <a:off x="6404175" y="2939325"/>
                <a:ext cx="31900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847" extrusionOk="0">
                    <a:moveTo>
                      <a:pt x="1276" y="0"/>
                    </a:moveTo>
                    <a:lnTo>
                      <a:pt x="1" y="45"/>
                    </a:lnTo>
                    <a:lnTo>
                      <a:pt x="1" y="846"/>
                    </a:lnTo>
                    <a:lnTo>
                      <a:pt x="1276" y="801"/>
                    </a:lnTo>
                    <a:lnTo>
                      <a:pt x="127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1" name="Google Shape;12151;p124"/>
              <p:cNvSpPr/>
              <p:nvPr/>
            </p:nvSpPr>
            <p:spPr>
              <a:xfrm>
                <a:off x="6471325" y="2794875"/>
                <a:ext cx="1470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701" extrusionOk="0">
                    <a:moveTo>
                      <a:pt x="294" y="1"/>
                    </a:moveTo>
                    <a:cubicBezTo>
                      <a:pt x="136" y="1"/>
                      <a:pt x="0" y="158"/>
                      <a:pt x="0" y="350"/>
                    </a:cubicBezTo>
                    <a:cubicBezTo>
                      <a:pt x="0" y="542"/>
                      <a:pt x="136" y="700"/>
                      <a:pt x="294" y="700"/>
                    </a:cubicBezTo>
                    <a:cubicBezTo>
                      <a:pt x="452" y="700"/>
                      <a:pt x="587" y="542"/>
                      <a:pt x="587" y="350"/>
                    </a:cubicBezTo>
                    <a:cubicBezTo>
                      <a:pt x="587" y="158"/>
                      <a:pt x="452" y="1"/>
                      <a:pt x="2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2" name="Google Shape;12152;p124"/>
              <p:cNvSpPr/>
              <p:nvPr/>
            </p:nvSpPr>
            <p:spPr>
              <a:xfrm>
                <a:off x="6522675" y="2770325"/>
                <a:ext cx="1440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576" h="701" extrusionOk="0">
                    <a:moveTo>
                      <a:pt x="293" y="1"/>
                    </a:moveTo>
                    <a:cubicBezTo>
                      <a:pt x="135" y="1"/>
                      <a:pt x="0" y="159"/>
                      <a:pt x="0" y="351"/>
                    </a:cubicBezTo>
                    <a:cubicBezTo>
                      <a:pt x="0" y="542"/>
                      <a:pt x="135" y="700"/>
                      <a:pt x="293" y="700"/>
                    </a:cubicBezTo>
                    <a:cubicBezTo>
                      <a:pt x="451" y="700"/>
                      <a:pt x="576" y="542"/>
                      <a:pt x="576" y="351"/>
                    </a:cubicBezTo>
                    <a:cubicBezTo>
                      <a:pt x="576" y="159"/>
                      <a:pt x="451" y="1"/>
                      <a:pt x="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3" name="Google Shape;12153;p124"/>
              <p:cNvSpPr/>
              <p:nvPr/>
            </p:nvSpPr>
            <p:spPr>
              <a:xfrm>
                <a:off x="6277350" y="2757650"/>
                <a:ext cx="80425" cy="209325"/>
              </a:xfrm>
              <a:custGeom>
                <a:avLst/>
                <a:gdLst/>
                <a:ahLst/>
                <a:cxnLst/>
                <a:rect l="l" t="t" r="r" b="b"/>
                <a:pathLst>
                  <a:path w="3217" h="8373" extrusionOk="0">
                    <a:moveTo>
                      <a:pt x="0" y="0"/>
                    </a:moveTo>
                    <a:lnTo>
                      <a:pt x="125" y="8373"/>
                    </a:lnTo>
                    <a:lnTo>
                      <a:pt x="3059" y="8373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4" name="Google Shape;12154;p124"/>
              <p:cNvSpPr/>
              <p:nvPr/>
            </p:nvSpPr>
            <p:spPr>
              <a:xfrm>
                <a:off x="6351450" y="2757650"/>
                <a:ext cx="22575" cy="209325"/>
              </a:xfrm>
              <a:custGeom>
                <a:avLst/>
                <a:gdLst/>
                <a:ahLst/>
                <a:cxnLst/>
                <a:rect l="l" t="t" r="r" b="b"/>
                <a:pathLst>
                  <a:path w="903" h="8373" extrusionOk="0">
                    <a:moveTo>
                      <a:pt x="192" y="0"/>
                    </a:moveTo>
                    <a:lnTo>
                      <a:pt x="0" y="8373"/>
                    </a:lnTo>
                    <a:lnTo>
                      <a:pt x="869" y="8373"/>
                    </a:lnTo>
                    <a:lnTo>
                      <a:pt x="90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5" name="Google Shape;12155;p124"/>
              <p:cNvSpPr/>
              <p:nvPr/>
            </p:nvSpPr>
            <p:spPr>
              <a:xfrm>
                <a:off x="6354925" y="2955100"/>
                <a:ext cx="1330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317" extrusionOk="0">
                    <a:moveTo>
                      <a:pt x="1" y="1"/>
                    </a:moveTo>
                    <a:lnTo>
                      <a:pt x="1" y="317"/>
                    </a:lnTo>
                    <a:lnTo>
                      <a:pt x="531" y="317"/>
                    </a:lnTo>
                    <a:lnTo>
                      <a:pt x="5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6" name="Google Shape;12156;p124"/>
              <p:cNvSpPr/>
              <p:nvPr/>
            </p:nvSpPr>
            <p:spPr>
              <a:xfrm>
                <a:off x="6360850" y="2764975"/>
                <a:ext cx="737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06" extrusionOk="0">
                    <a:moveTo>
                      <a:pt x="1" y="0"/>
                    </a:moveTo>
                    <a:lnTo>
                      <a:pt x="1" y="305"/>
                    </a:lnTo>
                    <a:lnTo>
                      <a:pt x="294" y="305"/>
                    </a:lnTo>
                    <a:lnTo>
                      <a:pt x="2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57" name="Google Shape;12157;p124"/>
            <p:cNvGrpSpPr/>
            <p:nvPr/>
          </p:nvGrpSpPr>
          <p:grpSpPr>
            <a:xfrm>
              <a:off x="5318956" y="2774355"/>
              <a:ext cx="415568" cy="182280"/>
              <a:chOff x="6277350" y="2757650"/>
              <a:chExt cx="477225" cy="209325"/>
            </a:xfrm>
          </p:grpSpPr>
          <p:sp>
            <p:nvSpPr>
              <p:cNvPr id="12158" name="Google Shape;12158;p124"/>
              <p:cNvSpPr/>
              <p:nvPr/>
            </p:nvSpPr>
            <p:spPr>
              <a:xfrm>
                <a:off x="6645950" y="2778225"/>
                <a:ext cx="77325" cy="188750"/>
              </a:xfrm>
              <a:custGeom>
                <a:avLst/>
                <a:gdLst/>
                <a:ahLst/>
                <a:cxnLst/>
                <a:rect l="l" t="t" r="r" b="b"/>
                <a:pathLst>
                  <a:path w="3093" h="7550" extrusionOk="0">
                    <a:moveTo>
                      <a:pt x="181" y="1"/>
                    </a:moveTo>
                    <a:lnTo>
                      <a:pt x="0" y="7550"/>
                    </a:lnTo>
                    <a:lnTo>
                      <a:pt x="3092" y="7550"/>
                    </a:lnTo>
                    <a:lnTo>
                      <a:pt x="291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9" name="Google Shape;12159;p124"/>
              <p:cNvSpPr/>
              <p:nvPr/>
            </p:nvSpPr>
            <p:spPr>
              <a:xfrm>
                <a:off x="6714500" y="2778225"/>
                <a:ext cx="40075" cy="188750"/>
              </a:xfrm>
              <a:custGeom>
                <a:avLst/>
                <a:gdLst/>
                <a:ahLst/>
                <a:cxnLst/>
                <a:rect l="l" t="t" r="r" b="b"/>
                <a:pathLst>
                  <a:path w="1603" h="7550" extrusionOk="0">
                    <a:moveTo>
                      <a:pt x="147" y="1"/>
                    </a:moveTo>
                    <a:lnTo>
                      <a:pt x="0" y="7550"/>
                    </a:lnTo>
                    <a:lnTo>
                      <a:pt x="1603" y="7550"/>
                    </a:lnTo>
                    <a:lnTo>
                      <a:pt x="1591" y="215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0" name="Google Shape;12160;p124"/>
              <p:cNvSpPr/>
              <p:nvPr/>
            </p:nvSpPr>
            <p:spPr>
              <a:xfrm>
                <a:off x="6648200" y="2825050"/>
                <a:ext cx="31625" cy="141925"/>
              </a:xfrm>
              <a:custGeom>
                <a:avLst/>
                <a:gdLst/>
                <a:ahLst/>
                <a:cxnLst/>
                <a:rect l="l" t="t" r="r" b="b"/>
                <a:pathLst>
                  <a:path w="1265" h="5677" extrusionOk="0">
                    <a:moveTo>
                      <a:pt x="0" y="1"/>
                    </a:moveTo>
                    <a:lnTo>
                      <a:pt x="136" y="5677"/>
                    </a:lnTo>
                    <a:lnTo>
                      <a:pt x="1264" y="5677"/>
                    </a:lnTo>
                    <a:lnTo>
                      <a:pt x="12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1" name="Google Shape;12161;p124"/>
              <p:cNvSpPr/>
              <p:nvPr/>
            </p:nvSpPr>
            <p:spPr>
              <a:xfrm>
                <a:off x="6671325" y="2825050"/>
                <a:ext cx="37825" cy="141925"/>
              </a:xfrm>
              <a:custGeom>
                <a:avLst/>
                <a:gdLst/>
                <a:ahLst/>
                <a:cxnLst/>
                <a:rect l="l" t="t" r="r" b="b"/>
                <a:pathLst>
                  <a:path w="1513" h="5677" extrusionOk="0">
                    <a:moveTo>
                      <a:pt x="68" y="1"/>
                    </a:moveTo>
                    <a:lnTo>
                      <a:pt x="1" y="5677"/>
                    </a:lnTo>
                    <a:lnTo>
                      <a:pt x="1355" y="5677"/>
                    </a:lnTo>
                    <a:lnTo>
                      <a:pt x="15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2" name="Google Shape;12162;p124"/>
              <p:cNvSpPr/>
              <p:nvPr/>
            </p:nvSpPr>
            <p:spPr>
              <a:xfrm>
                <a:off x="6610950" y="2773425"/>
                <a:ext cx="35875" cy="193550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7742" extrusionOk="0">
                    <a:moveTo>
                      <a:pt x="1287" y="1"/>
                    </a:moveTo>
                    <a:lnTo>
                      <a:pt x="1" y="136"/>
                    </a:lnTo>
                    <a:lnTo>
                      <a:pt x="46" y="7742"/>
                    </a:lnTo>
                    <a:lnTo>
                      <a:pt x="1434" y="7742"/>
                    </a:lnTo>
                    <a:lnTo>
                      <a:pt x="128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3" name="Google Shape;12163;p124"/>
              <p:cNvSpPr/>
              <p:nvPr/>
            </p:nvSpPr>
            <p:spPr>
              <a:xfrm>
                <a:off x="6637750" y="2773425"/>
                <a:ext cx="29950" cy="193550"/>
              </a:xfrm>
              <a:custGeom>
                <a:avLst/>
                <a:gdLst/>
                <a:ahLst/>
                <a:cxnLst/>
                <a:rect l="l" t="t" r="r" b="b"/>
                <a:pathLst>
                  <a:path w="1198" h="7742" extrusionOk="0">
                    <a:moveTo>
                      <a:pt x="125" y="1"/>
                    </a:moveTo>
                    <a:lnTo>
                      <a:pt x="1" y="7742"/>
                    </a:lnTo>
                    <a:lnTo>
                      <a:pt x="1163" y="7742"/>
                    </a:lnTo>
                    <a:lnTo>
                      <a:pt x="1197" y="57"/>
                    </a:lnTo>
                    <a:lnTo>
                      <a:pt x="12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4" name="Google Shape;12164;p124"/>
              <p:cNvSpPr/>
              <p:nvPr/>
            </p:nvSpPr>
            <p:spPr>
              <a:xfrm>
                <a:off x="6537625" y="2757650"/>
                <a:ext cx="80425" cy="209325"/>
              </a:xfrm>
              <a:custGeom>
                <a:avLst/>
                <a:gdLst/>
                <a:ahLst/>
                <a:cxnLst/>
                <a:rect l="l" t="t" r="r" b="b"/>
                <a:pathLst>
                  <a:path w="3217" h="8373" extrusionOk="0">
                    <a:moveTo>
                      <a:pt x="0" y="0"/>
                    </a:moveTo>
                    <a:lnTo>
                      <a:pt x="124" y="8373"/>
                    </a:lnTo>
                    <a:lnTo>
                      <a:pt x="3058" y="8373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5" name="Google Shape;12165;p124"/>
              <p:cNvSpPr/>
              <p:nvPr/>
            </p:nvSpPr>
            <p:spPr>
              <a:xfrm>
                <a:off x="6610675" y="2757650"/>
                <a:ext cx="22600" cy="209325"/>
              </a:xfrm>
              <a:custGeom>
                <a:avLst/>
                <a:gdLst/>
                <a:ahLst/>
                <a:cxnLst/>
                <a:rect l="l" t="t" r="r" b="b"/>
                <a:pathLst>
                  <a:path w="904" h="8373" extrusionOk="0">
                    <a:moveTo>
                      <a:pt x="193" y="0"/>
                    </a:moveTo>
                    <a:lnTo>
                      <a:pt x="1" y="8373"/>
                    </a:lnTo>
                    <a:lnTo>
                      <a:pt x="870" y="8373"/>
                    </a:lnTo>
                    <a:lnTo>
                      <a:pt x="90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6" name="Google Shape;12166;p124"/>
              <p:cNvSpPr/>
              <p:nvPr/>
            </p:nvSpPr>
            <p:spPr>
              <a:xfrm>
                <a:off x="6486550" y="2763275"/>
                <a:ext cx="87475" cy="203700"/>
              </a:xfrm>
              <a:custGeom>
                <a:avLst/>
                <a:gdLst/>
                <a:ahLst/>
                <a:cxnLst/>
                <a:rect l="l" t="t" r="r" b="b"/>
                <a:pathLst>
                  <a:path w="3499" h="8148" extrusionOk="0">
                    <a:moveTo>
                      <a:pt x="1" y="1"/>
                    </a:moveTo>
                    <a:lnTo>
                      <a:pt x="102" y="8148"/>
                    </a:lnTo>
                    <a:lnTo>
                      <a:pt x="3499" y="8148"/>
                    </a:lnTo>
                    <a:lnTo>
                      <a:pt x="3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7" name="Google Shape;12167;p124"/>
              <p:cNvSpPr/>
              <p:nvPr/>
            </p:nvSpPr>
            <p:spPr>
              <a:xfrm>
                <a:off x="6559325" y="2763275"/>
                <a:ext cx="45725" cy="203700"/>
              </a:xfrm>
              <a:custGeom>
                <a:avLst/>
                <a:gdLst/>
                <a:ahLst/>
                <a:cxnLst/>
                <a:rect l="l" t="t" r="r" b="b"/>
                <a:pathLst>
                  <a:path w="1829" h="8148" extrusionOk="0">
                    <a:moveTo>
                      <a:pt x="193" y="1"/>
                    </a:moveTo>
                    <a:lnTo>
                      <a:pt x="1" y="8148"/>
                    </a:lnTo>
                    <a:lnTo>
                      <a:pt x="1773" y="8148"/>
                    </a:lnTo>
                    <a:lnTo>
                      <a:pt x="1829" y="193"/>
                    </a:lnTo>
                    <a:lnTo>
                      <a:pt x="19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8" name="Google Shape;12168;p124"/>
              <p:cNvSpPr/>
              <p:nvPr/>
            </p:nvSpPr>
            <p:spPr>
              <a:xfrm>
                <a:off x="6615475" y="2955100"/>
                <a:ext cx="1300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520" h="317" extrusionOk="0">
                    <a:moveTo>
                      <a:pt x="1" y="1"/>
                    </a:moveTo>
                    <a:lnTo>
                      <a:pt x="1" y="317"/>
                    </a:lnTo>
                    <a:lnTo>
                      <a:pt x="520" y="317"/>
                    </a:lnTo>
                    <a:lnTo>
                      <a:pt x="5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9" name="Google Shape;12169;p124"/>
              <p:cNvSpPr/>
              <p:nvPr/>
            </p:nvSpPr>
            <p:spPr>
              <a:xfrm>
                <a:off x="6621125" y="2764975"/>
                <a:ext cx="7350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294" h="306" extrusionOk="0">
                    <a:moveTo>
                      <a:pt x="0" y="0"/>
                    </a:moveTo>
                    <a:lnTo>
                      <a:pt x="0" y="305"/>
                    </a:lnTo>
                    <a:lnTo>
                      <a:pt x="294" y="305"/>
                    </a:lnTo>
                    <a:lnTo>
                      <a:pt x="2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0" name="Google Shape;12170;p124"/>
              <p:cNvSpPr/>
              <p:nvPr/>
            </p:nvSpPr>
            <p:spPr>
              <a:xfrm>
                <a:off x="6570900" y="2950875"/>
                <a:ext cx="2965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441" extrusionOk="0">
                    <a:moveTo>
                      <a:pt x="1" y="1"/>
                    </a:moveTo>
                    <a:lnTo>
                      <a:pt x="1" y="441"/>
                    </a:lnTo>
                    <a:lnTo>
                      <a:pt x="1185" y="441"/>
                    </a:lnTo>
                    <a:lnTo>
                      <a:pt x="11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1" name="Google Shape;12171;p124"/>
              <p:cNvSpPr/>
              <p:nvPr/>
            </p:nvSpPr>
            <p:spPr>
              <a:xfrm>
                <a:off x="6685425" y="2855250"/>
                <a:ext cx="9075" cy="84925"/>
              </a:xfrm>
              <a:custGeom>
                <a:avLst/>
                <a:gdLst/>
                <a:ahLst/>
                <a:cxnLst/>
                <a:rect l="l" t="t" r="r" b="b"/>
                <a:pathLst>
                  <a:path w="363" h="3397" extrusionOk="0">
                    <a:moveTo>
                      <a:pt x="46" y="0"/>
                    </a:moveTo>
                    <a:lnTo>
                      <a:pt x="1" y="3397"/>
                    </a:lnTo>
                    <a:lnTo>
                      <a:pt x="317" y="3397"/>
                    </a:lnTo>
                    <a:lnTo>
                      <a:pt x="3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2" name="Google Shape;12172;p124"/>
              <p:cNvSpPr/>
              <p:nvPr/>
            </p:nvSpPr>
            <p:spPr>
              <a:xfrm>
                <a:off x="6681775" y="2832125"/>
                <a:ext cx="1920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768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768" y="440"/>
                    </a:lnTo>
                    <a:lnTo>
                      <a:pt x="76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3" name="Google Shape;12173;p124"/>
              <p:cNvSpPr/>
              <p:nvPr/>
            </p:nvSpPr>
            <p:spPr>
              <a:xfrm>
                <a:off x="6643400" y="2950325"/>
                <a:ext cx="20625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825" h="441" extrusionOk="0">
                    <a:moveTo>
                      <a:pt x="1" y="0"/>
                    </a:moveTo>
                    <a:lnTo>
                      <a:pt x="1" y="440"/>
                    </a:lnTo>
                    <a:lnTo>
                      <a:pt x="824" y="440"/>
                    </a:lnTo>
                    <a:lnTo>
                      <a:pt x="8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4" name="Google Shape;12174;p124"/>
              <p:cNvSpPr/>
              <p:nvPr/>
            </p:nvSpPr>
            <p:spPr>
              <a:xfrm>
                <a:off x="6645375" y="2779650"/>
                <a:ext cx="19500" cy="12150"/>
              </a:xfrm>
              <a:custGeom>
                <a:avLst/>
                <a:gdLst/>
                <a:ahLst/>
                <a:cxnLst/>
                <a:rect l="l" t="t" r="r" b="b"/>
                <a:pathLst>
                  <a:path w="780" h="486" extrusionOk="0">
                    <a:moveTo>
                      <a:pt x="1" y="0"/>
                    </a:moveTo>
                    <a:lnTo>
                      <a:pt x="1" y="452"/>
                    </a:lnTo>
                    <a:lnTo>
                      <a:pt x="779" y="485"/>
                    </a:lnTo>
                    <a:lnTo>
                      <a:pt x="779" y="45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5" name="Google Shape;12175;p124"/>
              <p:cNvSpPr/>
              <p:nvPr/>
            </p:nvSpPr>
            <p:spPr>
              <a:xfrm>
                <a:off x="6677825" y="2950325"/>
                <a:ext cx="2315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926" h="441" extrusionOk="0">
                    <a:moveTo>
                      <a:pt x="0" y="0"/>
                    </a:moveTo>
                    <a:lnTo>
                      <a:pt x="0" y="440"/>
                    </a:lnTo>
                    <a:lnTo>
                      <a:pt x="926" y="440"/>
                    </a:lnTo>
                    <a:lnTo>
                      <a:pt x="9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6" name="Google Shape;12176;p124"/>
              <p:cNvSpPr/>
              <p:nvPr/>
            </p:nvSpPr>
            <p:spPr>
              <a:xfrm>
                <a:off x="6720700" y="2950875"/>
                <a:ext cx="2965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441" extrusionOk="0">
                    <a:moveTo>
                      <a:pt x="1" y="1"/>
                    </a:moveTo>
                    <a:lnTo>
                      <a:pt x="1" y="441"/>
                    </a:lnTo>
                    <a:lnTo>
                      <a:pt x="1185" y="441"/>
                    </a:lnTo>
                    <a:lnTo>
                      <a:pt x="11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7" name="Google Shape;12177;p124"/>
              <p:cNvSpPr/>
              <p:nvPr/>
            </p:nvSpPr>
            <p:spPr>
              <a:xfrm>
                <a:off x="6570900" y="2929450"/>
                <a:ext cx="2965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317" extrusionOk="0">
                    <a:moveTo>
                      <a:pt x="1" y="0"/>
                    </a:moveTo>
                    <a:lnTo>
                      <a:pt x="1" y="316"/>
                    </a:lnTo>
                    <a:lnTo>
                      <a:pt x="1185" y="316"/>
                    </a:lnTo>
                    <a:lnTo>
                      <a:pt x="11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8" name="Google Shape;12178;p124"/>
              <p:cNvSpPr/>
              <p:nvPr/>
            </p:nvSpPr>
            <p:spPr>
              <a:xfrm>
                <a:off x="6579650" y="2773150"/>
                <a:ext cx="2090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836" h="317" extrusionOk="0">
                    <a:moveTo>
                      <a:pt x="0" y="1"/>
                    </a:moveTo>
                    <a:lnTo>
                      <a:pt x="0" y="317"/>
                    </a:lnTo>
                    <a:lnTo>
                      <a:pt x="835" y="317"/>
                    </a:lnTo>
                    <a:lnTo>
                      <a:pt x="8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9" name="Google Shape;12179;p124"/>
              <p:cNvSpPr/>
              <p:nvPr/>
            </p:nvSpPr>
            <p:spPr>
              <a:xfrm>
                <a:off x="6575700" y="2791500"/>
                <a:ext cx="2485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994" h="317" extrusionOk="0">
                    <a:moveTo>
                      <a:pt x="0" y="0"/>
                    </a:moveTo>
                    <a:lnTo>
                      <a:pt x="0" y="316"/>
                    </a:lnTo>
                    <a:lnTo>
                      <a:pt x="993" y="316"/>
                    </a:lnTo>
                    <a:lnTo>
                      <a:pt x="99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0" name="Google Shape;12180;p124"/>
              <p:cNvSpPr/>
              <p:nvPr/>
            </p:nvSpPr>
            <p:spPr>
              <a:xfrm>
                <a:off x="6620550" y="2941850"/>
                <a:ext cx="595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238" h="317" extrusionOk="0">
                    <a:moveTo>
                      <a:pt x="1" y="1"/>
                    </a:moveTo>
                    <a:lnTo>
                      <a:pt x="1" y="317"/>
                    </a:lnTo>
                    <a:lnTo>
                      <a:pt x="238" y="317"/>
                    </a:lnTo>
                    <a:lnTo>
                      <a:pt x="23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1" name="Google Shape;12181;p124"/>
              <p:cNvSpPr/>
              <p:nvPr/>
            </p:nvSpPr>
            <p:spPr>
              <a:xfrm>
                <a:off x="6447350" y="2762725"/>
                <a:ext cx="70250" cy="204250"/>
              </a:xfrm>
              <a:custGeom>
                <a:avLst/>
                <a:gdLst/>
                <a:ahLst/>
                <a:cxnLst/>
                <a:rect l="l" t="t" r="r" b="b"/>
                <a:pathLst>
                  <a:path w="2810" h="8170" extrusionOk="0">
                    <a:moveTo>
                      <a:pt x="0" y="0"/>
                    </a:moveTo>
                    <a:lnTo>
                      <a:pt x="113" y="8170"/>
                    </a:lnTo>
                    <a:lnTo>
                      <a:pt x="2810" y="8170"/>
                    </a:lnTo>
                    <a:lnTo>
                      <a:pt x="27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2" name="Google Shape;12182;p124"/>
              <p:cNvSpPr/>
              <p:nvPr/>
            </p:nvSpPr>
            <p:spPr>
              <a:xfrm>
                <a:off x="6393450" y="2783025"/>
                <a:ext cx="67450" cy="183950"/>
              </a:xfrm>
              <a:custGeom>
                <a:avLst/>
                <a:gdLst/>
                <a:ahLst/>
                <a:cxnLst/>
                <a:rect l="l" t="t" r="r" b="b"/>
                <a:pathLst>
                  <a:path w="2698" h="7358" extrusionOk="0">
                    <a:moveTo>
                      <a:pt x="396" y="1"/>
                    </a:moveTo>
                    <a:lnTo>
                      <a:pt x="1" y="7358"/>
                    </a:lnTo>
                    <a:lnTo>
                      <a:pt x="2698" y="7358"/>
                    </a:lnTo>
                    <a:lnTo>
                      <a:pt x="261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3" name="Google Shape;12183;p124"/>
              <p:cNvSpPr/>
              <p:nvPr/>
            </p:nvSpPr>
            <p:spPr>
              <a:xfrm>
                <a:off x="6322375" y="2762725"/>
                <a:ext cx="95075" cy="204250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8170" extrusionOk="0">
                    <a:moveTo>
                      <a:pt x="124" y="0"/>
                    </a:moveTo>
                    <a:lnTo>
                      <a:pt x="0" y="8170"/>
                    </a:lnTo>
                    <a:lnTo>
                      <a:pt x="3464" y="8170"/>
                    </a:lnTo>
                    <a:lnTo>
                      <a:pt x="380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4" name="Google Shape;12184;p124"/>
              <p:cNvSpPr/>
              <p:nvPr/>
            </p:nvSpPr>
            <p:spPr>
              <a:xfrm>
                <a:off x="6506300" y="2762725"/>
                <a:ext cx="38100" cy="204250"/>
              </a:xfrm>
              <a:custGeom>
                <a:avLst/>
                <a:gdLst/>
                <a:ahLst/>
                <a:cxnLst/>
                <a:rect l="l" t="t" r="r" b="b"/>
                <a:pathLst>
                  <a:path w="1524" h="8170" extrusionOk="0">
                    <a:moveTo>
                      <a:pt x="316" y="0"/>
                    </a:moveTo>
                    <a:lnTo>
                      <a:pt x="1" y="8170"/>
                    </a:lnTo>
                    <a:lnTo>
                      <a:pt x="1467" y="8170"/>
                    </a:lnTo>
                    <a:lnTo>
                      <a:pt x="152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5" name="Google Shape;12185;p124"/>
              <p:cNvSpPr/>
              <p:nvPr/>
            </p:nvSpPr>
            <p:spPr>
              <a:xfrm>
                <a:off x="6452125" y="2783025"/>
                <a:ext cx="50250" cy="183950"/>
              </a:xfrm>
              <a:custGeom>
                <a:avLst/>
                <a:gdLst/>
                <a:ahLst/>
                <a:cxnLst/>
                <a:rect l="l" t="t" r="r" b="b"/>
                <a:pathLst>
                  <a:path w="2010" h="7358" extrusionOk="0">
                    <a:moveTo>
                      <a:pt x="182" y="1"/>
                    </a:moveTo>
                    <a:lnTo>
                      <a:pt x="1" y="7358"/>
                    </a:lnTo>
                    <a:lnTo>
                      <a:pt x="1919" y="7358"/>
                    </a:lnTo>
                    <a:lnTo>
                      <a:pt x="201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6" name="Google Shape;12186;p124"/>
              <p:cNvSpPr/>
              <p:nvPr/>
            </p:nvSpPr>
            <p:spPr>
              <a:xfrm>
                <a:off x="6391775" y="2762725"/>
                <a:ext cx="50225" cy="204250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8170" extrusionOk="0">
                    <a:moveTo>
                      <a:pt x="0" y="0"/>
                    </a:moveTo>
                    <a:lnTo>
                      <a:pt x="181" y="8170"/>
                    </a:lnTo>
                    <a:lnTo>
                      <a:pt x="2009" y="8170"/>
                    </a:lnTo>
                    <a:lnTo>
                      <a:pt x="19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7" name="Google Shape;12187;p124"/>
              <p:cNvSpPr/>
              <p:nvPr/>
            </p:nvSpPr>
            <p:spPr>
              <a:xfrm>
                <a:off x="6515900" y="2928300"/>
                <a:ext cx="20325" cy="1245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498" extrusionOk="0">
                    <a:moveTo>
                      <a:pt x="0" y="1"/>
                    </a:moveTo>
                    <a:lnTo>
                      <a:pt x="0" y="497"/>
                    </a:lnTo>
                    <a:lnTo>
                      <a:pt x="813" y="497"/>
                    </a:lnTo>
                    <a:lnTo>
                      <a:pt x="8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8" name="Google Shape;12188;p124"/>
              <p:cNvSpPr/>
              <p:nvPr/>
            </p:nvSpPr>
            <p:spPr>
              <a:xfrm>
                <a:off x="6515900" y="2948350"/>
                <a:ext cx="2032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813" h="508" extrusionOk="0">
                    <a:moveTo>
                      <a:pt x="0" y="0"/>
                    </a:moveTo>
                    <a:lnTo>
                      <a:pt x="0" y="508"/>
                    </a:lnTo>
                    <a:lnTo>
                      <a:pt x="813" y="508"/>
                    </a:lnTo>
                    <a:lnTo>
                      <a:pt x="8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9" name="Google Shape;12189;p124"/>
              <p:cNvSpPr/>
              <p:nvPr/>
            </p:nvSpPr>
            <p:spPr>
              <a:xfrm>
                <a:off x="6459750" y="2928300"/>
                <a:ext cx="36975" cy="12450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498" extrusionOk="0">
                    <a:moveTo>
                      <a:pt x="1" y="1"/>
                    </a:moveTo>
                    <a:lnTo>
                      <a:pt x="1" y="497"/>
                    </a:lnTo>
                    <a:lnTo>
                      <a:pt x="1479" y="497"/>
                    </a:lnTo>
                    <a:lnTo>
                      <a:pt x="147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0" name="Google Shape;12190;p124"/>
              <p:cNvSpPr/>
              <p:nvPr/>
            </p:nvSpPr>
            <p:spPr>
              <a:xfrm>
                <a:off x="6459750" y="2948350"/>
                <a:ext cx="36975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508" extrusionOk="0">
                    <a:moveTo>
                      <a:pt x="1" y="0"/>
                    </a:moveTo>
                    <a:lnTo>
                      <a:pt x="1" y="508"/>
                    </a:lnTo>
                    <a:lnTo>
                      <a:pt x="1479" y="508"/>
                    </a:lnTo>
                    <a:lnTo>
                      <a:pt x="14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1" name="Google Shape;12191;p124"/>
              <p:cNvSpPr/>
              <p:nvPr/>
            </p:nvSpPr>
            <p:spPr>
              <a:xfrm>
                <a:off x="6399100" y="2767225"/>
                <a:ext cx="36425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1457" h="847" extrusionOk="0">
                    <a:moveTo>
                      <a:pt x="1456" y="1"/>
                    </a:moveTo>
                    <a:lnTo>
                      <a:pt x="1" y="46"/>
                    </a:lnTo>
                    <a:lnTo>
                      <a:pt x="1" y="847"/>
                    </a:lnTo>
                    <a:lnTo>
                      <a:pt x="1456" y="802"/>
                    </a:lnTo>
                    <a:lnTo>
                      <a:pt x="145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2" name="Google Shape;12192;p124"/>
              <p:cNvSpPr/>
              <p:nvPr/>
            </p:nvSpPr>
            <p:spPr>
              <a:xfrm>
                <a:off x="6404175" y="2939325"/>
                <a:ext cx="31900" cy="21175"/>
              </a:xfrm>
              <a:custGeom>
                <a:avLst/>
                <a:gdLst/>
                <a:ahLst/>
                <a:cxnLst/>
                <a:rect l="l" t="t" r="r" b="b"/>
                <a:pathLst>
                  <a:path w="1276" h="847" extrusionOk="0">
                    <a:moveTo>
                      <a:pt x="1276" y="0"/>
                    </a:moveTo>
                    <a:lnTo>
                      <a:pt x="1" y="45"/>
                    </a:lnTo>
                    <a:lnTo>
                      <a:pt x="1" y="846"/>
                    </a:lnTo>
                    <a:lnTo>
                      <a:pt x="1276" y="801"/>
                    </a:lnTo>
                    <a:lnTo>
                      <a:pt x="127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3" name="Google Shape;12193;p124"/>
              <p:cNvSpPr/>
              <p:nvPr/>
            </p:nvSpPr>
            <p:spPr>
              <a:xfrm>
                <a:off x="6471325" y="2794875"/>
                <a:ext cx="1470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701" extrusionOk="0">
                    <a:moveTo>
                      <a:pt x="294" y="1"/>
                    </a:moveTo>
                    <a:cubicBezTo>
                      <a:pt x="136" y="1"/>
                      <a:pt x="0" y="158"/>
                      <a:pt x="0" y="350"/>
                    </a:cubicBezTo>
                    <a:cubicBezTo>
                      <a:pt x="0" y="542"/>
                      <a:pt x="136" y="700"/>
                      <a:pt x="294" y="700"/>
                    </a:cubicBezTo>
                    <a:cubicBezTo>
                      <a:pt x="452" y="700"/>
                      <a:pt x="587" y="542"/>
                      <a:pt x="587" y="350"/>
                    </a:cubicBezTo>
                    <a:cubicBezTo>
                      <a:pt x="587" y="158"/>
                      <a:pt x="452" y="1"/>
                      <a:pt x="2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4" name="Google Shape;12194;p124"/>
              <p:cNvSpPr/>
              <p:nvPr/>
            </p:nvSpPr>
            <p:spPr>
              <a:xfrm>
                <a:off x="6522675" y="2770325"/>
                <a:ext cx="14400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576" h="701" extrusionOk="0">
                    <a:moveTo>
                      <a:pt x="293" y="1"/>
                    </a:moveTo>
                    <a:cubicBezTo>
                      <a:pt x="135" y="1"/>
                      <a:pt x="0" y="159"/>
                      <a:pt x="0" y="351"/>
                    </a:cubicBezTo>
                    <a:cubicBezTo>
                      <a:pt x="0" y="542"/>
                      <a:pt x="135" y="700"/>
                      <a:pt x="293" y="700"/>
                    </a:cubicBezTo>
                    <a:cubicBezTo>
                      <a:pt x="451" y="700"/>
                      <a:pt x="576" y="542"/>
                      <a:pt x="576" y="351"/>
                    </a:cubicBezTo>
                    <a:cubicBezTo>
                      <a:pt x="576" y="159"/>
                      <a:pt x="451" y="1"/>
                      <a:pt x="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5" name="Google Shape;12195;p124"/>
              <p:cNvSpPr/>
              <p:nvPr/>
            </p:nvSpPr>
            <p:spPr>
              <a:xfrm>
                <a:off x="6277350" y="2757650"/>
                <a:ext cx="80425" cy="209325"/>
              </a:xfrm>
              <a:custGeom>
                <a:avLst/>
                <a:gdLst/>
                <a:ahLst/>
                <a:cxnLst/>
                <a:rect l="l" t="t" r="r" b="b"/>
                <a:pathLst>
                  <a:path w="3217" h="8373" extrusionOk="0">
                    <a:moveTo>
                      <a:pt x="0" y="0"/>
                    </a:moveTo>
                    <a:lnTo>
                      <a:pt x="125" y="8373"/>
                    </a:lnTo>
                    <a:lnTo>
                      <a:pt x="3059" y="8373"/>
                    </a:lnTo>
                    <a:lnTo>
                      <a:pt x="32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6" name="Google Shape;12196;p124"/>
              <p:cNvSpPr/>
              <p:nvPr/>
            </p:nvSpPr>
            <p:spPr>
              <a:xfrm>
                <a:off x="6351450" y="2757650"/>
                <a:ext cx="22575" cy="209325"/>
              </a:xfrm>
              <a:custGeom>
                <a:avLst/>
                <a:gdLst/>
                <a:ahLst/>
                <a:cxnLst/>
                <a:rect l="l" t="t" r="r" b="b"/>
                <a:pathLst>
                  <a:path w="903" h="8373" extrusionOk="0">
                    <a:moveTo>
                      <a:pt x="192" y="0"/>
                    </a:moveTo>
                    <a:lnTo>
                      <a:pt x="0" y="8373"/>
                    </a:lnTo>
                    <a:lnTo>
                      <a:pt x="869" y="8373"/>
                    </a:lnTo>
                    <a:lnTo>
                      <a:pt x="90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7" name="Google Shape;12197;p124"/>
              <p:cNvSpPr/>
              <p:nvPr/>
            </p:nvSpPr>
            <p:spPr>
              <a:xfrm>
                <a:off x="6354925" y="2955100"/>
                <a:ext cx="13300" cy="79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317" extrusionOk="0">
                    <a:moveTo>
                      <a:pt x="1" y="1"/>
                    </a:moveTo>
                    <a:lnTo>
                      <a:pt x="1" y="317"/>
                    </a:lnTo>
                    <a:lnTo>
                      <a:pt x="531" y="317"/>
                    </a:lnTo>
                    <a:lnTo>
                      <a:pt x="5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8" name="Google Shape;12198;p124"/>
              <p:cNvSpPr/>
              <p:nvPr/>
            </p:nvSpPr>
            <p:spPr>
              <a:xfrm>
                <a:off x="6360850" y="2764975"/>
                <a:ext cx="7375" cy="7650"/>
              </a:xfrm>
              <a:custGeom>
                <a:avLst/>
                <a:gdLst/>
                <a:ahLst/>
                <a:cxnLst/>
                <a:rect l="l" t="t" r="r" b="b"/>
                <a:pathLst>
                  <a:path w="295" h="306" extrusionOk="0">
                    <a:moveTo>
                      <a:pt x="1" y="0"/>
                    </a:moveTo>
                    <a:lnTo>
                      <a:pt x="1" y="305"/>
                    </a:lnTo>
                    <a:lnTo>
                      <a:pt x="294" y="305"/>
                    </a:lnTo>
                    <a:lnTo>
                      <a:pt x="2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99" name="Google Shape;12199;p124"/>
            <p:cNvGrpSpPr/>
            <p:nvPr/>
          </p:nvGrpSpPr>
          <p:grpSpPr>
            <a:xfrm>
              <a:off x="5330850" y="2998125"/>
              <a:ext cx="449700" cy="181975"/>
              <a:chOff x="6282025" y="3155488"/>
              <a:chExt cx="449700" cy="181975"/>
            </a:xfrm>
          </p:grpSpPr>
          <p:sp>
            <p:nvSpPr>
              <p:cNvPr id="12200" name="Google Shape;12200;p124"/>
              <p:cNvSpPr/>
              <p:nvPr/>
            </p:nvSpPr>
            <p:spPr>
              <a:xfrm>
                <a:off x="6309950" y="3159988"/>
                <a:ext cx="73375" cy="177475"/>
              </a:xfrm>
              <a:custGeom>
                <a:avLst/>
                <a:gdLst/>
                <a:ahLst/>
                <a:cxnLst/>
                <a:rect l="l" t="t" r="r" b="b"/>
                <a:pathLst>
                  <a:path w="2935" h="7099" extrusionOk="0">
                    <a:moveTo>
                      <a:pt x="90" y="1"/>
                    </a:moveTo>
                    <a:lnTo>
                      <a:pt x="0" y="7099"/>
                    </a:lnTo>
                    <a:lnTo>
                      <a:pt x="2821" y="7099"/>
                    </a:lnTo>
                    <a:lnTo>
                      <a:pt x="293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1" name="Google Shape;12201;p124"/>
              <p:cNvSpPr/>
              <p:nvPr/>
            </p:nvSpPr>
            <p:spPr>
              <a:xfrm>
                <a:off x="6369175" y="3177488"/>
                <a:ext cx="70550" cy="159975"/>
              </a:xfrm>
              <a:custGeom>
                <a:avLst/>
                <a:gdLst/>
                <a:ahLst/>
                <a:cxnLst/>
                <a:rect l="l" t="t" r="r" b="b"/>
                <a:pathLst>
                  <a:path w="2822" h="6399" extrusionOk="0">
                    <a:moveTo>
                      <a:pt x="91" y="1"/>
                    </a:moveTo>
                    <a:lnTo>
                      <a:pt x="1" y="6399"/>
                    </a:lnTo>
                    <a:lnTo>
                      <a:pt x="2822" y="6399"/>
                    </a:lnTo>
                    <a:lnTo>
                      <a:pt x="241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2" name="Google Shape;12202;p124"/>
              <p:cNvSpPr/>
              <p:nvPr/>
            </p:nvSpPr>
            <p:spPr>
              <a:xfrm>
                <a:off x="6414600" y="3159988"/>
                <a:ext cx="99900" cy="177475"/>
              </a:xfrm>
              <a:custGeom>
                <a:avLst/>
                <a:gdLst/>
                <a:ahLst/>
                <a:cxnLst/>
                <a:rect l="l" t="t" r="r" b="b"/>
                <a:pathLst>
                  <a:path w="3996" h="7099" extrusionOk="0">
                    <a:moveTo>
                      <a:pt x="1" y="1"/>
                    </a:moveTo>
                    <a:lnTo>
                      <a:pt x="362" y="7099"/>
                    </a:lnTo>
                    <a:lnTo>
                      <a:pt x="3995" y="7099"/>
                    </a:lnTo>
                    <a:lnTo>
                      <a:pt x="386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3" name="Google Shape;12203;p124"/>
              <p:cNvSpPr/>
              <p:nvPr/>
            </p:nvSpPr>
            <p:spPr>
              <a:xfrm>
                <a:off x="6484000" y="3173538"/>
                <a:ext cx="81000" cy="163925"/>
              </a:xfrm>
              <a:custGeom>
                <a:avLst/>
                <a:gdLst/>
                <a:ahLst/>
                <a:cxnLst/>
                <a:rect l="l" t="t" r="r" b="b"/>
                <a:pathLst>
                  <a:path w="3240" h="6557" extrusionOk="0">
                    <a:moveTo>
                      <a:pt x="192" y="1"/>
                    </a:moveTo>
                    <a:lnTo>
                      <a:pt x="1" y="6557"/>
                    </a:lnTo>
                    <a:lnTo>
                      <a:pt x="3239" y="6557"/>
                    </a:lnTo>
                    <a:lnTo>
                      <a:pt x="305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4" name="Google Shape;12204;p124"/>
              <p:cNvSpPr/>
              <p:nvPr/>
            </p:nvSpPr>
            <p:spPr>
              <a:xfrm>
                <a:off x="6282025" y="3159988"/>
                <a:ext cx="39500" cy="177475"/>
              </a:xfrm>
              <a:custGeom>
                <a:avLst/>
                <a:gdLst/>
                <a:ahLst/>
                <a:cxnLst/>
                <a:rect l="l" t="t" r="r" b="b"/>
                <a:pathLst>
                  <a:path w="1580" h="7099" extrusionOk="0">
                    <a:moveTo>
                      <a:pt x="0" y="1"/>
                    </a:moveTo>
                    <a:lnTo>
                      <a:pt x="56" y="7099"/>
                    </a:lnTo>
                    <a:lnTo>
                      <a:pt x="1580" y="7099"/>
                    </a:lnTo>
                    <a:lnTo>
                      <a:pt x="1253" y="1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5" name="Google Shape;12205;p124"/>
              <p:cNvSpPr/>
              <p:nvPr/>
            </p:nvSpPr>
            <p:spPr>
              <a:xfrm>
                <a:off x="6325750" y="3177488"/>
                <a:ext cx="52775" cy="159975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6399" extrusionOk="0">
                    <a:moveTo>
                      <a:pt x="0" y="1"/>
                    </a:moveTo>
                    <a:lnTo>
                      <a:pt x="102" y="6399"/>
                    </a:lnTo>
                    <a:lnTo>
                      <a:pt x="2110" y="6399"/>
                    </a:lnTo>
                    <a:lnTo>
                      <a:pt x="1918" y="1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6" name="Google Shape;12206;p124"/>
              <p:cNvSpPr/>
              <p:nvPr/>
            </p:nvSpPr>
            <p:spPr>
              <a:xfrm>
                <a:off x="6389225" y="3159988"/>
                <a:ext cx="52475" cy="177475"/>
              </a:xfrm>
              <a:custGeom>
                <a:avLst/>
                <a:gdLst/>
                <a:ahLst/>
                <a:cxnLst/>
                <a:rect l="l" t="t" r="r" b="b"/>
                <a:pathLst>
                  <a:path w="2099" h="7099" extrusionOk="0">
                    <a:moveTo>
                      <a:pt x="68" y="1"/>
                    </a:moveTo>
                    <a:lnTo>
                      <a:pt x="0" y="7099"/>
                    </a:lnTo>
                    <a:lnTo>
                      <a:pt x="1907" y="7099"/>
                    </a:lnTo>
                    <a:lnTo>
                      <a:pt x="209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7" name="Google Shape;12207;p124"/>
              <p:cNvSpPr/>
              <p:nvPr/>
            </p:nvSpPr>
            <p:spPr>
              <a:xfrm>
                <a:off x="6451275" y="3173538"/>
                <a:ext cx="42050" cy="163925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6557" extrusionOk="0">
                    <a:moveTo>
                      <a:pt x="1524" y="1"/>
                    </a:moveTo>
                    <a:lnTo>
                      <a:pt x="12" y="192"/>
                    </a:lnTo>
                    <a:lnTo>
                      <a:pt x="1" y="6557"/>
                    </a:lnTo>
                    <a:lnTo>
                      <a:pt x="1682" y="6557"/>
                    </a:lnTo>
                    <a:lnTo>
                      <a:pt x="152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8" name="Google Shape;12208;p124"/>
              <p:cNvSpPr/>
              <p:nvPr/>
            </p:nvSpPr>
            <p:spPr>
              <a:xfrm>
                <a:off x="6529700" y="3214163"/>
                <a:ext cx="33025" cy="123300"/>
              </a:xfrm>
              <a:custGeom>
                <a:avLst/>
                <a:gdLst/>
                <a:ahLst/>
                <a:cxnLst/>
                <a:rect l="l" t="t" r="r" b="b"/>
                <a:pathLst>
                  <a:path w="1321" h="4932" extrusionOk="0">
                    <a:moveTo>
                      <a:pt x="57" y="1"/>
                    </a:moveTo>
                    <a:lnTo>
                      <a:pt x="1" y="4932"/>
                    </a:lnTo>
                    <a:lnTo>
                      <a:pt x="1174" y="4932"/>
                    </a:lnTo>
                    <a:lnTo>
                      <a:pt x="13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9" name="Google Shape;12209;p124"/>
              <p:cNvSpPr/>
              <p:nvPr/>
            </p:nvSpPr>
            <p:spPr>
              <a:xfrm>
                <a:off x="6498950" y="3214163"/>
                <a:ext cx="39525" cy="123300"/>
              </a:xfrm>
              <a:custGeom>
                <a:avLst/>
                <a:gdLst/>
                <a:ahLst/>
                <a:cxnLst/>
                <a:rect l="l" t="t" r="r" b="b"/>
                <a:pathLst>
                  <a:path w="1581" h="4932" extrusionOk="0">
                    <a:moveTo>
                      <a:pt x="1" y="1"/>
                    </a:moveTo>
                    <a:lnTo>
                      <a:pt x="170" y="4932"/>
                    </a:lnTo>
                    <a:lnTo>
                      <a:pt x="1580" y="4932"/>
                    </a:lnTo>
                    <a:lnTo>
                      <a:pt x="151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0" name="Google Shape;12210;p124"/>
              <p:cNvSpPr/>
              <p:nvPr/>
            </p:nvSpPr>
            <p:spPr>
              <a:xfrm>
                <a:off x="6564125" y="3169313"/>
                <a:ext cx="37550" cy="168150"/>
              </a:xfrm>
              <a:custGeom>
                <a:avLst/>
                <a:gdLst/>
                <a:ahLst/>
                <a:cxnLst/>
                <a:rect l="l" t="t" r="r" b="b"/>
                <a:pathLst>
                  <a:path w="1502" h="6726" extrusionOk="0">
                    <a:moveTo>
                      <a:pt x="158" y="0"/>
                    </a:moveTo>
                    <a:lnTo>
                      <a:pt x="0" y="6726"/>
                    </a:lnTo>
                    <a:lnTo>
                      <a:pt x="1456" y="6726"/>
                    </a:lnTo>
                    <a:lnTo>
                      <a:pt x="1501" y="113"/>
                    </a:lnTo>
                    <a:lnTo>
                      <a:pt x="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1" name="Google Shape;12211;p124"/>
              <p:cNvSpPr/>
              <p:nvPr/>
            </p:nvSpPr>
            <p:spPr>
              <a:xfrm>
                <a:off x="6542125" y="3169313"/>
                <a:ext cx="31600" cy="168150"/>
              </a:xfrm>
              <a:custGeom>
                <a:avLst/>
                <a:gdLst/>
                <a:ahLst/>
                <a:cxnLst/>
                <a:rect l="l" t="t" r="r" b="b"/>
                <a:pathLst>
                  <a:path w="1264" h="6726" extrusionOk="0">
                    <a:moveTo>
                      <a:pt x="1129" y="0"/>
                    </a:moveTo>
                    <a:lnTo>
                      <a:pt x="0" y="45"/>
                    </a:lnTo>
                    <a:lnTo>
                      <a:pt x="45" y="6726"/>
                    </a:lnTo>
                    <a:lnTo>
                      <a:pt x="1264" y="6726"/>
                    </a:lnTo>
                    <a:lnTo>
                      <a:pt x="11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2" name="Google Shape;12212;p124"/>
              <p:cNvSpPr/>
              <p:nvPr/>
            </p:nvSpPr>
            <p:spPr>
              <a:xfrm>
                <a:off x="6594300" y="3155488"/>
                <a:ext cx="84100" cy="181975"/>
              </a:xfrm>
              <a:custGeom>
                <a:avLst/>
                <a:gdLst/>
                <a:ahLst/>
                <a:cxnLst/>
                <a:rect l="l" t="t" r="r" b="b"/>
                <a:pathLst>
                  <a:path w="3364" h="7279" extrusionOk="0">
                    <a:moveTo>
                      <a:pt x="1" y="0"/>
                    </a:moveTo>
                    <a:lnTo>
                      <a:pt x="159" y="7279"/>
                    </a:lnTo>
                    <a:lnTo>
                      <a:pt x="3239" y="7279"/>
                    </a:lnTo>
                    <a:lnTo>
                      <a:pt x="336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3" name="Google Shape;12213;p124"/>
              <p:cNvSpPr/>
              <p:nvPr/>
            </p:nvSpPr>
            <p:spPr>
              <a:xfrm>
                <a:off x="6578225" y="3155488"/>
                <a:ext cx="23725" cy="181975"/>
              </a:xfrm>
              <a:custGeom>
                <a:avLst/>
                <a:gdLst/>
                <a:ahLst/>
                <a:cxnLst/>
                <a:rect l="l" t="t" r="r" b="b"/>
                <a:pathLst>
                  <a:path w="949" h="7279" extrusionOk="0">
                    <a:moveTo>
                      <a:pt x="0" y="0"/>
                    </a:moveTo>
                    <a:lnTo>
                      <a:pt x="34" y="7279"/>
                    </a:lnTo>
                    <a:lnTo>
                      <a:pt x="948" y="7279"/>
                    </a:lnTo>
                    <a:lnTo>
                      <a:pt x="745" y="0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4" name="Google Shape;12214;p124"/>
              <p:cNvSpPr/>
              <p:nvPr/>
            </p:nvSpPr>
            <p:spPr>
              <a:xfrm>
                <a:off x="6640575" y="3160563"/>
                <a:ext cx="91150" cy="176900"/>
              </a:xfrm>
              <a:custGeom>
                <a:avLst/>
                <a:gdLst/>
                <a:ahLst/>
                <a:cxnLst/>
                <a:rect l="l" t="t" r="r" b="b"/>
                <a:pathLst>
                  <a:path w="3646" h="7076" extrusionOk="0">
                    <a:moveTo>
                      <a:pt x="384" y="1"/>
                    </a:moveTo>
                    <a:lnTo>
                      <a:pt x="0" y="7076"/>
                    </a:lnTo>
                    <a:lnTo>
                      <a:pt x="3544" y="7076"/>
                    </a:lnTo>
                    <a:lnTo>
                      <a:pt x="364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5" name="Google Shape;12215;p124"/>
              <p:cNvSpPr/>
              <p:nvPr/>
            </p:nvSpPr>
            <p:spPr>
              <a:xfrm>
                <a:off x="6607850" y="3160563"/>
                <a:ext cx="47975" cy="176900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7076" extrusionOk="0">
                    <a:moveTo>
                      <a:pt x="1716" y="1"/>
                    </a:moveTo>
                    <a:lnTo>
                      <a:pt x="0" y="170"/>
                    </a:lnTo>
                    <a:lnTo>
                      <a:pt x="57" y="7076"/>
                    </a:lnTo>
                    <a:lnTo>
                      <a:pt x="1919" y="7076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6" name="Google Shape;12216;p124"/>
              <p:cNvSpPr/>
              <p:nvPr/>
            </p:nvSpPr>
            <p:spPr>
              <a:xfrm>
                <a:off x="6290200" y="3303588"/>
                <a:ext cx="2145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41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858" y="441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7" name="Google Shape;12217;p124"/>
              <p:cNvSpPr/>
              <p:nvPr/>
            </p:nvSpPr>
            <p:spPr>
              <a:xfrm>
                <a:off x="6290200" y="3321363"/>
                <a:ext cx="2145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858" h="441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858" y="441"/>
                    </a:lnTo>
                    <a:lnTo>
                      <a:pt x="8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8" name="Google Shape;12218;p124"/>
              <p:cNvSpPr/>
              <p:nvPr/>
            </p:nvSpPr>
            <p:spPr>
              <a:xfrm>
                <a:off x="6331950" y="3303588"/>
                <a:ext cx="3840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441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1535" y="441"/>
                    </a:lnTo>
                    <a:lnTo>
                      <a:pt x="15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9" name="Google Shape;12219;p124"/>
              <p:cNvSpPr/>
              <p:nvPr/>
            </p:nvSpPr>
            <p:spPr>
              <a:xfrm>
                <a:off x="6331950" y="3321363"/>
                <a:ext cx="38400" cy="11025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441" extrusionOk="0">
                    <a:moveTo>
                      <a:pt x="0" y="1"/>
                    </a:moveTo>
                    <a:lnTo>
                      <a:pt x="0" y="441"/>
                    </a:lnTo>
                    <a:lnTo>
                      <a:pt x="1535" y="441"/>
                    </a:lnTo>
                    <a:lnTo>
                      <a:pt x="153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0" name="Google Shape;12220;p124"/>
              <p:cNvSpPr/>
              <p:nvPr/>
            </p:nvSpPr>
            <p:spPr>
              <a:xfrm>
                <a:off x="6583300" y="3327288"/>
                <a:ext cx="13850" cy="6525"/>
              </a:xfrm>
              <a:custGeom>
                <a:avLst/>
                <a:gdLst/>
                <a:ahLst/>
                <a:cxnLst/>
                <a:rect l="l" t="t" r="r" b="b"/>
                <a:pathLst>
                  <a:path w="554" h="261" extrusionOk="0">
                    <a:moveTo>
                      <a:pt x="1" y="0"/>
                    </a:moveTo>
                    <a:lnTo>
                      <a:pt x="1" y="260"/>
                    </a:lnTo>
                    <a:lnTo>
                      <a:pt x="554" y="260"/>
                    </a:lnTo>
                    <a:lnTo>
                      <a:pt x="55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1" name="Google Shape;12221;p124"/>
              <p:cNvSpPr/>
              <p:nvPr/>
            </p:nvSpPr>
            <p:spPr>
              <a:xfrm>
                <a:off x="6612650" y="3323338"/>
                <a:ext cx="310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385" extrusionOk="0">
                    <a:moveTo>
                      <a:pt x="0" y="1"/>
                    </a:moveTo>
                    <a:lnTo>
                      <a:pt x="0" y="384"/>
                    </a:lnTo>
                    <a:lnTo>
                      <a:pt x="1241" y="384"/>
                    </a:lnTo>
                    <a:lnTo>
                      <a:pt x="124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2" name="Google Shape;12222;p124"/>
              <p:cNvSpPr/>
              <p:nvPr/>
            </p:nvSpPr>
            <p:spPr>
              <a:xfrm>
                <a:off x="6514175" y="3240388"/>
                <a:ext cx="9625" cy="73675"/>
              </a:xfrm>
              <a:custGeom>
                <a:avLst/>
                <a:gdLst/>
                <a:ahLst/>
                <a:cxnLst/>
                <a:rect l="l" t="t" r="r" b="b"/>
                <a:pathLst>
                  <a:path w="385" h="2947" extrusionOk="0">
                    <a:moveTo>
                      <a:pt x="1" y="1"/>
                    </a:moveTo>
                    <a:lnTo>
                      <a:pt x="57" y="2946"/>
                    </a:lnTo>
                    <a:lnTo>
                      <a:pt x="385" y="2946"/>
                    </a:lnTo>
                    <a:lnTo>
                      <a:pt x="32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3" name="Google Shape;12223;p124"/>
              <p:cNvSpPr/>
              <p:nvPr/>
            </p:nvSpPr>
            <p:spPr>
              <a:xfrm>
                <a:off x="6507425" y="3220088"/>
                <a:ext cx="200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802" h="385" extrusionOk="0">
                    <a:moveTo>
                      <a:pt x="0" y="1"/>
                    </a:moveTo>
                    <a:lnTo>
                      <a:pt x="0" y="384"/>
                    </a:lnTo>
                    <a:lnTo>
                      <a:pt x="801" y="384"/>
                    </a:lnTo>
                    <a:lnTo>
                      <a:pt x="80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4" name="Google Shape;12224;p124"/>
              <p:cNvSpPr/>
              <p:nvPr/>
            </p:nvSpPr>
            <p:spPr>
              <a:xfrm>
                <a:off x="6546075" y="3323063"/>
                <a:ext cx="21725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869" h="384" extrusionOk="0">
                    <a:moveTo>
                      <a:pt x="0" y="0"/>
                    </a:moveTo>
                    <a:lnTo>
                      <a:pt x="0" y="384"/>
                    </a:lnTo>
                    <a:lnTo>
                      <a:pt x="869" y="384"/>
                    </a:lnTo>
                    <a:lnTo>
                      <a:pt x="8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5" name="Google Shape;12225;p124"/>
              <p:cNvSpPr/>
              <p:nvPr/>
            </p:nvSpPr>
            <p:spPr>
              <a:xfrm>
                <a:off x="6507425" y="3323063"/>
                <a:ext cx="24275" cy="9600"/>
              </a:xfrm>
              <a:custGeom>
                <a:avLst/>
                <a:gdLst/>
                <a:ahLst/>
                <a:cxnLst/>
                <a:rect l="l" t="t" r="r" b="b"/>
                <a:pathLst>
                  <a:path w="971" h="384" extrusionOk="0">
                    <a:moveTo>
                      <a:pt x="0" y="0"/>
                    </a:moveTo>
                    <a:lnTo>
                      <a:pt x="0" y="384"/>
                    </a:lnTo>
                    <a:lnTo>
                      <a:pt x="971" y="384"/>
                    </a:lnTo>
                    <a:lnTo>
                      <a:pt x="97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6" name="Google Shape;12226;p124"/>
              <p:cNvSpPr/>
              <p:nvPr/>
            </p:nvSpPr>
            <p:spPr>
              <a:xfrm>
                <a:off x="6455800" y="3323338"/>
                <a:ext cx="310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385" extrusionOk="0">
                    <a:moveTo>
                      <a:pt x="0" y="1"/>
                    </a:moveTo>
                    <a:lnTo>
                      <a:pt x="0" y="384"/>
                    </a:lnTo>
                    <a:lnTo>
                      <a:pt x="1241" y="384"/>
                    </a:lnTo>
                    <a:lnTo>
                      <a:pt x="124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7" name="Google Shape;12227;p124"/>
              <p:cNvSpPr/>
              <p:nvPr/>
            </p:nvSpPr>
            <p:spPr>
              <a:xfrm>
                <a:off x="6395700" y="3163938"/>
                <a:ext cx="38400" cy="18375"/>
              </a:xfrm>
              <a:custGeom>
                <a:avLst/>
                <a:gdLst/>
                <a:ahLst/>
                <a:cxnLst/>
                <a:rect l="l" t="t" r="r" b="b"/>
                <a:pathLst>
                  <a:path w="1536" h="735" extrusionOk="0">
                    <a:moveTo>
                      <a:pt x="1" y="1"/>
                    </a:moveTo>
                    <a:lnTo>
                      <a:pt x="1" y="689"/>
                    </a:lnTo>
                    <a:lnTo>
                      <a:pt x="1535" y="734"/>
                    </a:lnTo>
                    <a:lnTo>
                      <a:pt x="1535" y="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8" name="Google Shape;12228;p124"/>
              <p:cNvSpPr/>
              <p:nvPr/>
            </p:nvSpPr>
            <p:spPr>
              <a:xfrm>
                <a:off x="6395425" y="3313463"/>
                <a:ext cx="33300" cy="18375"/>
              </a:xfrm>
              <a:custGeom>
                <a:avLst/>
                <a:gdLst/>
                <a:ahLst/>
                <a:cxnLst/>
                <a:rect l="l" t="t" r="r" b="b"/>
                <a:pathLst>
                  <a:path w="1332" h="735" extrusionOk="0">
                    <a:moveTo>
                      <a:pt x="0" y="1"/>
                    </a:moveTo>
                    <a:lnTo>
                      <a:pt x="0" y="689"/>
                    </a:lnTo>
                    <a:lnTo>
                      <a:pt x="1332" y="734"/>
                    </a:lnTo>
                    <a:lnTo>
                      <a:pt x="1332" y="3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9" name="Google Shape;12229;p124"/>
              <p:cNvSpPr/>
              <p:nvPr/>
            </p:nvSpPr>
            <p:spPr>
              <a:xfrm>
                <a:off x="6612650" y="3304713"/>
                <a:ext cx="31050" cy="7075"/>
              </a:xfrm>
              <a:custGeom>
                <a:avLst/>
                <a:gdLst/>
                <a:ahLst/>
                <a:cxnLst/>
                <a:rect l="l" t="t" r="r" b="b"/>
                <a:pathLst>
                  <a:path w="1242" h="283" extrusionOk="0">
                    <a:moveTo>
                      <a:pt x="0" y="1"/>
                    </a:moveTo>
                    <a:lnTo>
                      <a:pt x="0" y="283"/>
                    </a:lnTo>
                    <a:lnTo>
                      <a:pt x="1241" y="283"/>
                    </a:lnTo>
                    <a:lnTo>
                      <a:pt x="124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0" name="Google Shape;12230;p124"/>
              <p:cNvSpPr/>
              <p:nvPr/>
            </p:nvSpPr>
            <p:spPr>
              <a:xfrm>
                <a:off x="6343225" y="3188213"/>
                <a:ext cx="14975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599" h="599" extrusionOk="0">
                    <a:moveTo>
                      <a:pt x="294" y="0"/>
                    </a:moveTo>
                    <a:cubicBezTo>
                      <a:pt x="125" y="0"/>
                      <a:pt x="1" y="125"/>
                      <a:pt x="1" y="294"/>
                    </a:cubicBezTo>
                    <a:cubicBezTo>
                      <a:pt x="1" y="463"/>
                      <a:pt x="125" y="598"/>
                      <a:pt x="294" y="598"/>
                    </a:cubicBezTo>
                    <a:cubicBezTo>
                      <a:pt x="463" y="598"/>
                      <a:pt x="599" y="463"/>
                      <a:pt x="599" y="294"/>
                    </a:cubicBezTo>
                    <a:cubicBezTo>
                      <a:pt x="599" y="125"/>
                      <a:pt x="463" y="0"/>
                      <a:pt x="2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1" name="Google Shape;12231;p124"/>
              <p:cNvSpPr/>
              <p:nvPr/>
            </p:nvSpPr>
            <p:spPr>
              <a:xfrm>
                <a:off x="6620550" y="3180588"/>
                <a:ext cx="15250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610" h="599" extrusionOk="0">
                    <a:moveTo>
                      <a:pt x="305" y="1"/>
                    </a:moveTo>
                    <a:cubicBezTo>
                      <a:pt x="136" y="1"/>
                      <a:pt x="0" y="136"/>
                      <a:pt x="0" y="305"/>
                    </a:cubicBezTo>
                    <a:cubicBezTo>
                      <a:pt x="0" y="463"/>
                      <a:pt x="136" y="599"/>
                      <a:pt x="305" y="599"/>
                    </a:cubicBezTo>
                    <a:cubicBezTo>
                      <a:pt x="474" y="599"/>
                      <a:pt x="609" y="463"/>
                      <a:pt x="609" y="305"/>
                    </a:cubicBezTo>
                    <a:cubicBezTo>
                      <a:pt x="609" y="136"/>
                      <a:pt x="474" y="1"/>
                      <a:pt x="3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2" name="Google Shape;12232;p124"/>
              <p:cNvSpPr/>
              <p:nvPr/>
            </p:nvSpPr>
            <p:spPr>
              <a:xfrm>
                <a:off x="6289350" y="3166763"/>
                <a:ext cx="15250" cy="14975"/>
              </a:xfrm>
              <a:custGeom>
                <a:avLst/>
                <a:gdLst/>
                <a:ahLst/>
                <a:cxnLst/>
                <a:rect l="l" t="t" r="r" b="b"/>
                <a:pathLst>
                  <a:path w="610" h="599" extrusionOk="0">
                    <a:moveTo>
                      <a:pt x="305" y="1"/>
                    </a:moveTo>
                    <a:cubicBezTo>
                      <a:pt x="136" y="1"/>
                      <a:pt x="0" y="136"/>
                      <a:pt x="0" y="294"/>
                    </a:cubicBezTo>
                    <a:cubicBezTo>
                      <a:pt x="0" y="463"/>
                      <a:pt x="136" y="599"/>
                      <a:pt x="305" y="599"/>
                    </a:cubicBezTo>
                    <a:cubicBezTo>
                      <a:pt x="474" y="599"/>
                      <a:pt x="610" y="463"/>
                      <a:pt x="610" y="294"/>
                    </a:cubicBezTo>
                    <a:cubicBezTo>
                      <a:pt x="610" y="136"/>
                      <a:pt x="474" y="1"/>
                      <a:pt x="3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233" name="Google Shape;12233;p124"/>
            <p:cNvSpPr/>
            <p:nvPr/>
          </p:nvSpPr>
          <p:spPr>
            <a:xfrm>
              <a:off x="5748950" y="2724075"/>
              <a:ext cx="238950" cy="708375"/>
            </a:xfrm>
            <a:custGeom>
              <a:avLst/>
              <a:gdLst/>
              <a:ahLst/>
              <a:cxnLst/>
              <a:rect l="l" t="t" r="r" b="b"/>
              <a:pathLst>
                <a:path w="9558" h="28335" extrusionOk="0">
                  <a:moveTo>
                    <a:pt x="0" y="0"/>
                  </a:moveTo>
                  <a:lnTo>
                    <a:pt x="0" y="28335"/>
                  </a:lnTo>
                  <a:lnTo>
                    <a:pt x="9558" y="28335"/>
                  </a:lnTo>
                  <a:lnTo>
                    <a:pt x="95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4" name="Google Shape;12234;p124"/>
            <p:cNvSpPr/>
            <p:nvPr/>
          </p:nvSpPr>
          <p:spPr>
            <a:xfrm>
              <a:off x="5760800" y="2749750"/>
              <a:ext cx="227100" cy="389600"/>
            </a:xfrm>
            <a:custGeom>
              <a:avLst/>
              <a:gdLst/>
              <a:ahLst/>
              <a:cxnLst/>
              <a:rect l="l" t="t" r="r" b="b"/>
              <a:pathLst>
                <a:path w="9084" h="15584" extrusionOk="0">
                  <a:moveTo>
                    <a:pt x="9084" y="0"/>
                  </a:moveTo>
                  <a:lnTo>
                    <a:pt x="0" y="7233"/>
                  </a:lnTo>
                  <a:lnTo>
                    <a:pt x="0" y="15584"/>
                  </a:lnTo>
                  <a:lnTo>
                    <a:pt x="9084" y="8339"/>
                  </a:lnTo>
                  <a:lnTo>
                    <a:pt x="90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5" name="Google Shape;12235;p124"/>
            <p:cNvSpPr/>
            <p:nvPr/>
          </p:nvSpPr>
          <p:spPr>
            <a:xfrm>
              <a:off x="5760800" y="3048500"/>
              <a:ext cx="227100" cy="296800"/>
            </a:xfrm>
            <a:custGeom>
              <a:avLst/>
              <a:gdLst/>
              <a:ahLst/>
              <a:cxnLst/>
              <a:rect l="l" t="t" r="r" b="b"/>
              <a:pathLst>
                <a:path w="9084" h="11872" extrusionOk="0">
                  <a:moveTo>
                    <a:pt x="9084" y="0"/>
                  </a:moveTo>
                  <a:lnTo>
                    <a:pt x="0" y="7233"/>
                  </a:lnTo>
                  <a:lnTo>
                    <a:pt x="0" y="11871"/>
                  </a:lnTo>
                  <a:lnTo>
                    <a:pt x="9084" y="4638"/>
                  </a:lnTo>
                  <a:lnTo>
                    <a:pt x="90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6" name="Google Shape;12236;p124"/>
            <p:cNvSpPr/>
            <p:nvPr/>
          </p:nvSpPr>
          <p:spPr>
            <a:xfrm>
              <a:off x="5748950" y="3366150"/>
              <a:ext cx="238950" cy="66875"/>
            </a:xfrm>
            <a:custGeom>
              <a:avLst/>
              <a:gdLst/>
              <a:ahLst/>
              <a:cxnLst/>
              <a:rect l="l" t="t" r="r" b="b"/>
              <a:pathLst>
                <a:path w="9558" h="2675" extrusionOk="0">
                  <a:moveTo>
                    <a:pt x="9558" y="0"/>
                  </a:moveTo>
                  <a:cubicBezTo>
                    <a:pt x="7521" y="1198"/>
                    <a:pt x="5331" y="1792"/>
                    <a:pt x="2984" y="1792"/>
                  </a:cubicBezTo>
                  <a:cubicBezTo>
                    <a:pt x="2016" y="1792"/>
                    <a:pt x="1022" y="1691"/>
                    <a:pt x="0" y="1490"/>
                  </a:cubicBezTo>
                  <a:lnTo>
                    <a:pt x="0" y="2674"/>
                  </a:lnTo>
                  <a:lnTo>
                    <a:pt x="9558" y="2674"/>
                  </a:lnTo>
                  <a:lnTo>
                    <a:pt x="95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7" name="Google Shape;12237;p124"/>
            <p:cNvSpPr/>
            <p:nvPr/>
          </p:nvSpPr>
          <p:spPr>
            <a:xfrm>
              <a:off x="5748950" y="2655800"/>
              <a:ext cx="30200" cy="776650"/>
            </a:xfrm>
            <a:custGeom>
              <a:avLst/>
              <a:gdLst/>
              <a:ahLst/>
              <a:cxnLst/>
              <a:rect l="l" t="t" r="r" b="b"/>
              <a:pathLst>
                <a:path w="1208" h="31066" extrusionOk="0">
                  <a:moveTo>
                    <a:pt x="0" y="1"/>
                  </a:moveTo>
                  <a:lnTo>
                    <a:pt x="0" y="31066"/>
                  </a:lnTo>
                  <a:lnTo>
                    <a:pt x="1208" y="31066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8" name="Google Shape;12238;p124"/>
            <p:cNvSpPr/>
            <p:nvPr/>
          </p:nvSpPr>
          <p:spPr>
            <a:xfrm>
              <a:off x="5571500" y="3442875"/>
              <a:ext cx="387625" cy="77025"/>
            </a:xfrm>
            <a:custGeom>
              <a:avLst/>
              <a:gdLst/>
              <a:ahLst/>
              <a:cxnLst/>
              <a:rect l="l" t="t" r="r" b="b"/>
              <a:pathLst>
                <a:path w="15505" h="3081" extrusionOk="0">
                  <a:moveTo>
                    <a:pt x="0" y="0"/>
                  </a:moveTo>
                  <a:lnTo>
                    <a:pt x="0" y="3081"/>
                  </a:lnTo>
                  <a:lnTo>
                    <a:pt x="15505" y="3081"/>
                  </a:lnTo>
                  <a:lnTo>
                    <a:pt x="155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9" name="Google Shape;12239;p124"/>
            <p:cNvSpPr/>
            <p:nvPr/>
          </p:nvSpPr>
          <p:spPr>
            <a:xfrm>
              <a:off x="5732025" y="3442875"/>
              <a:ext cx="260125" cy="466050"/>
            </a:xfrm>
            <a:custGeom>
              <a:avLst/>
              <a:gdLst/>
              <a:ahLst/>
              <a:cxnLst/>
              <a:rect l="l" t="t" r="r" b="b"/>
              <a:pathLst>
                <a:path w="10405" h="18642" extrusionOk="0">
                  <a:moveTo>
                    <a:pt x="0" y="0"/>
                  </a:moveTo>
                  <a:cubicBezTo>
                    <a:pt x="0" y="1219"/>
                    <a:pt x="688" y="2212"/>
                    <a:pt x="1535" y="2212"/>
                  </a:cubicBezTo>
                  <a:cubicBezTo>
                    <a:pt x="2753" y="2212"/>
                    <a:pt x="3871" y="3104"/>
                    <a:pt x="4243" y="4469"/>
                  </a:cubicBezTo>
                  <a:cubicBezTo>
                    <a:pt x="4514" y="5439"/>
                    <a:pt x="5191" y="6342"/>
                    <a:pt x="6782" y="6342"/>
                  </a:cubicBezTo>
                  <a:cubicBezTo>
                    <a:pt x="9129" y="6342"/>
                    <a:pt x="10404" y="14241"/>
                    <a:pt x="8373" y="17209"/>
                  </a:cubicBezTo>
                  <a:cubicBezTo>
                    <a:pt x="7955" y="17829"/>
                    <a:pt x="9558" y="18642"/>
                    <a:pt x="10235" y="18642"/>
                  </a:cubicBezTo>
                  <a:lnTo>
                    <a:pt x="10235" y="0"/>
                  </a:lnTo>
                  <a:close/>
                </a:path>
              </a:pathLst>
            </a:custGeom>
            <a:solidFill>
              <a:srgbClr val="841F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0" name="Google Shape;12240;p124"/>
            <p:cNvSpPr/>
            <p:nvPr/>
          </p:nvSpPr>
          <p:spPr>
            <a:xfrm>
              <a:off x="5703525" y="3442875"/>
              <a:ext cx="279600" cy="466050"/>
            </a:xfrm>
            <a:custGeom>
              <a:avLst/>
              <a:gdLst/>
              <a:ahLst/>
              <a:cxnLst/>
              <a:rect l="l" t="t" r="r" b="b"/>
              <a:pathLst>
                <a:path w="11184" h="18642" extrusionOk="0">
                  <a:moveTo>
                    <a:pt x="0" y="0"/>
                  </a:moveTo>
                  <a:cubicBezTo>
                    <a:pt x="0" y="1219"/>
                    <a:pt x="689" y="2212"/>
                    <a:pt x="1524" y="2212"/>
                  </a:cubicBezTo>
                  <a:cubicBezTo>
                    <a:pt x="2754" y="2212"/>
                    <a:pt x="3871" y="3104"/>
                    <a:pt x="4243" y="4469"/>
                  </a:cubicBezTo>
                  <a:cubicBezTo>
                    <a:pt x="4514" y="5439"/>
                    <a:pt x="5180" y="6342"/>
                    <a:pt x="6782" y="6342"/>
                  </a:cubicBezTo>
                  <a:cubicBezTo>
                    <a:pt x="9129" y="6342"/>
                    <a:pt x="10393" y="14241"/>
                    <a:pt x="8373" y="17209"/>
                  </a:cubicBezTo>
                  <a:cubicBezTo>
                    <a:pt x="7956" y="17829"/>
                    <a:pt x="9547" y="18642"/>
                    <a:pt x="10235" y="18642"/>
                  </a:cubicBezTo>
                  <a:lnTo>
                    <a:pt x="11183" y="18642"/>
                  </a:lnTo>
                  <a:lnTo>
                    <a:pt x="111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1" name="Google Shape;12241;p124"/>
            <p:cNvSpPr/>
            <p:nvPr/>
          </p:nvSpPr>
          <p:spPr>
            <a:xfrm>
              <a:off x="5732025" y="3442875"/>
              <a:ext cx="260125" cy="466050"/>
            </a:xfrm>
            <a:custGeom>
              <a:avLst/>
              <a:gdLst/>
              <a:ahLst/>
              <a:cxnLst/>
              <a:rect l="l" t="t" r="r" b="b"/>
              <a:pathLst>
                <a:path w="10405" h="18642" extrusionOk="0">
                  <a:moveTo>
                    <a:pt x="0" y="0"/>
                  </a:moveTo>
                  <a:cubicBezTo>
                    <a:pt x="0" y="1219"/>
                    <a:pt x="688" y="2212"/>
                    <a:pt x="1535" y="2212"/>
                  </a:cubicBezTo>
                  <a:cubicBezTo>
                    <a:pt x="2753" y="2212"/>
                    <a:pt x="3871" y="3104"/>
                    <a:pt x="4243" y="4469"/>
                  </a:cubicBezTo>
                  <a:cubicBezTo>
                    <a:pt x="4514" y="5439"/>
                    <a:pt x="5191" y="6342"/>
                    <a:pt x="6782" y="6342"/>
                  </a:cubicBezTo>
                  <a:cubicBezTo>
                    <a:pt x="9129" y="6342"/>
                    <a:pt x="10404" y="14241"/>
                    <a:pt x="8373" y="17209"/>
                  </a:cubicBezTo>
                  <a:cubicBezTo>
                    <a:pt x="7955" y="17829"/>
                    <a:pt x="9558" y="18642"/>
                    <a:pt x="10235" y="18642"/>
                  </a:cubicBezTo>
                  <a:lnTo>
                    <a:pt x="102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2" name="Google Shape;12242;p124"/>
            <p:cNvSpPr/>
            <p:nvPr/>
          </p:nvSpPr>
          <p:spPr>
            <a:xfrm>
              <a:off x="5732025" y="3423975"/>
              <a:ext cx="255875" cy="211600"/>
            </a:xfrm>
            <a:custGeom>
              <a:avLst/>
              <a:gdLst/>
              <a:ahLst/>
              <a:cxnLst/>
              <a:rect l="l" t="t" r="r" b="b"/>
              <a:pathLst>
                <a:path w="10235" h="8464" extrusionOk="0">
                  <a:moveTo>
                    <a:pt x="0" y="756"/>
                  </a:moveTo>
                  <a:cubicBezTo>
                    <a:pt x="0" y="1005"/>
                    <a:pt x="34" y="1242"/>
                    <a:pt x="90" y="1467"/>
                  </a:cubicBezTo>
                  <a:cubicBezTo>
                    <a:pt x="373" y="1998"/>
                    <a:pt x="9772" y="0"/>
                    <a:pt x="10235" y="8463"/>
                  </a:cubicBezTo>
                  <a:lnTo>
                    <a:pt x="10235" y="7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3" name="Google Shape;12243;p124"/>
            <p:cNvSpPr/>
            <p:nvPr/>
          </p:nvSpPr>
          <p:spPr>
            <a:xfrm>
              <a:off x="5330850" y="3442875"/>
              <a:ext cx="259850" cy="466050"/>
            </a:xfrm>
            <a:custGeom>
              <a:avLst/>
              <a:gdLst/>
              <a:ahLst/>
              <a:cxnLst/>
              <a:rect l="l" t="t" r="r" b="b"/>
              <a:pathLst>
                <a:path w="10394" h="18642" extrusionOk="0">
                  <a:moveTo>
                    <a:pt x="1" y="0"/>
                  </a:moveTo>
                  <a:cubicBezTo>
                    <a:pt x="1" y="1219"/>
                    <a:pt x="678" y="2212"/>
                    <a:pt x="1524" y="2212"/>
                  </a:cubicBezTo>
                  <a:cubicBezTo>
                    <a:pt x="2754" y="2212"/>
                    <a:pt x="3871" y="3104"/>
                    <a:pt x="4244" y="4469"/>
                  </a:cubicBezTo>
                  <a:cubicBezTo>
                    <a:pt x="4503" y="5439"/>
                    <a:pt x="5180" y="6342"/>
                    <a:pt x="6772" y="6342"/>
                  </a:cubicBezTo>
                  <a:cubicBezTo>
                    <a:pt x="9119" y="6342"/>
                    <a:pt x="10394" y="14241"/>
                    <a:pt x="8374" y="17209"/>
                  </a:cubicBezTo>
                  <a:cubicBezTo>
                    <a:pt x="7945" y="17829"/>
                    <a:pt x="9547" y="18642"/>
                    <a:pt x="10224" y="18642"/>
                  </a:cubicBezTo>
                  <a:lnTo>
                    <a:pt x="10224" y="0"/>
                  </a:lnTo>
                  <a:close/>
                </a:path>
              </a:pathLst>
            </a:custGeom>
            <a:solidFill>
              <a:srgbClr val="6912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4" name="Google Shape;12244;p124"/>
            <p:cNvSpPr/>
            <p:nvPr/>
          </p:nvSpPr>
          <p:spPr>
            <a:xfrm>
              <a:off x="5301800" y="3442875"/>
              <a:ext cx="279600" cy="466050"/>
            </a:xfrm>
            <a:custGeom>
              <a:avLst/>
              <a:gdLst/>
              <a:ahLst/>
              <a:cxnLst/>
              <a:rect l="l" t="t" r="r" b="b"/>
              <a:pathLst>
                <a:path w="11184" h="18642" extrusionOk="0">
                  <a:moveTo>
                    <a:pt x="1" y="0"/>
                  </a:moveTo>
                  <a:cubicBezTo>
                    <a:pt x="1" y="1219"/>
                    <a:pt x="689" y="2212"/>
                    <a:pt x="1524" y="2212"/>
                  </a:cubicBezTo>
                  <a:cubicBezTo>
                    <a:pt x="2754" y="2212"/>
                    <a:pt x="3871" y="3104"/>
                    <a:pt x="4244" y="4469"/>
                  </a:cubicBezTo>
                  <a:cubicBezTo>
                    <a:pt x="4503" y="5439"/>
                    <a:pt x="5180" y="6342"/>
                    <a:pt x="6771" y="6342"/>
                  </a:cubicBezTo>
                  <a:cubicBezTo>
                    <a:pt x="9130" y="6342"/>
                    <a:pt x="10393" y="14241"/>
                    <a:pt x="8374" y="17209"/>
                  </a:cubicBezTo>
                  <a:cubicBezTo>
                    <a:pt x="7956" y="17829"/>
                    <a:pt x="9547" y="18642"/>
                    <a:pt x="10235" y="18642"/>
                  </a:cubicBezTo>
                  <a:lnTo>
                    <a:pt x="11183" y="18642"/>
                  </a:lnTo>
                  <a:lnTo>
                    <a:pt x="111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5" name="Google Shape;12245;p124"/>
            <p:cNvSpPr/>
            <p:nvPr/>
          </p:nvSpPr>
          <p:spPr>
            <a:xfrm>
              <a:off x="5330850" y="3442875"/>
              <a:ext cx="259850" cy="466050"/>
            </a:xfrm>
            <a:custGeom>
              <a:avLst/>
              <a:gdLst/>
              <a:ahLst/>
              <a:cxnLst/>
              <a:rect l="l" t="t" r="r" b="b"/>
              <a:pathLst>
                <a:path w="10394" h="18642" extrusionOk="0">
                  <a:moveTo>
                    <a:pt x="1" y="0"/>
                  </a:moveTo>
                  <a:cubicBezTo>
                    <a:pt x="1" y="1219"/>
                    <a:pt x="678" y="2212"/>
                    <a:pt x="1524" y="2212"/>
                  </a:cubicBezTo>
                  <a:cubicBezTo>
                    <a:pt x="2754" y="2212"/>
                    <a:pt x="3871" y="3104"/>
                    <a:pt x="4244" y="4469"/>
                  </a:cubicBezTo>
                  <a:cubicBezTo>
                    <a:pt x="4503" y="5439"/>
                    <a:pt x="5180" y="6342"/>
                    <a:pt x="6772" y="6342"/>
                  </a:cubicBezTo>
                  <a:cubicBezTo>
                    <a:pt x="9119" y="6342"/>
                    <a:pt x="10394" y="14241"/>
                    <a:pt x="8374" y="17209"/>
                  </a:cubicBezTo>
                  <a:cubicBezTo>
                    <a:pt x="7945" y="17829"/>
                    <a:pt x="9547" y="18642"/>
                    <a:pt x="10224" y="18642"/>
                  </a:cubicBezTo>
                  <a:lnTo>
                    <a:pt x="102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6" name="Google Shape;12246;p124"/>
            <p:cNvSpPr/>
            <p:nvPr/>
          </p:nvSpPr>
          <p:spPr>
            <a:xfrm>
              <a:off x="5330850" y="3442875"/>
              <a:ext cx="259575" cy="179450"/>
            </a:xfrm>
            <a:custGeom>
              <a:avLst/>
              <a:gdLst/>
              <a:ahLst/>
              <a:cxnLst/>
              <a:rect l="l" t="t" r="r" b="b"/>
              <a:pathLst>
                <a:path w="10383" h="7178" extrusionOk="0">
                  <a:moveTo>
                    <a:pt x="1" y="0"/>
                  </a:moveTo>
                  <a:cubicBezTo>
                    <a:pt x="1" y="102"/>
                    <a:pt x="1" y="204"/>
                    <a:pt x="12" y="294"/>
                  </a:cubicBezTo>
                  <a:cubicBezTo>
                    <a:pt x="3352" y="542"/>
                    <a:pt x="10224" y="677"/>
                    <a:pt x="10224" y="7177"/>
                  </a:cubicBezTo>
                  <a:lnTo>
                    <a:pt x="1038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7" name="Google Shape;12247;p124"/>
            <p:cNvSpPr/>
            <p:nvPr/>
          </p:nvSpPr>
          <p:spPr>
            <a:xfrm>
              <a:off x="5192925" y="2581600"/>
              <a:ext cx="575800" cy="166200"/>
            </a:xfrm>
            <a:custGeom>
              <a:avLst/>
              <a:gdLst/>
              <a:ahLst/>
              <a:cxnLst/>
              <a:rect l="l" t="t" r="r" b="b"/>
              <a:pathLst>
                <a:path w="23032" h="6648" extrusionOk="0">
                  <a:moveTo>
                    <a:pt x="0" y="1"/>
                  </a:moveTo>
                  <a:lnTo>
                    <a:pt x="0" y="260"/>
                  </a:lnTo>
                  <a:cubicBezTo>
                    <a:pt x="0" y="1118"/>
                    <a:pt x="688" y="1806"/>
                    <a:pt x="1535" y="1806"/>
                  </a:cubicBezTo>
                  <a:cubicBezTo>
                    <a:pt x="1535" y="1806"/>
                    <a:pt x="1309" y="2754"/>
                    <a:pt x="2313" y="2754"/>
                  </a:cubicBezTo>
                  <a:cubicBezTo>
                    <a:pt x="3667" y="2754"/>
                    <a:pt x="4141" y="4255"/>
                    <a:pt x="4141" y="6647"/>
                  </a:cubicBezTo>
                  <a:lnTo>
                    <a:pt x="23031" y="6647"/>
                  </a:lnTo>
                  <a:lnTo>
                    <a:pt x="23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8" name="Google Shape;12248;p124"/>
            <p:cNvSpPr/>
            <p:nvPr/>
          </p:nvSpPr>
          <p:spPr>
            <a:xfrm>
              <a:off x="5207300" y="2618275"/>
              <a:ext cx="564800" cy="128400"/>
            </a:xfrm>
            <a:custGeom>
              <a:avLst/>
              <a:gdLst/>
              <a:ahLst/>
              <a:cxnLst/>
              <a:rect l="l" t="t" r="r" b="b"/>
              <a:pathLst>
                <a:path w="22592" h="5136" extrusionOk="0">
                  <a:moveTo>
                    <a:pt x="0" y="1"/>
                  </a:moveTo>
                  <a:cubicBezTo>
                    <a:pt x="271" y="204"/>
                    <a:pt x="599" y="339"/>
                    <a:pt x="960" y="339"/>
                  </a:cubicBezTo>
                  <a:cubicBezTo>
                    <a:pt x="960" y="339"/>
                    <a:pt x="734" y="1287"/>
                    <a:pt x="1738" y="1287"/>
                  </a:cubicBezTo>
                  <a:cubicBezTo>
                    <a:pt x="2539" y="1287"/>
                    <a:pt x="3025" y="1817"/>
                    <a:pt x="3295" y="2743"/>
                  </a:cubicBezTo>
                  <a:cubicBezTo>
                    <a:pt x="5406" y="1975"/>
                    <a:pt x="8057" y="1513"/>
                    <a:pt x="10935" y="1513"/>
                  </a:cubicBezTo>
                  <a:cubicBezTo>
                    <a:pt x="16002" y="1513"/>
                    <a:pt x="20436" y="3081"/>
                    <a:pt x="22400" y="5135"/>
                  </a:cubicBezTo>
                  <a:cubicBezTo>
                    <a:pt x="22591" y="3804"/>
                    <a:pt x="22479" y="1942"/>
                    <a:pt x="223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9" name="Google Shape;12249;p124"/>
            <p:cNvSpPr/>
            <p:nvPr/>
          </p:nvSpPr>
          <p:spPr>
            <a:xfrm>
              <a:off x="5499000" y="2627025"/>
              <a:ext cx="268875" cy="28225"/>
            </a:xfrm>
            <a:custGeom>
              <a:avLst/>
              <a:gdLst/>
              <a:ahLst/>
              <a:cxnLst/>
              <a:rect l="l" t="t" r="r" b="b"/>
              <a:pathLst>
                <a:path w="10755" h="1129" extrusionOk="0">
                  <a:moveTo>
                    <a:pt x="8475" y="1"/>
                  </a:moveTo>
                  <a:cubicBezTo>
                    <a:pt x="3792" y="1"/>
                    <a:pt x="0" y="249"/>
                    <a:pt x="0" y="565"/>
                  </a:cubicBezTo>
                  <a:cubicBezTo>
                    <a:pt x="0" y="881"/>
                    <a:pt x="3792" y="1129"/>
                    <a:pt x="8475" y="1129"/>
                  </a:cubicBezTo>
                  <a:cubicBezTo>
                    <a:pt x="9265" y="1129"/>
                    <a:pt x="10032" y="1129"/>
                    <a:pt x="10754" y="1106"/>
                  </a:cubicBezTo>
                  <a:cubicBezTo>
                    <a:pt x="10732" y="757"/>
                    <a:pt x="10709" y="384"/>
                    <a:pt x="10687" y="23"/>
                  </a:cubicBezTo>
                  <a:cubicBezTo>
                    <a:pt x="9976" y="1"/>
                    <a:pt x="9242" y="1"/>
                    <a:pt x="84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0" name="Google Shape;12250;p124"/>
            <p:cNvSpPr/>
            <p:nvPr/>
          </p:nvSpPr>
          <p:spPr>
            <a:xfrm>
              <a:off x="5296175" y="2742975"/>
              <a:ext cx="470000" cy="689475"/>
            </a:xfrm>
            <a:custGeom>
              <a:avLst/>
              <a:gdLst/>
              <a:ahLst/>
              <a:cxnLst/>
              <a:rect l="l" t="t" r="r" b="b"/>
              <a:pathLst>
                <a:path w="18800" h="27579" extrusionOk="0">
                  <a:moveTo>
                    <a:pt x="0" y="0"/>
                  </a:moveTo>
                  <a:lnTo>
                    <a:pt x="0" y="27579"/>
                  </a:lnTo>
                  <a:lnTo>
                    <a:pt x="18800" y="27579"/>
                  </a:lnTo>
                  <a:lnTo>
                    <a:pt x="18800" y="192"/>
                  </a:lnTo>
                  <a:lnTo>
                    <a:pt x="17581" y="0"/>
                  </a:lnTo>
                  <a:lnTo>
                    <a:pt x="17581" y="26371"/>
                  </a:lnTo>
                  <a:lnTo>
                    <a:pt x="1219" y="26371"/>
                  </a:lnTo>
                  <a:lnTo>
                    <a:pt x="12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1" name="Google Shape;12251;p124"/>
            <p:cNvSpPr/>
            <p:nvPr/>
          </p:nvSpPr>
          <p:spPr>
            <a:xfrm>
              <a:off x="5664025" y="2581600"/>
              <a:ext cx="323875" cy="167050"/>
            </a:xfrm>
            <a:custGeom>
              <a:avLst/>
              <a:gdLst/>
              <a:ahLst/>
              <a:cxnLst/>
              <a:rect l="l" t="t" r="r" b="b"/>
              <a:pathLst>
                <a:path w="12955" h="6682" extrusionOk="0">
                  <a:moveTo>
                    <a:pt x="1" y="1"/>
                  </a:moveTo>
                  <a:lnTo>
                    <a:pt x="1" y="260"/>
                  </a:lnTo>
                  <a:cubicBezTo>
                    <a:pt x="1" y="1118"/>
                    <a:pt x="689" y="1806"/>
                    <a:pt x="1535" y="1806"/>
                  </a:cubicBezTo>
                  <a:cubicBezTo>
                    <a:pt x="1535" y="1806"/>
                    <a:pt x="1310" y="2754"/>
                    <a:pt x="2314" y="2754"/>
                  </a:cubicBezTo>
                  <a:cubicBezTo>
                    <a:pt x="3657" y="2754"/>
                    <a:pt x="4086" y="4289"/>
                    <a:pt x="4086" y="6681"/>
                  </a:cubicBezTo>
                  <a:lnTo>
                    <a:pt x="12955" y="6647"/>
                  </a:lnTo>
                  <a:lnTo>
                    <a:pt x="129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2" name="Google Shape;12252;p124"/>
            <p:cNvSpPr/>
            <p:nvPr/>
          </p:nvSpPr>
          <p:spPr>
            <a:xfrm>
              <a:off x="5664025" y="2581600"/>
              <a:ext cx="260400" cy="172675"/>
            </a:xfrm>
            <a:custGeom>
              <a:avLst/>
              <a:gdLst/>
              <a:ahLst/>
              <a:cxnLst/>
              <a:rect l="l" t="t" r="r" b="b"/>
              <a:pathLst>
                <a:path w="10416" h="6907" extrusionOk="0">
                  <a:moveTo>
                    <a:pt x="1" y="1"/>
                  </a:moveTo>
                  <a:lnTo>
                    <a:pt x="1" y="260"/>
                  </a:lnTo>
                  <a:cubicBezTo>
                    <a:pt x="1" y="1118"/>
                    <a:pt x="689" y="1806"/>
                    <a:pt x="1535" y="1806"/>
                  </a:cubicBezTo>
                  <a:cubicBezTo>
                    <a:pt x="1535" y="1806"/>
                    <a:pt x="1310" y="2754"/>
                    <a:pt x="2314" y="2754"/>
                  </a:cubicBezTo>
                  <a:cubicBezTo>
                    <a:pt x="3657" y="2754"/>
                    <a:pt x="4086" y="4514"/>
                    <a:pt x="4086" y="6907"/>
                  </a:cubicBezTo>
                  <a:lnTo>
                    <a:pt x="4605" y="6839"/>
                  </a:lnTo>
                  <a:cubicBezTo>
                    <a:pt x="4605" y="2720"/>
                    <a:pt x="7335" y="475"/>
                    <a:pt x="104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3" name="Google Shape;12253;p124"/>
            <p:cNvSpPr/>
            <p:nvPr/>
          </p:nvSpPr>
          <p:spPr>
            <a:xfrm>
              <a:off x="5318725" y="3171775"/>
              <a:ext cx="424025" cy="22025"/>
            </a:xfrm>
            <a:custGeom>
              <a:avLst/>
              <a:gdLst/>
              <a:ahLst/>
              <a:cxnLst/>
              <a:rect l="l" t="t" r="r" b="b"/>
              <a:pathLst>
                <a:path w="16961" h="881" extrusionOk="0">
                  <a:moveTo>
                    <a:pt x="1" y="0"/>
                  </a:moveTo>
                  <a:lnTo>
                    <a:pt x="1" y="880"/>
                  </a:lnTo>
                  <a:lnTo>
                    <a:pt x="16961" y="880"/>
                  </a:lnTo>
                  <a:lnTo>
                    <a:pt x="169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4" name="Google Shape;12254;p124"/>
            <p:cNvSpPr/>
            <p:nvPr/>
          </p:nvSpPr>
          <p:spPr>
            <a:xfrm>
              <a:off x="5318725" y="2945250"/>
              <a:ext cx="424025" cy="21725"/>
            </a:xfrm>
            <a:custGeom>
              <a:avLst/>
              <a:gdLst/>
              <a:ahLst/>
              <a:cxnLst/>
              <a:rect l="l" t="t" r="r" b="b"/>
              <a:pathLst>
                <a:path w="16961" h="869" extrusionOk="0">
                  <a:moveTo>
                    <a:pt x="1" y="0"/>
                  </a:moveTo>
                  <a:lnTo>
                    <a:pt x="1" y="869"/>
                  </a:lnTo>
                  <a:lnTo>
                    <a:pt x="16961" y="869"/>
                  </a:lnTo>
                  <a:lnTo>
                    <a:pt x="1696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5" name="Google Shape;12255;p124"/>
            <p:cNvSpPr/>
            <p:nvPr/>
          </p:nvSpPr>
          <p:spPr>
            <a:xfrm>
              <a:off x="5260900" y="3417775"/>
              <a:ext cx="505275" cy="38375"/>
            </a:xfrm>
            <a:custGeom>
              <a:avLst/>
              <a:gdLst/>
              <a:ahLst/>
              <a:cxnLst/>
              <a:rect l="l" t="t" r="r" b="b"/>
              <a:pathLst>
                <a:path w="20211" h="1535" extrusionOk="0">
                  <a:moveTo>
                    <a:pt x="768" y="0"/>
                  </a:moveTo>
                  <a:cubicBezTo>
                    <a:pt x="339" y="0"/>
                    <a:pt x="0" y="339"/>
                    <a:pt x="0" y="767"/>
                  </a:cubicBezTo>
                  <a:cubicBezTo>
                    <a:pt x="0" y="1185"/>
                    <a:pt x="339" y="1535"/>
                    <a:pt x="768" y="1535"/>
                  </a:cubicBezTo>
                  <a:lnTo>
                    <a:pt x="19443" y="1535"/>
                  </a:lnTo>
                  <a:cubicBezTo>
                    <a:pt x="19872" y="1535"/>
                    <a:pt x="20211" y="1185"/>
                    <a:pt x="20211" y="767"/>
                  </a:cubicBezTo>
                  <a:cubicBezTo>
                    <a:pt x="20211" y="339"/>
                    <a:pt x="19872" y="0"/>
                    <a:pt x="19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6" name="Google Shape;12256;p124"/>
            <p:cNvSpPr/>
            <p:nvPr/>
          </p:nvSpPr>
          <p:spPr>
            <a:xfrm>
              <a:off x="5260625" y="3417475"/>
              <a:ext cx="448850" cy="20900"/>
            </a:xfrm>
            <a:custGeom>
              <a:avLst/>
              <a:gdLst/>
              <a:ahLst/>
              <a:cxnLst/>
              <a:rect l="l" t="t" r="r" b="b"/>
              <a:pathLst>
                <a:path w="17954" h="836" extrusionOk="0">
                  <a:moveTo>
                    <a:pt x="779" y="1"/>
                  </a:moveTo>
                  <a:cubicBezTo>
                    <a:pt x="350" y="1"/>
                    <a:pt x="11" y="351"/>
                    <a:pt x="0" y="779"/>
                  </a:cubicBezTo>
                  <a:cubicBezTo>
                    <a:pt x="0" y="791"/>
                    <a:pt x="11" y="813"/>
                    <a:pt x="11" y="836"/>
                  </a:cubicBezTo>
                  <a:lnTo>
                    <a:pt x="17186" y="836"/>
                  </a:lnTo>
                  <a:cubicBezTo>
                    <a:pt x="17615" y="836"/>
                    <a:pt x="17953" y="497"/>
                    <a:pt x="17953" y="69"/>
                  </a:cubicBezTo>
                  <a:cubicBezTo>
                    <a:pt x="17953" y="46"/>
                    <a:pt x="17953" y="23"/>
                    <a:pt x="179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7" name="Google Shape;12257;p124"/>
            <p:cNvSpPr/>
            <p:nvPr/>
          </p:nvSpPr>
          <p:spPr>
            <a:xfrm>
              <a:off x="5745275" y="3417775"/>
              <a:ext cx="252800" cy="38375"/>
            </a:xfrm>
            <a:custGeom>
              <a:avLst/>
              <a:gdLst/>
              <a:ahLst/>
              <a:cxnLst/>
              <a:rect l="l" t="t" r="r" b="b"/>
              <a:pathLst>
                <a:path w="10112" h="1535" extrusionOk="0">
                  <a:moveTo>
                    <a:pt x="768" y="0"/>
                  </a:moveTo>
                  <a:cubicBezTo>
                    <a:pt x="339" y="0"/>
                    <a:pt x="0" y="339"/>
                    <a:pt x="0" y="767"/>
                  </a:cubicBezTo>
                  <a:cubicBezTo>
                    <a:pt x="0" y="1185"/>
                    <a:pt x="339" y="1535"/>
                    <a:pt x="768" y="1535"/>
                  </a:cubicBezTo>
                  <a:lnTo>
                    <a:pt x="9333" y="1535"/>
                  </a:lnTo>
                  <a:cubicBezTo>
                    <a:pt x="9761" y="1535"/>
                    <a:pt x="10111" y="1185"/>
                    <a:pt x="10111" y="767"/>
                  </a:cubicBezTo>
                  <a:cubicBezTo>
                    <a:pt x="10111" y="339"/>
                    <a:pt x="9761" y="0"/>
                    <a:pt x="93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8" name="Google Shape;12258;p124"/>
            <p:cNvSpPr/>
            <p:nvPr/>
          </p:nvSpPr>
          <p:spPr>
            <a:xfrm>
              <a:off x="5229300" y="2627600"/>
              <a:ext cx="249700" cy="25975"/>
            </a:xfrm>
            <a:custGeom>
              <a:avLst/>
              <a:gdLst/>
              <a:ahLst/>
              <a:cxnLst/>
              <a:rect l="l" t="t" r="r" b="b"/>
              <a:pathLst>
                <a:path w="9988" h="1039" extrusionOk="0">
                  <a:moveTo>
                    <a:pt x="1242" y="0"/>
                  </a:moveTo>
                  <a:cubicBezTo>
                    <a:pt x="836" y="0"/>
                    <a:pt x="452" y="11"/>
                    <a:pt x="80" y="23"/>
                  </a:cubicBezTo>
                  <a:cubicBezTo>
                    <a:pt x="46" y="226"/>
                    <a:pt x="1" y="914"/>
                    <a:pt x="858" y="914"/>
                  </a:cubicBezTo>
                  <a:cubicBezTo>
                    <a:pt x="1073" y="914"/>
                    <a:pt x="1276" y="959"/>
                    <a:pt x="1445" y="1038"/>
                  </a:cubicBezTo>
                  <a:cubicBezTo>
                    <a:pt x="3781" y="1016"/>
                    <a:pt x="9987" y="801"/>
                    <a:pt x="9987" y="519"/>
                  </a:cubicBezTo>
                  <a:cubicBezTo>
                    <a:pt x="9987" y="237"/>
                    <a:pt x="3679" y="0"/>
                    <a:pt x="12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9" name="Google Shape;12259;p124"/>
            <p:cNvSpPr/>
            <p:nvPr/>
          </p:nvSpPr>
          <p:spPr>
            <a:xfrm>
              <a:off x="5745275" y="3417775"/>
              <a:ext cx="46000" cy="38375"/>
            </a:xfrm>
            <a:custGeom>
              <a:avLst/>
              <a:gdLst/>
              <a:ahLst/>
              <a:cxnLst/>
              <a:rect l="l" t="t" r="r" b="b"/>
              <a:pathLst>
                <a:path w="1840" h="1535" extrusionOk="0">
                  <a:moveTo>
                    <a:pt x="599" y="0"/>
                  </a:moveTo>
                  <a:cubicBezTo>
                    <a:pt x="271" y="0"/>
                    <a:pt x="0" y="271"/>
                    <a:pt x="0" y="598"/>
                  </a:cubicBezTo>
                  <a:lnTo>
                    <a:pt x="0" y="925"/>
                  </a:lnTo>
                  <a:cubicBezTo>
                    <a:pt x="0" y="1264"/>
                    <a:pt x="271" y="1535"/>
                    <a:pt x="599" y="1535"/>
                  </a:cubicBezTo>
                  <a:lnTo>
                    <a:pt x="184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60" name="Google Shape;12260;p124"/>
          <p:cNvGrpSpPr/>
          <p:nvPr/>
        </p:nvGrpSpPr>
        <p:grpSpPr>
          <a:xfrm>
            <a:off x="5364713" y="2527181"/>
            <a:ext cx="1079624" cy="2081237"/>
            <a:chOff x="6573300" y="2471600"/>
            <a:chExt cx="504450" cy="972450"/>
          </a:xfrm>
        </p:grpSpPr>
        <p:sp>
          <p:nvSpPr>
            <p:cNvPr id="12261" name="Google Shape;12261;p124"/>
            <p:cNvSpPr/>
            <p:nvPr/>
          </p:nvSpPr>
          <p:spPr>
            <a:xfrm>
              <a:off x="6778150" y="2573825"/>
              <a:ext cx="47100" cy="35700"/>
            </a:xfrm>
            <a:custGeom>
              <a:avLst/>
              <a:gdLst/>
              <a:ahLst/>
              <a:cxnLst/>
              <a:rect l="l" t="t" r="r" b="b"/>
              <a:pathLst>
                <a:path w="1884" h="1428" extrusionOk="0">
                  <a:moveTo>
                    <a:pt x="1221" y="1"/>
                  </a:moveTo>
                  <a:cubicBezTo>
                    <a:pt x="1082" y="1"/>
                    <a:pt x="934" y="40"/>
                    <a:pt x="789" y="143"/>
                  </a:cubicBezTo>
                  <a:cubicBezTo>
                    <a:pt x="732" y="115"/>
                    <a:pt x="653" y="92"/>
                    <a:pt x="571" y="92"/>
                  </a:cubicBezTo>
                  <a:cubicBezTo>
                    <a:pt x="425" y="92"/>
                    <a:pt x="266" y="162"/>
                    <a:pt x="180" y="392"/>
                  </a:cubicBezTo>
                  <a:cubicBezTo>
                    <a:pt x="0" y="835"/>
                    <a:pt x="18" y="1427"/>
                    <a:pt x="354" y="1427"/>
                  </a:cubicBezTo>
                  <a:cubicBezTo>
                    <a:pt x="377" y="1427"/>
                    <a:pt x="402" y="1424"/>
                    <a:pt x="428" y="1419"/>
                  </a:cubicBezTo>
                  <a:cubicBezTo>
                    <a:pt x="428" y="1419"/>
                    <a:pt x="767" y="719"/>
                    <a:pt x="868" y="380"/>
                  </a:cubicBezTo>
                  <a:lnTo>
                    <a:pt x="1884" y="313"/>
                  </a:lnTo>
                  <a:cubicBezTo>
                    <a:pt x="1805" y="203"/>
                    <a:pt x="1537" y="1"/>
                    <a:pt x="12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2" name="Google Shape;12262;p124"/>
            <p:cNvSpPr/>
            <p:nvPr/>
          </p:nvSpPr>
          <p:spPr>
            <a:xfrm>
              <a:off x="6785175" y="2578225"/>
              <a:ext cx="47350" cy="147500"/>
            </a:xfrm>
            <a:custGeom>
              <a:avLst/>
              <a:gdLst/>
              <a:ahLst/>
              <a:cxnLst/>
              <a:rect l="l" t="t" r="r" b="b"/>
              <a:pathLst>
                <a:path w="1894" h="5900" extrusionOk="0">
                  <a:moveTo>
                    <a:pt x="1563" y="1"/>
                  </a:moveTo>
                  <a:cubicBezTo>
                    <a:pt x="1558" y="1"/>
                    <a:pt x="1552" y="1"/>
                    <a:pt x="1546" y="1"/>
                  </a:cubicBezTo>
                  <a:lnTo>
                    <a:pt x="271" y="24"/>
                  </a:lnTo>
                  <a:cubicBezTo>
                    <a:pt x="158" y="24"/>
                    <a:pt x="57" y="137"/>
                    <a:pt x="57" y="272"/>
                  </a:cubicBezTo>
                  <a:cubicBezTo>
                    <a:pt x="45" y="2427"/>
                    <a:pt x="0" y="3420"/>
                    <a:pt x="79" y="5824"/>
                  </a:cubicBezTo>
                  <a:cubicBezTo>
                    <a:pt x="79" y="5824"/>
                    <a:pt x="724" y="5900"/>
                    <a:pt x="1243" y="5900"/>
                  </a:cubicBezTo>
                  <a:cubicBezTo>
                    <a:pt x="1598" y="5900"/>
                    <a:pt x="1894" y="5864"/>
                    <a:pt x="1885" y="5745"/>
                  </a:cubicBezTo>
                  <a:cubicBezTo>
                    <a:pt x="1828" y="5079"/>
                    <a:pt x="1817" y="1389"/>
                    <a:pt x="1806" y="295"/>
                  </a:cubicBezTo>
                  <a:cubicBezTo>
                    <a:pt x="1806" y="132"/>
                    <a:pt x="1702" y="1"/>
                    <a:pt x="15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3" name="Google Shape;12263;p124"/>
            <p:cNvSpPr/>
            <p:nvPr/>
          </p:nvSpPr>
          <p:spPr>
            <a:xfrm>
              <a:off x="6810000" y="2758500"/>
              <a:ext cx="5950" cy="12175"/>
            </a:xfrm>
            <a:custGeom>
              <a:avLst/>
              <a:gdLst/>
              <a:ahLst/>
              <a:cxnLst/>
              <a:rect l="l" t="t" r="r" b="b"/>
              <a:pathLst>
                <a:path w="238" h="487" extrusionOk="0">
                  <a:moveTo>
                    <a:pt x="0" y="1"/>
                  </a:moveTo>
                  <a:lnTo>
                    <a:pt x="0" y="486"/>
                  </a:lnTo>
                  <a:cubicBezTo>
                    <a:pt x="124" y="486"/>
                    <a:pt x="237" y="385"/>
                    <a:pt x="237" y="249"/>
                  </a:cubicBezTo>
                  <a:cubicBezTo>
                    <a:pt x="237" y="114"/>
                    <a:pt x="124" y="1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4" name="Google Shape;12264;p124"/>
            <p:cNvSpPr/>
            <p:nvPr/>
          </p:nvSpPr>
          <p:spPr>
            <a:xfrm>
              <a:off x="6810000" y="2737075"/>
              <a:ext cx="8200" cy="39800"/>
            </a:xfrm>
            <a:custGeom>
              <a:avLst/>
              <a:gdLst/>
              <a:ahLst/>
              <a:cxnLst/>
              <a:rect l="l" t="t" r="r" b="b"/>
              <a:pathLst>
                <a:path w="328" h="1592" extrusionOk="0">
                  <a:moveTo>
                    <a:pt x="0" y="0"/>
                  </a:moveTo>
                  <a:lnTo>
                    <a:pt x="0" y="1591"/>
                  </a:lnTo>
                  <a:lnTo>
                    <a:pt x="136" y="1591"/>
                  </a:lnTo>
                  <a:cubicBezTo>
                    <a:pt x="23" y="1072"/>
                    <a:pt x="158" y="181"/>
                    <a:pt x="3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5" name="Google Shape;12265;p124"/>
            <p:cNvSpPr/>
            <p:nvPr/>
          </p:nvSpPr>
          <p:spPr>
            <a:xfrm>
              <a:off x="6804625" y="2758500"/>
              <a:ext cx="5950" cy="12175"/>
            </a:xfrm>
            <a:custGeom>
              <a:avLst/>
              <a:gdLst/>
              <a:ahLst/>
              <a:cxnLst/>
              <a:rect l="l" t="t" r="r" b="b"/>
              <a:pathLst>
                <a:path w="238" h="487" extrusionOk="0">
                  <a:moveTo>
                    <a:pt x="238" y="1"/>
                  </a:moveTo>
                  <a:cubicBezTo>
                    <a:pt x="114" y="1"/>
                    <a:pt x="1" y="114"/>
                    <a:pt x="1" y="249"/>
                  </a:cubicBezTo>
                  <a:cubicBezTo>
                    <a:pt x="1" y="385"/>
                    <a:pt x="114" y="486"/>
                    <a:pt x="238" y="486"/>
                  </a:cubicBezTo>
                  <a:lnTo>
                    <a:pt x="23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6" name="Google Shape;12266;p124"/>
            <p:cNvSpPr/>
            <p:nvPr/>
          </p:nvSpPr>
          <p:spPr>
            <a:xfrm>
              <a:off x="6802650" y="2737075"/>
              <a:ext cx="7925" cy="39800"/>
            </a:xfrm>
            <a:custGeom>
              <a:avLst/>
              <a:gdLst/>
              <a:ahLst/>
              <a:cxnLst/>
              <a:rect l="l" t="t" r="r" b="b"/>
              <a:pathLst>
                <a:path w="317" h="1592" extrusionOk="0">
                  <a:moveTo>
                    <a:pt x="1" y="0"/>
                  </a:moveTo>
                  <a:cubicBezTo>
                    <a:pt x="159" y="181"/>
                    <a:pt x="306" y="1072"/>
                    <a:pt x="181" y="1591"/>
                  </a:cubicBezTo>
                  <a:lnTo>
                    <a:pt x="317" y="1591"/>
                  </a:lnTo>
                  <a:lnTo>
                    <a:pt x="3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7" name="Google Shape;12267;p124"/>
            <p:cNvSpPr/>
            <p:nvPr/>
          </p:nvSpPr>
          <p:spPr>
            <a:xfrm>
              <a:off x="6772750" y="2784475"/>
              <a:ext cx="75350" cy="22575"/>
            </a:xfrm>
            <a:custGeom>
              <a:avLst/>
              <a:gdLst/>
              <a:ahLst/>
              <a:cxnLst/>
              <a:rect l="l" t="t" r="r" b="b"/>
              <a:pathLst>
                <a:path w="3014" h="903" extrusionOk="0">
                  <a:moveTo>
                    <a:pt x="1490" y="0"/>
                  </a:moveTo>
                  <a:lnTo>
                    <a:pt x="1490" y="11"/>
                  </a:lnTo>
                  <a:cubicBezTo>
                    <a:pt x="1389" y="23"/>
                    <a:pt x="1016" y="79"/>
                    <a:pt x="870" y="440"/>
                  </a:cubicBezTo>
                  <a:cubicBezTo>
                    <a:pt x="588" y="564"/>
                    <a:pt x="1" y="372"/>
                    <a:pt x="1" y="903"/>
                  </a:cubicBezTo>
                  <a:lnTo>
                    <a:pt x="3014" y="903"/>
                  </a:lnTo>
                  <a:cubicBezTo>
                    <a:pt x="3014" y="372"/>
                    <a:pt x="2416" y="564"/>
                    <a:pt x="2134" y="440"/>
                  </a:cubicBezTo>
                  <a:cubicBezTo>
                    <a:pt x="1987" y="79"/>
                    <a:pt x="1626" y="23"/>
                    <a:pt x="1513" y="11"/>
                  </a:cubicBezTo>
                  <a:lnTo>
                    <a:pt x="15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8" name="Google Shape;12268;p124"/>
            <p:cNvSpPr/>
            <p:nvPr/>
          </p:nvSpPr>
          <p:spPr>
            <a:xfrm>
              <a:off x="6801825" y="2769525"/>
              <a:ext cx="16950" cy="18075"/>
            </a:xfrm>
            <a:custGeom>
              <a:avLst/>
              <a:gdLst/>
              <a:ahLst/>
              <a:cxnLst/>
              <a:rect l="l" t="t" r="r" b="b"/>
              <a:pathLst>
                <a:path w="678" h="723" extrusionOk="0">
                  <a:moveTo>
                    <a:pt x="327" y="0"/>
                  </a:moveTo>
                  <a:cubicBezTo>
                    <a:pt x="147" y="23"/>
                    <a:pt x="0" y="169"/>
                    <a:pt x="0" y="361"/>
                  </a:cubicBezTo>
                  <a:cubicBezTo>
                    <a:pt x="0" y="553"/>
                    <a:pt x="147" y="700"/>
                    <a:pt x="327" y="722"/>
                  </a:cubicBezTo>
                  <a:lnTo>
                    <a:pt x="350" y="722"/>
                  </a:lnTo>
                  <a:cubicBezTo>
                    <a:pt x="530" y="700"/>
                    <a:pt x="677" y="553"/>
                    <a:pt x="677" y="361"/>
                  </a:cubicBezTo>
                  <a:cubicBezTo>
                    <a:pt x="677" y="169"/>
                    <a:pt x="530" y="23"/>
                    <a:pt x="3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9" name="Google Shape;12269;p124"/>
            <p:cNvSpPr/>
            <p:nvPr/>
          </p:nvSpPr>
          <p:spPr>
            <a:xfrm>
              <a:off x="6803500" y="2770075"/>
              <a:ext cx="13850" cy="13000"/>
            </a:xfrm>
            <a:custGeom>
              <a:avLst/>
              <a:gdLst/>
              <a:ahLst/>
              <a:cxnLst/>
              <a:rect l="l" t="t" r="r" b="b"/>
              <a:pathLst>
                <a:path w="554" h="520" extrusionOk="0">
                  <a:moveTo>
                    <a:pt x="260" y="1"/>
                  </a:moveTo>
                  <a:cubicBezTo>
                    <a:pt x="114" y="12"/>
                    <a:pt x="1" y="125"/>
                    <a:pt x="1" y="260"/>
                  </a:cubicBezTo>
                  <a:cubicBezTo>
                    <a:pt x="1" y="396"/>
                    <a:pt x="114" y="508"/>
                    <a:pt x="260" y="520"/>
                  </a:cubicBezTo>
                  <a:lnTo>
                    <a:pt x="283" y="520"/>
                  </a:lnTo>
                  <a:cubicBezTo>
                    <a:pt x="430" y="508"/>
                    <a:pt x="554" y="396"/>
                    <a:pt x="554" y="260"/>
                  </a:cubicBezTo>
                  <a:cubicBezTo>
                    <a:pt x="554" y="125"/>
                    <a:pt x="430" y="12"/>
                    <a:pt x="2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0" name="Google Shape;12270;p124"/>
            <p:cNvSpPr/>
            <p:nvPr/>
          </p:nvSpPr>
          <p:spPr>
            <a:xfrm>
              <a:off x="6808025" y="2762175"/>
              <a:ext cx="4825" cy="4550"/>
            </a:xfrm>
            <a:custGeom>
              <a:avLst/>
              <a:gdLst/>
              <a:ahLst/>
              <a:cxnLst/>
              <a:rect l="l" t="t" r="r" b="b"/>
              <a:pathLst>
                <a:path w="193" h="182" extrusionOk="0">
                  <a:moveTo>
                    <a:pt x="91" y="1"/>
                  </a:moveTo>
                  <a:cubicBezTo>
                    <a:pt x="34" y="12"/>
                    <a:pt x="0" y="46"/>
                    <a:pt x="0" y="91"/>
                  </a:cubicBezTo>
                  <a:cubicBezTo>
                    <a:pt x="0" y="147"/>
                    <a:pt x="34" y="181"/>
                    <a:pt x="91" y="181"/>
                  </a:cubicBezTo>
                  <a:lnTo>
                    <a:pt x="102" y="181"/>
                  </a:lnTo>
                  <a:cubicBezTo>
                    <a:pt x="147" y="181"/>
                    <a:pt x="192" y="147"/>
                    <a:pt x="192" y="91"/>
                  </a:cubicBezTo>
                  <a:cubicBezTo>
                    <a:pt x="192" y="46"/>
                    <a:pt x="147" y="12"/>
                    <a:pt x="1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1" name="Google Shape;12271;p124"/>
            <p:cNvSpPr/>
            <p:nvPr/>
          </p:nvSpPr>
          <p:spPr>
            <a:xfrm>
              <a:off x="6772750" y="2799125"/>
              <a:ext cx="75350" cy="7925"/>
            </a:xfrm>
            <a:custGeom>
              <a:avLst/>
              <a:gdLst/>
              <a:ahLst/>
              <a:cxnLst/>
              <a:rect l="l" t="t" r="r" b="b"/>
              <a:pathLst>
                <a:path w="3014" h="317" extrusionOk="0">
                  <a:moveTo>
                    <a:pt x="136" y="1"/>
                  </a:moveTo>
                  <a:cubicBezTo>
                    <a:pt x="57" y="57"/>
                    <a:pt x="1" y="148"/>
                    <a:pt x="1" y="317"/>
                  </a:cubicBezTo>
                  <a:lnTo>
                    <a:pt x="3014" y="317"/>
                  </a:lnTo>
                  <a:cubicBezTo>
                    <a:pt x="3014" y="215"/>
                    <a:pt x="2991" y="148"/>
                    <a:pt x="2946" y="91"/>
                  </a:cubicBezTo>
                  <a:cubicBezTo>
                    <a:pt x="2619" y="125"/>
                    <a:pt x="2224" y="148"/>
                    <a:pt x="1818" y="148"/>
                  </a:cubicBezTo>
                  <a:cubicBezTo>
                    <a:pt x="1163" y="148"/>
                    <a:pt x="565" y="91"/>
                    <a:pt x="13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2" name="Google Shape;12272;p124"/>
            <p:cNvSpPr/>
            <p:nvPr/>
          </p:nvSpPr>
          <p:spPr>
            <a:xfrm>
              <a:off x="6796450" y="2784475"/>
              <a:ext cx="28800" cy="9050"/>
            </a:xfrm>
            <a:custGeom>
              <a:avLst/>
              <a:gdLst/>
              <a:ahLst/>
              <a:cxnLst/>
              <a:rect l="l" t="t" r="r" b="b"/>
              <a:pathLst>
                <a:path w="1152" h="362" extrusionOk="0">
                  <a:moveTo>
                    <a:pt x="542" y="0"/>
                  </a:moveTo>
                  <a:lnTo>
                    <a:pt x="542" y="11"/>
                  </a:lnTo>
                  <a:cubicBezTo>
                    <a:pt x="452" y="11"/>
                    <a:pt x="170" y="68"/>
                    <a:pt x="1" y="305"/>
                  </a:cubicBezTo>
                  <a:cubicBezTo>
                    <a:pt x="181" y="192"/>
                    <a:pt x="373" y="124"/>
                    <a:pt x="531" y="124"/>
                  </a:cubicBezTo>
                  <a:cubicBezTo>
                    <a:pt x="712" y="124"/>
                    <a:pt x="949" y="214"/>
                    <a:pt x="1152" y="361"/>
                  </a:cubicBezTo>
                  <a:cubicBezTo>
                    <a:pt x="982" y="79"/>
                    <a:pt x="666" y="11"/>
                    <a:pt x="5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3" name="Google Shape;12273;p124"/>
            <p:cNvSpPr/>
            <p:nvPr/>
          </p:nvSpPr>
          <p:spPr>
            <a:xfrm>
              <a:off x="6786575" y="2726775"/>
              <a:ext cx="47425" cy="25000"/>
            </a:xfrm>
            <a:custGeom>
              <a:avLst/>
              <a:gdLst/>
              <a:ahLst/>
              <a:cxnLst/>
              <a:rect l="l" t="t" r="r" b="b"/>
              <a:pathLst>
                <a:path w="1897" h="1000" extrusionOk="0">
                  <a:moveTo>
                    <a:pt x="949" y="0"/>
                  </a:moveTo>
                  <a:cubicBezTo>
                    <a:pt x="475" y="0"/>
                    <a:pt x="1" y="17"/>
                    <a:pt x="1" y="51"/>
                  </a:cubicBezTo>
                  <a:cubicBezTo>
                    <a:pt x="1" y="570"/>
                    <a:pt x="430" y="999"/>
                    <a:pt x="949" y="999"/>
                  </a:cubicBezTo>
                  <a:cubicBezTo>
                    <a:pt x="1479" y="999"/>
                    <a:pt x="1896" y="570"/>
                    <a:pt x="1896" y="51"/>
                  </a:cubicBezTo>
                  <a:cubicBezTo>
                    <a:pt x="1896" y="17"/>
                    <a:pt x="1423" y="0"/>
                    <a:pt x="9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4" name="Google Shape;12274;p124"/>
            <p:cNvSpPr/>
            <p:nvPr/>
          </p:nvSpPr>
          <p:spPr>
            <a:xfrm>
              <a:off x="6826075" y="2628150"/>
              <a:ext cx="71950" cy="116900"/>
            </a:xfrm>
            <a:custGeom>
              <a:avLst/>
              <a:gdLst/>
              <a:ahLst/>
              <a:cxnLst/>
              <a:rect l="l" t="t" r="r" b="b"/>
              <a:pathLst>
                <a:path w="2878" h="4676" extrusionOk="0">
                  <a:moveTo>
                    <a:pt x="1514" y="0"/>
                  </a:moveTo>
                  <a:cubicBezTo>
                    <a:pt x="1498" y="0"/>
                    <a:pt x="1483" y="1"/>
                    <a:pt x="1467" y="2"/>
                  </a:cubicBezTo>
                  <a:cubicBezTo>
                    <a:pt x="1264" y="13"/>
                    <a:pt x="1039" y="35"/>
                    <a:pt x="847" y="171"/>
                  </a:cubicBezTo>
                  <a:cubicBezTo>
                    <a:pt x="644" y="306"/>
                    <a:pt x="508" y="555"/>
                    <a:pt x="452" y="792"/>
                  </a:cubicBezTo>
                  <a:cubicBezTo>
                    <a:pt x="339" y="1288"/>
                    <a:pt x="429" y="1762"/>
                    <a:pt x="508" y="2213"/>
                  </a:cubicBezTo>
                  <a:cubicBezTo>
                    <a:pt x="553" y="2439"/>
                    <a:pt x="610" y="2665"/>
                    <a:pt x="644" y="2879"/>
                  </a:cubicBezTo>
                  <a:cubicBezTo>
                    <a:pt x="678" y="3094"/>
                    <a:pt x="689" y="3308"/>
                    <a:pt x="655" y="3500"/>
                  </a:cubicBezTo>
                  <a:cubicBezTo>
                    <a:pt x="632" y="3692"/>
                    <a:pt x="553" y="3838"/>
                    <a:pt x="429" y="3906"/>
                  </a:cubicBezTo>
                  <a:cubicBezTo>
                    <a:pt x="364" y="3939"/>
                    <a:pt x="283" y="3956"/>
                    <a:pt x="195" y="3956"/>
                  </a:cubicBezTo>
                  <a:cubicBezTo>
                    <a:pt x="132" y="3956"/>
                    <a:pt x="66" y="3947"/>
                    <a:pt x="1" y="3929"/>
                  </a:cubicBezTo>
                  <a:lnTo>
                    <a:pt x="1" y="4617"/>
                  </a:lnTo>
                  <a:cubicBezTo>
                    <a:pt x="226" y="4560"/>
                    <a:pt x="474" y="4504"/>
                    <a:pt x="678" y="4301"/>
                  </a:cubicBezTo>
                  <a:cubicBezTo>
                    <a:pt x="723" y="4244"/>
                    <a:pt x="779" y="4199"/>
                    <a:pt x="813" y="4132"/>
                  </a:cubicBezTo>
                  <a:cubicBezTo>
                    <a:pt x="858" y="4075"/>
                    <a:pt x="892" y="4008"/>
                    <a:pt x="903" y="3940"/>
                  </a:cubicBezTo>
                  <a:cubicBezTo>
                    <a:pt x="937" y="3872"/>
                    <a:pt x="948" y="3804"/>
                    <a:pt x="960" y="3737"/>
                  </a:cubicBezTo>
                  <a:cubicBezTo>
                    <a:pt x="971" y="3669"/>
                    <a:pt x="971" y="3601"/>
                    <a:pt x="982" y="3534"/>
                  </a:cubicBezTo>
                  <a:cubicBezTo>
                    <a:pt x="994" y="3274"/>
                    <a:pt x="948" y="3037"/>
                    <a:pt x="903" y="2811"/>
                  </a:cubicBezTo>
                  <a:cubicBezTo>
                    <a:pt x="858" y="2574"/>
                    <a:pt x="802" y="2360"/>
                    <a:pt x="757" y="2146"/>
                  </a:cubicBezTo>
                  <a:cubicBezTo>
                    <a:pt x="666" y="1717"/>
                    <a:pt x="599" y="1265"/>
                    <a:pt x="689" y="871"/>
                  </a:cubicBezTo>
                  <a:cubicBezTo>
                    <a:pt x="734" y="679"/>
                    <a:pt x="824" y="521"/>
                    <a:pt x="971" y="430"/>
                  </a:cubicBezTo>
                  <a:cubicBezTo>
                    <a:pt x="1118" y="329"/>
                    <a:pt x="1298" y="306"/>
                    <a:pt x="1479" y="295"/>
                  </a:cubicBezTo>
                  <a:cubicBezTo>
                    <a:pt x="1829" y="295"/>
                    <a:pt x="2145" y="521"/>
                    <a:pt x="2314" y="893"/>
                  </a:cubicBezTo>
                  <a:cubicBezTo>
                    <a:pt x="2494" y="1243"/>
                    <a:pt x="2551" y="1683"/>
                    <a:pt x="2539" y="2112"/>
                  </a:cubicBezTo>
                  <a:cubicBezTo>
                    <a:pt x="2528" y="2541"/>
                    <a:pt x="2449" y="2969"/>
                    <a:pt x="2314" y="3376"/>
                  </a:cubicBezTo>
                  <a:cubicBezTo>
                    <a:pt x="2201" y="3680"/>
                    <a:pt x="2054" y="3985"/>
                    <a:pt x="1874" y="4222"/>
                  </a:cubicBezTo>
                  <a:cubicBezTo>
                    <a:pt x="1795" y="4335"/>
                    <a:pt x="1795" y="4504"/>
                    <a:pt x="1885" y="4594"/>
                  </a:cubicBezTo>
                  <a:cubicBezTo>
                    <a:pt x="1935" y="4650"/>
                    <a:pt x="1995" y="4676"/>
                    <a:pt x="2053" y="4676"/>
                  </a:cubicBezTo>
                  <a:cubicBezTo>
                    <a:pt x="2125" y="4676"/>
                    <a:pt x="2196" y="4635"/>
                    <a:pt x="2246" y="4560"/>
                  </a:cubicBezTo>
                  <a:cubicBezTo>
                    <a:pt x="2686" y="3838"/>
                    <a:pt x="2878" y="2969"/>
                    <a:pt x="2867" y="2112"/>
                  </a:cubicBezTo>
                  <a:cubicBezTo>
                    <a:pt x="2855" y="1638"/>
                    <a:pt x="2788" y="1153"/>
                    <a:pt x="2562" y="724"/>
                  </a:cubicBezTo>
                  <a:cubicBezTo>
                    <a:pt x="2449" y="509"/>
                    <a:pt x="2291" y="318"/>
                    <a:pt x="2099" y="182"/>
                  </a:cubicBezTo>
                  <a:cubicBezTo>
                    <a:pt x="1921" y="67"/>
                    <a:pt x="1714" y="0"/>
                    <a:pt x="15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5" name="Google Shape;12275;p124"/>
            <p:cNvSpPr/>
            <p:nvPr/>
          </p:nvSpPr>
          <p:spPr>
            <a:xfrm>
              <a:off x="6782925" y="2471600"/>
              <a:ext cx="48250" cy="97650"/>
            </a:xfrm>
            <a:custGeom>
              <a:avLst/>
              <a:gdLst/>
              <a:ahLst/>
              <a:cxnLst/>
              <a:rect l="l" t="t" r="r" b="b"/>
              <a:pathLst>
                <a:path w="1930" h="3906" extrusionOk="0">
                  <a:moveTo>
                    <a:pt x="1253" y="1"/>
                  </a:moveTo>
                  <a:cubicBezTo>
                    <a:pt x="1252" y="1"/>
                    <a:pt x="609" y="825"/>
                    <a:pt x="824" y="1118"/>
                  </a:cubicBezTo>
                  <a:cubicBezTo>
                    <a:pt x="1038" y="1400"/>
                    <a:pt x="959" y="1829"/>
                    <a:pt x="485" y="2325"/>
                  </a:cubicBezTo>
                  <a:cubicBezTo>
                    <a:pt x="0" y="2811"/>
                    <a:pt x="0" y="3476"/>
                    <a:pt x="1038" y="3905"/>
                  </a:cubicBezTo>
                  <a:cubicBezTo>
                    <a:pt x="1038" y="3905"/>
                    <a:pt x="1930" y="3420"/>
                    <a:pt x="1388" y="2438"/>
                  </a:cubicBezTo>
                  <a:cubicBezTo>
                    <a:pt x="1230" y="2156"/>
                    <a:pt x="1828" y="1727"/>
                    <a:pt x="1388" y="1299"/>
                  </a:cubicBezTo>
                  <a:cubicBezTo>
                    <a:pt x="948" y="881"/>
                    <a:pt x="1253" y="1"/>
                    <a:pt x="12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6" name="Google Shape;12276;p124"/>
            <p:cNvSpPr/>
            <p:nvPr/>
          </p:nvSpPr>
          <p:spPr>
            <a:xfrm>
              <a:off x="6785450" y="2578250"/>
              <a:ext cx="40650" cy="132600"/>
            </a:xfrm>
            <a:custGeom>
              <a:avLst/>
              <a:gdLst/>
              <a:ahLst/>
              <a:cxnLst/>
              <a:rect l="l" t="t" r="r" b="b"/>
              <a:pathLst>
                <a:path w="1626" h="5304" extrusionOk="0">
                  <a:moveTo>
                    <a:pt x="1535" y="0"/>
                  </a:moveTo>
                  <a:lnTo>
                    <a:pt x="260" y="23"/>
                  </a:lnTo>
                  <a:cubicBezTo>
                    <a:pt x="147" y="23"/>
                    <a:pt x="46" y="136"/>
                    <a:pt x="46" y="271"/>
                  </a:cubicBezTo>
                  <a:cubicBezTo>
                    <a:pt x="34" y="2110"/>
                    <a:pt x="1" y="3115"/>
                    <a:pt x="46" y="4875"/>
                  </a:cubicBezTo>
                  <a:cubicBezTo>
                    <a:pt x="192" y="5146"/>
                    <a:pt x="350" y="5304"/>
                    <a:pt x="531" y="5304"/>
                  </a:cubicBezTo>
                  <a:cubicBezTo>
                    <a:pt x="1129" y="5304"/>
                    <a:pt x="1626" y="3386"/>
                    <a:pt x="1626" y="1005"/>
                  </a:cubicBezTo>
                  <a:cubicBezTo>
                    <a:pt x="1626" y="666"/>
                    <a:pt x="1614" y="328"/>
                    <a:pt x="1592" y="12"/>
                  </a:cubicBezTo>
                  <a:cubicBezTo>
                    <a:pt x="1580" y="0"/>
                    <a:pt x="1558" y="0"/>
                    <a:pt x="15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7" name="Google Shape;12277;p124"/>
            <p:cNvSpPr/>
            <p:nvPr/>
          </p:nvSpPr>
          <p:spPr>
            <a:xfrm>
              <a:off x="6826075" y="2654700"/>
              <a:ext cx="24850" cy="88600"/>
            </a:xfrm>
            <a:custGeom>
              <a:avLst/>
              <a:gdLst/>
              <a:ahLst/>
              <a:cxnLst/>
              <a:rect l="l" t="t" r="r" b="b"/>
              <a:pathLst>
                <a:path w="994" h="3544" extrusionOk="0">
                  <a:moveTo>
                    <a:pt x="407" y="0"/>
                  </a:moveTo>
                  <a:lnTo>
                    <a:pt x="407" y="0"/>
                  </a:lnTo>
                  <a:cubicBezTo>
                    <a:pt x="373" y="407"/>
                    <a:pt x="441" y="790"/>
                    <a:pt x="508" y="1151"/>
                  </a:cubicBezTo>
                  <a:cubicBezTo>
                    <a:pt x="553" y="1377"/>
                    <a:pt x="610" y="1591"/>
                    <a:pt x="644" y="1806"/>
                  </a:cubicBezTo>
                  <a:cubicBezTo>
                    <a:pt x="678" y="2020"/>
                    <a:pt x="689" y="2246"/>
                    <a:pt x="655" y="2438"/>
                  </a:cubicBezTo>
                  <a:cubicBezTo>
                    <a:pt x="632" y="2630"/>
                    <a:pt x="553" y="2776"/>
                    <a:pt x="429" y="2844"/>
                  </a:cubicBezTo>
                  <a:cubicBezTo>
                    <a:pt x="366" y="2876"/>
                    <a:pt x="288" y="2890"/>
                    <a:pt x="204" y="2890"/>
                  </a:cubicBezTo>
                  <a:cubicBezTo>
                    <a:pt x="138" y="2890"/>
                    <a:pt x="69" y="2881"/>
                    <a:pt x="1" y="2867"/>
                  </a:cubicBezTo>
                  <a:lnTo>
                    <a:pt x="1" y="3544"/>
                  </a:lnTo>
                  <a:cubicBezTo>
                    <a:pt x="226" y="3498"/>
                    <a:pt x="474" y="3431"/>
                    <a:pt x="678" y="3239"/>
                  </a:cubicBezTo>
                  <a:cubicBezTo>
                    <a:pt x="723" y="3182"/>
                    <a:pt x="779" y="3137"/>
                    <a:pt x="813" y="3070"/>
                  </a:cubicBezTo>
                  <a:cubicBezTo>
                    <a:pt x="858" y="3002"/>
                    <a:pt x="892" y="2946"/>
                    <a:pt x="903" y="2878"/>
                  </a:cubicBezTo>
                  <a:cubicBezTo>
                    <a:pt x="937" y="2810"/>
                    <a:pt x="948" y="2742"/>
                    <a:pt x="960" y="2675"/>
                  </a:cubicBezTo>
                  <a:cubicBezTo>
                    <a:pt x="971" y="2607"/>
                    <a:pt x="982" y="2539"/>
                    <a:pt x="982" y="2472"/>
                  </a:cubicBezTo>
                  <a:cubicBezTo>
                    <a:pt x="994" y="2212"/>
                    <a:pt x="948" y="1975"/>
                    <a:pt x="903" y="1749"/>
                  </a:cubicBezTo>
                  <a:cubicBezTo>
                    <a:pt x="892" y="1682"/>
                    <a:pt x="881" y="1625"/>
                    <a:pt x="858" y="1569"/>
                  </a:cubicBezTo>
                  <a:lnTo>
                    <a:pt x="869" y="1569"/>
                  </a:lnTo>
                  <a:cubicBezTo>
                    <a:pt x="666" y="1275"/>
                    <a:pt x="520" y="914"/>
                    <a:pt x="452" y="508"/>
                  </a:cubicBezTo>
                  <a:cubicBezTo>
                    <a:pt x="418" y="339"/>
                    <a:pt x="407" y="170"/>
                    <a:pt x="40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8" name="Google Shape;12278;p124"/>
            <p:cNvSpPr/>
            <p:nvPr/>
          </p:nvSpPr>
          <p:spPr>
            <a:xfrm>
              <a:off x="6782075" y="2719025"/>
              <a:ext cx="56450" cy="11300"/>
            </a:xfrm>
            <a:custGeom>
              <a:avLst/>
              <a:gdLst/>
              <a:ahLst/>
              <a:cxnLst/>
              <a:rect l="l" t="t" r="r" b="b"/>
              <a:pathLst>
                <a:path w="2258" h="452" extrusionOk="0">
                  <a:moveTo>
                    <a:pt x="215" y="0"/>
                  </a:moveTo>
                  <a:cubicBezTo>
                    <a:pt x="90" y="0"/>
                    <a:pt x="0" y="102"/>
                    <a:pt x="0" y="215"/>
                  </a:cubicBezTo>
                  <a:lnTo>
                    <a:pt x="0" y="248"/>
                  </a:lnTo>
                  <a:cubicBezTo>
                    <a:pt x="0" y="361"/>
                    <a:pt x="90" y="452"/>
                    <a:pt x="215" y="452"/>
                  </a:cubicBezTo>
                  <a:lnTo>
                    <a:pt x="2043" y="452"/>
                  </a:lnTo>
                  <a:cubicBezTo>
                    <a:pt x="2167" y="452"/>
                    <a:pt x="2257" y="361"/>
                    <a:pt x="2257" y="248"/>
                  </a:cubicBezTo>
                  <a:lnTo>
                    <a:pt x="2257" y="215"/>
                  </a:lnTo>
                  <a:cubicBezTo>
                    <a:pt x="2257" y="102"/>
                    <a:pt x="2167" y="0"/>
                    <a:pt x="20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9" name="Google Shape;12279;p124"/>
            <p:cNvSpPr/>
            <p:nvPr/>
          </p:nvSpPr>
          <p:spPr>
            <a:xfrm>
              <a:off x="6786575" y="2720700"/>
              <a:ext cx="20900" cy="4275"/>
            </a:xfrm>
            <a:custGeom>
              <a:avLst/>
              <a:gdLst/>
              <a:ahLst/>
              <a:cxnLst/>
              <a:rect l="l" t="t" r="r" b="b"/>
              <a:pathLst>
                <a:path w="836" h="171" extrusionOk="0">
                  <a:moveTo>
                    <a:pt x="80" y="1"/>
                  </a:moveTo>
                  <a:cubicBezTo>
                    <a:pt x="35" y="1"/>
                    <a:pt x="1" y="35"/>
                    <a:pt x="1" y="80"/>
                  </a:cubicBezTo>
                  <a:lnTo>
                    <a:pt x="1" y="91"/>
                  </a:lnTo>
                  <a:cubicBezTo>
                    <a:pt x="1" y="136"/>
                    <a:pt x="35" y="170"/>
                    <a:pt x="80" y="170"/>
                  </a:cubicBezTo>
                  <a:lnTo>
                    <a:pt x="757" y="170"/>
                  </a:lnTo>
                  <a:cubicBezTo>
                    <a:pt x="802" y="170"/>
                    <a:pt x="836" y="136"/>
                    <a:pt x="836" y="91"/>
                  </a:cubicBezTo>
                  <a:lnTo>
                    <a:pt x="836" y="80"/>
                  </a:lnTo>
                  <a:cubicBezTo>
                    <a:pt x="836" y="35"/>
                    <a:pt x="802" y="1"/>
                    <a:pt x="7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0" name="Google Shape;12280;p124"/>
            <p:cNvSpPr/>
            <p:nvPr/>
          </p:nvSpPr>
          <p:spPr>
            <a:xfrm>
              <a:off x="6795100" y="2575425"/>
              <a:ext cx="19425" cy="40075"/>
            </a:xfrm>
            <a:custGeom>
              <a:avLst/>
              <a:gdLst/>
              <a:ahLst/>
              <a:cxnLst/>
              <a:rect l="l" t="t" r="r" b="b"/>
              <a:pathLst>
                <a:path w="777" h="1603" extrusionOk="0">
                  <a:moveTo>
                    <a:pt x="326" y="0"/>
                  </a:moveTo>
                  <a:cubicBezTo>
                    <a:pt x="169" y="774"/>
                    <a:pt x="1" y="1603"/>
                    <a:pt x="385" y="1603"/>
                  </a:cubicBezTo>
                  <a:cubicBezTo>
                    <a:pt x="388" y="1603"/>
                    <a:pt x="391" y="1603"/>
                    <a:pt x="393" y="1603"/>
                  </a:cubicBezTo>
                  <a:cubicBezTo>
                    <a:pt x="777" y="1592"/>
                    <a:pt x="326" y="1"/>
                    <a:pt x="3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1" name="Google Shape;12281;p124"/>
            <p:cNvSpPr/>
            <p:nvPr/>
          </p:nvSpPr>
          <p:spPr>
            <a:xfrm>
              <a:off x="6793350" y="2506025"/>
              <a:ext cx="25425" cy="63225"/>
            </a:xfrm>
            <a:custGeom>
              <a:avLst/>
              <a:gdLst/>
              <a:ahLst/>
              <a:cxnLst/>
              <a:rect l="l" t="t" r="r" b="b"/>
              <a:pathLst>
                <a:path w="1017" h="2529" extrusionOk="0">
                  <a:moveTo>
                    <a:pt x="655" y="1"/>
                  </a:moveTo>
                  <a:lnTo>
                    <a:pt x="655" y="1"/>
                  </a:lnTo>
                  <a:cubicBezTo>
                    <a:pt x="666" y="68"/>
                    <a:pt x="689" y="125"/>
                    <a:pt x="723" y="192"/>
                  </a:cubicBezTo>
                  <a:cubicBezTo>
                    <a:pt x="869" y="486"/>
                    <a:pt x="689" y="858"/>
                    <a:pt x="339" y="1118"/>
                  </a:cubicBezTo>
                  <a:cubicBezTo>
                    <a:pt x="159" y="1242"/>
                    <a:pt x="1" y="1456"/>
                    <a:pt x="1" y="1682"/>
                  </a:cubicBezTo>
                  <a:cubicBezTo>
                    <a:pt x="34" y="1930"/>
                    <a:pt x="159" y="2336"/>
                    <a:pt x="632" y="2528"/>
                  </a:cubicBezTo>
                  <a:cubicBezTo>
                    <a:pt x="632" y="2528"/>
                    <a:pt x="768" y="2257"/>
                    <a:pt x="892" y="2111"/>
                  </a:cubicBezTo>
                  <a:cubicBezTo>
                    <a:pt x="971" y="1930"/>
                    <a:pt x="1005" y="1671"/>
                    <a:pt x="836" y="1343"/>
                  </a:cubicBezTo>
                  <a:cubicBezTo>
                    <a:pt x="666" y="1039"/>
                    <a:pt x="1016" y="520"/>
                    <a:pt x="802" y="226"/>
                  </a:cubicBezTo>
                  <a:cubicBezTo>
                    <a:pt x="734" y="136"/>
                    <a:pt x="689" y="68"/>
                    <a:pt x="65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2" name="Google Shape;12282;p124"/>
            <p:cNvSpPr/>
            <p:nvPr/>
          </p:nvSpPr>
          <p:spPr>
            <a:xfrm>
              <a:off x="6803500" y="3007050"/>
              <a:ext cx="44050" cy="294825"/>
            </a:xfrm>
            <a:custGeom>
              <a:avLst/>
              <a:gdLst/>
              <a:ahLst/>
              <a:cxnLst/>
              <a:rect l="l" t="t" r="r" b="b"/>
              <a:pathLst>
                <a:path w="1762" h="11793" extrusionOk="0">
                  <a:moveTo>
                    <a:pt x="1" y="0"/>
                  </a:moveTo>
                  <a:cubicBezTo>
                    <a:pt x="610" y="0"/>
                    <a:pt x="610" y="11792"/>
                    <a:pt x="1" y="11792"/>
                  </a:cubicBezTo>
                  <a:lnTo>
                    <a:pt x="1761" y="11792"/>
                  </a:lnTo>
                  <a:cubicBezTo>
                    <a:pt x="1163" y="11792"/>
                    <a:pt x="1163" y="0"/>
                    <a:pt x="17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3" name="Google Shape;12283;p124"/>
            <p:cNvSpPr/>
            <p:nvPr/>
          </p:nvSpPr>
          <p:spPr>
            <a:xfrm>
              <a:off x="6803500" y="3007050"/>
              <a:ext cx="44050" cy="174925"/>
            </a:xfrm>
            <a:custGeom>
              <a:avLst/>
              <a:gdLst/>
              <a:ahLst/>
              <a:cxnLst/>
              <a:rect l="l" t="t" r="r" b="b"/>
              <a:pathLst>
                <a:path w="1762" h="6997" extrusionOk="0">
                  <a:moveTo>
                    <a:pt x="1" y="0"/>
                  </a:moveTo>
                  <a:cubicBezTo>
                    <a:pt x="283" y="0"/>
                    <a:pt x="441" y="2607"/>
                    <a:pt x="452" y="5372"/>
                  </a:cubicBezTo>
                  <a:cubicBezTo>
                    <a:pt x="497" y="5326"/>
                    <a:pt x="554" y="5304"/>
                    <a:pt x="599" y="5304"/>
                  </a:cubicBezTo>
                  <a:cubicBezTo>
                    <a:pt x="881" y="5304"/>
                    <a:pt x="1129" y="5947"/>
                    <a:pt x="1321" y="6996"/>
                  </a:cubicBezTo>
                  <a:cubicBezTo>
                    <a:pt x="1276" y="3735"/>
                    <a:pt x="1423" y="0"/>
                    <a:pt x="17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4" name="Google Shape;12284;p124"/>
            <p:cNvSpPr/>
            <p:nvPr/>
          </p:nvSpPr>
          <p:spPr>
            <a:xfrm>
              <a:off x="6799000" y="3306350"/>
              <a:ext cx="53050" cy="80425"/>
            </a:xfrm>
            <a:custGeom>
              <a:avLst/>
              <a:gdLst/>
              <a:ahLst/>
              <a:cxnLst/>
              <a:rect l="l" t="t" r="r" b="b"/>
              <a:pathLst>
                <a:path w="2122" h="3217" extrusionOk="0">
                  <a:moveTo>
                    <a:pt x="0" y="1"/>
                  </a:moveTo>
                  <a:cubicBezTo>
                    <a:pt x="734" y="1"/>
                    <a:pt x="734" y="3217"/>
                    <a:pt x="0" y="3217"/>
                  </a:cubicBezTo>
                  <a:lnTo>
                    <a:pt x="2122" y="3217"/>
                  </a:lnTo>
                  <a:cubicBezTo>
                    <a:pt x="1399" y="3217"/>
                    <a:pt x="1399" y="1"/>
                    <a:pt x="21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5" name="Google Shape;12285;p124"/>
            <p:cNvSpPr/>
            <p:nvPr/>
          </p:nvSpPr>
          <p:spPr>
            <a:xfrm>
              <a:off x="6793350" y="3001125"/>
              <a:ext cx="64350" cy="59550"/>
            </a:xfrm>
            <a:custGeom>
              <a:avLst/>
              <a:gdLst/>
              <a:ahLst/>
              <a:cxnLst/>
              <a:rect l="l" t="t" r="r" b="b"/>
              <a:pathLst>
                <a:path w="2574" h="2382" extrusionOk="0">
                  <a:moveTo>
                    <a:pt x="1287" y="0"/>
                  </a:moveTo>
                  <a:cubicBezTo>
                    <a:pt x="576" y="0"/>
                    <a:pt x="1" y="531"/>
                    <a:pt x="1" y="1185"/>
                  </a:cubicBezTo>
                  <a:cubicBezTo>
                    <a:pt x="1" y="1840"/>
                    <a:pt x="576" y="2381"/>
                    <a:pt x="1287" y="2381"/>
                  </a:cubicBezTo>
                  <a:cubicBezTo>
                    <a:pt x="1998" y="2381"/>
                    <a:pt x="2573" y="1840"/>
                    <a:pt x="2573" y="1185"/>
                  </a:cubicBezTo>
                  <a:cubicBezTo>
                    <a:pt x="2573" y="531"/>
                    <a:pt x="1998" y="0"/>
                    <a:pt x="12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6" name="Google Shape;12286;p124"/>
            <p:cNvSpPr/>
            <p:nvPr/>
          </p:nvSpPr>
          <p:spPr>
            <a:xfrm>
              <a:off x="6786875" y="3266575"/>
              <a:ext cx="77300" cy="73100"/>
            </a:xfrm>
            <a:custGeom>
              <a:avLst/>
              <a:gdLst/>
              <a:ahLst/>
              <a:cxnLst/>
              <a:rect l="l" t="t" r="r" b="b"/>
              <a:pathLst>
                <a:path w="3092" h="2924" extrusionOk="0">
                  <a:moveTo>
                    <a:pt x="1546" y="1"/>
                  </a:moveTo>
                  <a:cubicBezTo>
                    <a:pt x="700" y="1"/>
                    <a:pt x="0" y="655"/>
                    <a:pt x="0" y="1468"/>
                  </a:cubicBezTo>
                  <a:cubicBezTo>
                    <a:pt x="0" y="2269"/>
                    <a:pt x="700" y="2923"/>
                    <a:pt x="1546" y="2923"/>
                  </a:cubicBezTo>
                  <a:cubicBezTo>
                    <a:pt x="2404" y="2923"/>
                    <a:pt x="3092" y="2269"/>
                    <a:pt x="3092" y="1468"/>
                  </a:cubicBezTo>
                  <a:cubicBezTo>
                    <a:pt x="3092" y="655"/>
                    <a:pt x="2404" y="1"/>
                    <a:pt x="15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7" name="Google Shape;12287;p124"/>
            <p:cNvSpPr/>
            <p:nvPr/>
          </p:nvSpPr>
          <p:spPr>
            <a:xfrm>
              <a:off x="6664625" y="3372375"/>
              <a:ext cx="321850" cy="71675"/>
            </a:xfrm>
            <a:custGeom>
              <a:avLst/>
              <a:gdLst/>
              <a:ahLst/>
              <a:cxnLst/>
              <a:rect l="l" t="t" r="r" b="b"/>
              <a:pathLst>
                <a:path w="12874" h="2867" extrusionOk="0">
                  <a:moveTo>
                    <a:pt x="6323" y="0"/>
                  </a:moveTo>
                  <a:cubicBezTo>
                    <a:pt x="6312" y="0"/>
                    <a:pt x="6301" y="12"/>
                    <a:pt x="6289" y="12"/>
                  </a:cubicBezTo>
                  <a:lnTo>
                    <a:pt x="6267" y="12"/>
                  </a:lnTo>
                  <a:cubicBezTo>
                    <a:pt x="6233" y="23"/>
                    <a:pt x="6199" y="23"/>
                    <a:pt x="6176" y="34"/>
                  </a:cubicBezTo>
                  <a:cubicBezTo>
                    <a:pt x="4939" y="305"/>
                    <a:pt x="3672" y="2291"/>
                    <a:pt x="2289" y="2291"/>
                  </a:cubicBezTo>
                  <a:cubicBezTo>
                    <a:pt x="2171" y="2291"/>
                    <a:pt x="2053" y="2277"/>
                    <a:pt x="1934" y="2246"/>
                  </a:cubicBezTo>
                  <a:cubicBezTo>
                    <a:pt x="1574" y="2151"/>
                    <a:pt x="1264" y="2110"/>
                    <a:pt x="1010" y="2110"/>
                  </a:cubicBezTo>
                  <a:cubicBezTo>
                    <a:pt x="268" y="2110"/>
                    <a:pt x="1" y="2463"/>
                    <a:pt x="354" y="2866"/>
                  </a:cubicBezTo>
                  <a:lnTo>
                    <a:pt x="12529" y="2866"/>
                  </a:lnTo>
                  <a:cubicBezTo>
                    <a:pt x="12873" y="2464"/>
                    <a:pt x="12606" y="2105"/>
                    <a:pt x="11867" y="2105"/>
                  </a:cubicBezTo>
                  <a:cubicBezTo>
                    <a:pt x="11611" y="2105"/>
                    <a:pt x="11300" y="2147"/>
                    <a:pt x="10938" y="2246"/>
                  </a:cubicBezTo>
                  <a:lnTo>
                    <a:pt x="10950" y="2246"/>
                  </a:lnTo>
                  <a:cubicBezTo>
                    <a:pt x="10830" y="2277"/>
                    <a:pt x="10712" y="2291"/>
                    <a:pt x="10595" y="2291"/>
                  </a:cubicBezTo>
                  <a:cubicBezTo>
                    <a:pt x="9211" y="2291"/>
                    <a:pt x="7945" y="305"/>
                    <a:pt x="6707" y="34"/>
                  </a:cubicBezTo>
                  <a:cubicBezTo>
                    <a:pt x="6673" y="23"/>
                    <a:pt x="6639" y="12"/>
                    <a:pt x="6605" y="12"/>
                  </a:cubicBezTo>
                  <a:lnTo>
                    <a:pt x="6594" y="12"/>
                  </a:lnTo>
                  <a:cubicBezTo>
                    <a:pt x="6583" y="12"/>
                    <a:pt x="6571" y="0"/>
                    <a:pt x="6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8" name="Google Shape;12288;p124"/>
            <p:cNvSpPr/>
            <p:nvPr/>
          </p:nvSpPr>
          <p:spPr>
            <a:xfrm>
              <a:off x="6573300" y="2805050"/>
              <a:ext cx="504450" cy="251400"/>
            </a:xfrm>
            <a:custGeom>
              <a:avLst/>
              <a:gdLst/>
              <a:ahLst/>
              <a:cxnLst/>
              <a:rect l="l" t="t" r="r" b="b"/>
              <a:pathLst>
                <a:path w="20178" h="10056" extrusionOk="0">
                  <a:moveTo>
                    <a:pt x="9829" y="1"/>
                  </a:moveTo>
                  <a:cubicBezTo>
                    <a:pt x="4915" y="1"/>
                    <a:pt x="1" y="204"/>
                    <a:pt x="1" y="610"/>
                  </a:cubicBezTo>
                  <a:lnTo>
                    <a:pt x="1" y="9852"/>
                  </a:lnTo>
                  <a:cubicBezTo>
                    <a:pt x="1" y="9852"/>
                    <a:pt x="358" y="10055"/>
                    <a:pt x="874" y="10055"/>
                  </a:cubicBezTo>
                  <a:cubicBezTo>
                    <a:pt x="1096" y="10055"/>
                    <a:pt x="1349" y="10017"/>
                    <a:pt x="1615" y="9908"/>
                  </a:cubicBezTo>
                  <a:cubicBezTo>
                    <a:pt x="2029" y="9739"/>
                    <a:pt x="2463" y="9681"/>
                    <a:pt x="2891" y="9681"/>
                  </a:cubicBezTo>
                  <a:cubicBezTo>
                    <a:pt x="3801" y="9681"/>
                    <a:pt x="4686" y="9942"/>
                    <a:pt x="5316" y="9942"/>
                  </a:cubicBezTo>
                  <a:cubicBezTo>
                    <a:pt x="6187" y="9942"/>
                    <a:pt x="7018" y="8811"/>
                    <a:pt x="8187" y="8811"/>
                  </a:cubicBezTo>
                  <a:cubicBezTo>
                    <a:pt x="8259" y="8811"/>
                    <a:pt x="8333" y="8816"/>
                    <a:pt x="8408" y="8825"/>
                  </a:cubicBezTo>
                  <a:cubicBezTo>
                    <a:pt x="9663" y="8968"/>
                    <a:pt x="10962" y="9842"/>
                    <a:pt x="12219" y="9842"/>
                  </a:cubicBezTo>
                  <a:cubicBezTo>
                    <a:pt x="12250" y="9842"/>
                    <a:pt x="12281" y="9842"/>
                    <a:pt x="12312" y="9841"/>
                  </a:cubicBezTo>
                  <a:cubicBezTo>
                    <a:pt x="13496" y="9789"/>
                    <a:pt x="15513" y="9010"/>
                    <a:pt x="16494" y="9010"/>
                  </a:cubicBezTo>
                  <a:cubicBezTo>
                    <a:pt x="16579" y="9010"/>
                    <a:pt x="16656" y="9016"/>
                    <a:pt x="16724" y="9028"/>
                  </a:cubicBezTo>
                  <a:cubicBezTo>
                    <a:pt x="17550" y="9169"/>
                    <a:pt x="18155" y="9844"/>
                    <a:pt x="19025" y="9844"/>
                  </a:cubicBezTo>
                  <a:cubicBezTo>
                    <a:pt x="19059" y="9844"/>
                    <a:pt x="19093" y="9843"/>
                    <a:pt x="19128" y="9841"/>
                  </a:cubicBezTo>
                  <a:cubicBezTo>
                    <a:pt x="20053" y="9795"/>
                    <a:pt x="20177" y="9175"/>
                    <a:pt x="20177" y="9175"/>
                  </a:cubicBezTo>
                  <a:lnTo>
                    <a:pt x="19658" y="610"/>
                  </a:lnTo>
                  <a:cubicBezTo>
                    <a:pt x="19658" y="204"/>
                    <a:pt x="14744" y="1"/>
                    <a:pt x="98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9" name="Google Shape;12289;p124"/>
            <p:cNvSpPr/>
            <p:nvPr/>
          </p:nvSpPr>
          <p:spPr>
            <a:xfrm>
              <a:off x="6573300" y="2814075"/>
              <a:ext cx="18925" cy="242075"/>
            </a:xfrm>
            <a:custGeom>
              <a:avLst/>
              <a:gdLst/>
              <a:ahLst/>
              <a:cxnLst/>
              <a:rect l="l" t="t" r="r" b="b"/>
              <a:pathLst>
                <a:path w="757" h="9683" extrusionOk="0">
                  <a:moveTo>
                    <a:pt x="757" y="1"/>
                  </a:moveTo>
                  <a:lnTo>
                    <a:pt x="757" y="1"/>
                  </a:lnTo>
                  <a:cubicBezTo>
                    <a:pt x="283" y="69"/>
                    <a:pt x="1" y="159"/>
                    <a:pt x="1" y="249"/>
                  </a:cubicBezTo>
                  <a:lnTo>
                    <a:pt x="1" y="9491"/>
                  </a:lnTo>
                  <a:cubicBezTo>
                    <a:pt x="1" y="9491"/>
                    <a:pt x="272" y="9649"/>
                    <a:pt x="678" y="9683"/>
                  </a:cubicBezTo>
                  <a:cubicBezTo>
                    <a:pt x="554" y="8250"/>
                    <a:pt x="486" y="6771"/>
                    <a:pt x="486" y="5248"/>
                  </a:cubicBezTo>
                  <a:cubicBezTo>
                    <a:pt x="486" y="3443"/>
                    <a:pt x="576" y="1682"/>
                    <a:pt x="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0" name="Google Shape;12290;p124"/>
            <p:cNvSpPr/>
            <p:nvPr/>
          </p:nvSpPr>
          <p:spPr>
            <a:xfrm>
              <a:off x="7052050" y="2814925"/>
              <a:ext cx="25700" cy="235875"/>
            </a:xfrm>
            <a:custGeom>
              <a:avLst/>
              <a:gdLst/>
              <a:ahLst/>
              <a:cxnLst/>
              <a:rect l="l" t="t" r="r" b="b"/>
              <a:pathLst>
                <a:path w="1028" h="9435" extrusionOk="0">
                  <a:moveTo>
                    <a:pt x="0" y="1"/>
                  </a:moveTo>
                  <a:lnTo>
                    <a:pt x="0" y="1"/>
                  </a:lnTo>
                  <a:cubicBezTo>
                    <a:pt x="169" y="1682"/>
                    <a:pt x="260" y="3420"/>
                    <a:pt x="260" y="5214"/>
                  </a:cubicBezTo>
                  <a:cubicBezTo>
                    <a:pt x="260" y="6658"/>
                    <a:pt x="203" y="8069"/>
                    <a:pt x="90" y="9434"/>
                  </a:cubicBezTo>
                  <a:cubicBezTo>
                    <a:pt x="903" y="9344"/>
                    <a:pt x="1027" y="8780"/>
                    <a:pt x="1027" y="8780"/>
                  </a:cubicBezTo>
                  <a:lnTo>
                    <a:pt x="497" y="215"/>
                  </a:lnTo>
                  <a:lnTo>
                    <a:pt x="508" y="215"/>
                  </a:lnTo>
                  <a:cubicBezTo>
                    <a:pt x="508" y="136"/>
                    <a:pt x="327" y="68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1" name="Google Shape;12291;p124"/>
            <p:cNvSpPr/>
            <p:nvPr/>
          </p:nvSpPr>
          <p:spPr>
            <a:xfrm>
              <a:off x="6573300" y="2805050"/>
              <a:ext cx="492025" cy="39425"/>
            </a:xfrm>
            <a:custGeom>
              <a:avLst/>
              <a:gdLst/>
              <a:ahLst/>
              <a:cxnLst/>
              <a:rect l="l" t="t" r="r" b="b"/>
              <a:pathLst>
                <a:path w="19681" h="1577" extrusionOk="0">
                  <a:moveTo>
                    <a:pt x="9829" y="1"/>
                  </a:moveTo>
                  <a:cubicBezTo>
                    <a:pt x="4915" y="1"/>
                    <a:pt x="1" y="204"/>
                    <a:pt x="1" y="610"/>
                  </a:cubicBezTo>
                  <a:lnTo>
                    <a:pt x="1" y="644"/>
                  </a:lnTo>
                  <a:cubicBezTo>
                    <a:pt x="1331" y="1251"/>
                    <a:pt x="2626" y="1404"/>
                    <a:pt x="4085" y="1404"/>
                  </a:cubicBezTo>
                  <a:cubicBezTo>
                    <a:pt x="5584" y="1404"/>
                    <a:pt x="7257" y="1242"/>
                    <a:pt x="9322" y="1242"/>
                  </a:cubicBezTo>
                  <a:cubicBezTo>
                    <a:pt x="11545" y="1242"/>
                    <a:pt x="14112" y="1577"/>
                    <a:pt x="16338" y="1577"/>
                  </a:cubicBezTo>
                  <a:cubicBezTo>
                    <a:pt x="17604" y="1577"/>
                    <a:pt x="18760" y="1469"/>
                    <a:pt x="19681" y="1129"/>
                  </a:cubicBezTo>
                  <a:lnTo>
                    <a:pt x="19658" y="610"/>
                  </a:lnTo>
                  <a:cubicBezTo>
                    <a:pt x="19658" y="204"/>
                    <a:pt x="14744" y="1"/>
                    <a:pt x="9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2" name="Google Shape;12292;p124"/>
            <p:cNvSpPr/>
            <p:nvPr/>
          </p:nvSpPr>
          <p:spPr>
            <a:xfrm>
              <a:off x="6922850" y="2955150"/>
              <a:ext cx="92825" cy="88300"/>
            </a:xfrm>
            <a:custGeom>
              <a:avLst/>
              <a:gdLst/>
              <a:ahLst/>
              <a:cxnLst/>
              <a:rect l="l" t="t" r="r" b="b"/>
              <a:pathLst>
                <a:path w="3713" h="3532" extrusionOk="0">
                  <a:moveTo>
                    <a:pt x="1851" y="0"/>
                  </a:moveTo>
                  <a:cubicBezTo>
                    <a:pt x="948" y="0"/>
                    <a:pt x="158" y="2325"/>
                    <a:pt x="0" y="3532"/>
                  </a:cubicBezTo>
                  <a:cubicBezTo>
                    <a:pt x="939" y="3295"/>
                    <a:pt x="1912" y="3006"/>
                    <a:pt x="2511" y="3006"/>
                  </a:cubicBezTo>
                  <a:cubicBezTo>
                    <a:pt x="2596" y="3006"/>
                    <a:pt x="2673" y="3012"/>
                    <a:pt x="2742" y="3024"/>
                  </a:cubicBezTo>
                  <a:cubicBezTo>
                    <a:pt x="3092" y="3081"/>
                    <a:pt x="3397" y="3239"/>
                    <a:pt x="3713" y="3397"/>
                  </a:cubicBezTo>
                  <a:cubicBezTo>
                    <a:pt x="3498" y="1997"/>
                    <a:pt x="2753" y="0"/>
                    <a:pt x="18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3" name="Google Shape;12293;p124"/>
            <p:cNvSpPr/>
            <p:nvPr/>
          </p:nvSpPr>
          <p:spPr>
            <a:xfrm>
              <a:off x="6725075" y="2852175"/>
              <a:ext cx="132625" cy="196075"/>
            </a:xfrm>
            <a:custGeom>
              <a:avLst/>
              <a:gdLst/>
              <a:ahLst/>
              <a:cxnLst/>
              <a:rect l="l" t="t" r="r" b="b"/>
              <a:pathLst>
                <a:path w="5305" h="7843" extrusionOk="0">
                  <a:moveTo>
                    <a:pt x="2574" y="0"/>
                  </a:moveTo>
                  <a:cubicBezTo>
                    <a:pt x="1298" y="0"/>
                    <a:pt x="305" y="4909"/>
                    <a:pt x="1" y="7820"/>
                  </a:cubicBezTo>
                  <a:cubicBezTo>
                    <a:pt x="634" y="7488"/>
                    <a:pt x="1296" y="6927"/>
                    <a:pt x="2118" y="6927"/>
                  </a:cubicBezTo>
                  <a:cubicBezTo>
                    <a:pt x="2190" y="6927"/>
                    <a:pt x="2262" y="6931"/>
                    <a:pt x="2337" y="6940"/>
                  </a:cubicBezTo>
                  <a:cubicBezTo>
                    <a:pt x="3318" y="7053"/>
                    <a:pt x="4323" y="7606"/>
                    <a:pt x="5304" y="7843"/>
                  </a:cubicBezTo>
                  <a:cubicBezTo>
                    <a:pt x="5011" y="4920"/>
                    <a:pt x="3849" y="0"/>
                    <a:pt x="25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4" name="Google Shape;12294;p124"/>
            <p:cNvSpPr/>
            <p:nvPr/>
          </p:nvSpPr>
          <p:spPr>
            <a:xfrm>
              <a:off x="6595600" y="2886575"/>
              <a:ext cx="57850" cy="169875"/>
            </a:xfrm>
            <a:custGeom>
              <a:avLst/>
              <a:gdLst/>
              <a:ahLst/>
              <a:cxnLst/>
              <a:rect l="l" t="t" r="r" b="b"/>
              <a:pathLst>
                <a:path w="2314" h="6795" extrusionOk="0">
                  <a:moveTo>
                    <a:pt x="993" y="1"/>
                  </a:moveTo>
                  <a:cubicBezTo>
                    <a:pt x="429" y="1"/>
                    <a:pt x="124" y="4142"/>
                    <a:pt x="0" y="6794"/>
                  </a:cubicBezTo>
                  <a:cubicBezTo>
                    <a:pt x="215" y="6794"/>
                    <a:pt x="463" y="6749"/>
                    <a:pt x="723" y="6647"/>
                  </a:cubicBezTo>
                  <a:cubicBezTo>
                    <a:pt x="1131" y="6478"/>
                    <a:pt x="1554" y="6422"/>
                    <a:pt x="1974" y="6422"/>
                  </a:cubicBezTo>
                  <a:cubicBezTo>
                    <a:pt x="2088" y="6422"/>
                    <a:pt x="2201" y="6426"/>
                    <a:pt x="2314" y="6433"/>
                  </a:cubicBezTo>
                  <a:cubicBezTo>
                    <a:pt x="2156" y="3962"/>
                    <a:pt x="1524" y="1"/>
                    <a:pt x="9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5" name="Google Shape;12295;p124"/>
            <p:cNvSpPr/>
            <p:nvPr/>
          </p:nvSpPr>
          <p:spPr>
            <a:xfrm>
              <a:off x="6761750" y="3380275"/>
              <a:ext cx="63775" cy="36975"/>
            </a:xfrm>
            <a:custGeom>
              <a:avLst/>
              <a:gdLst/>
              <a:ahLst/>
              <a:cxnLst/>
              <a:rect l="l" t="t" r="r" b="b"/>
              <a:pathLst>
                <a:path w="2551" h="1479" extrusionOk="0">
                  <a:moveTo>
                    <a:pt x="2269" y="0"/>
                  </a:moveTo>
                  <a:lnTo>
                    <a:pt x="2246" y="12"/>
                  </a:lnTo>
                  <a:lnTo>
                    <a:pt x="2235" y="12"/>
                  </a:lnTo>
                  <a:cubicBezTo>
                    <a:pt x="2212" y="12"/>
                    <a:pt x="2179" y="12"/>
                    <a:pt x="2156" y="23"/>
                  </a:cubicBezTo>
                  <a:cubicBezTo>
                    <a:pt x="1468" y="181"/>
                    <a:pt x="757" y="1050"/>
                    <a:pt x="1" y="1478"/>
                  </a:cubicBezTo>
                  <a:cubicBezTo>
                    <a:pt x="91" y="1478"/>
                    <a:pt x="170" y="1467"/>
                    <a:pt x="249" y="1456"/>
                  </a:cubicBezTo>
                  <a:cubicBezTo>
                    <a:pt x="1513" y="1275"/>
                    <a:pt x="2495" y="643"/>
                    <a:pt x="2551" y="23"/>
                  </a:cubicBezTo>
                  <a:cubicBezTo>
                    <a:pt x="2528" y="23"/>
                    <a:pt x="2506" y="12"/>
                    <a:pt x="2483" y="12"/>
                  </a:cubicBezTo>
                  <a:lnTo>
                    <a:pt x="2472" y="12"/>
                  </a:lnTo>
                  <a:lnTo>
                    <a:pt x="24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6" name="Google Shape;12296;p124"/>
            <p:cNvSpPr/>
            <p:nvPr/>
          </p:nvSpPr>
          <p:spPr>
            <a:xfrm>
              <a:off x="6806900" y="3285475"/>
              <a:ext cx="37525" cy="35575"/>
            </a:xfrm>
            <a:custGeom>
              <a:avLst/>
              <a:gdLst/>
              <a:ahLst/>
              <a:cxnLst/>
              <a:rect l="l" t="t" r="r" b="b"/>
              <a:pathLst>
                <a:path w="1501" h="1423" extrusionOk="0">
                  <a:moveTo>
                    <a:pt x="745" y="1"/>
                  </a:moveTo>
                  <a:cubicBezTo>
                    <a:pt x="327" y="1"/>
                    <a:pt x="0" y="317"/>
                    <a:pt x="0" y="712"/>
                  </a:cubicBezTo>
                  <a:cubicBezTo>
                    <a:pt x="0" y="1095"/>
                    <a:pt x="327" y="1423"/>
                    <a:pt x="745" y="1423"/>
                  </a:cubicBezTo>
                  <a:cubicBezTo>
                    <a:pt x="1162" y="1423"/>
                    <a:pt x="1501" y="1095"/>
                    <a:pt x="1501" y="712"/>
                  </a:cubicBezTo>
                  <a:cubicBezTo>
                    <a:pt x="1501" y="317"/>
                    <a:pt x="1162" y="1"/>
                    <a:pt x="7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7" name="Google Shape;12297;p124"/>
            <p:cNvSpPr/>
            <p:nvPr/>
          </p:nvSpPr>
          <p:spPr>
            <a:xfrm>
              <a:off x="6630575" y="2890250"/>
              <a:ext cx="427700" cy="27675"/>
            </a:xfrm>
            <a:custGeom>
              <a:avLst/>
              <a:gdLst/>
              <a:ahLst/>
              <a:cxnLst/>
              <a:rect l="l" t="t" r="r" b="b"/>
              <a:pathLst>
                <a:path w="17108" h="1107" extrusionOk="0">
                  <a:moveTo>
                    <a:pt x="17085" y="170"/>
                  </a:moveTo>
                  <a:cubicBezTo>
                    <a:pt x="15325" y="271"/>
                    <a:pt x="13147" y="452"/>
                    <a:pt x="11691" y="463"/>
                  </a:cubicBezTo>
                  <a:lnTo>
                    <a:pt x="11510" y="463"/>
                  </a:lnTo>
                  <a:cubicBezTo>
                    <a:pt x="10258" y="463"/>
                    <a:pt x="8983" y="339"/>
                    <a:pt x="7719" y="215"/>
                  </a:cubicBezTo>
                  <a:lnTo>
                    <a:pt x="7719" y="215"/>
                  </a:lnTo>
                  <a:cubicBezTo>
                    <a:pt x="7798" y="418"/>
                    <a:pt x="7866" y="621"/>
                    <a:pt x="7945" y="847"/>
                  </a:cubicBezTo>
                  <a:cubicBezTo>
                    <a:pt x="9141" y="960"/>
                    <a:pt x="10337" y="1084"/>
                    <a:pt x="11510" y="1084"/>
                  </a:cubicBezTo>
                  <a:lnTo>
                    <a:pt x="11691" y="1084"/>
                  </a:lnTo>
                  <a:cubicBezTo>
                    <a:pt x="13158" y="1061"/>
                    <a:pt x="15347" y="881"/>
                    <a:pt x="17107" y="779"/>
                  </a:cubicBezTo>
                  <a:cubicBezTo>
                    <a:pt x="17096" y="576"/>
                    <a:pt x="17096" y="373"/>
                    <a:pt x="17085" y="170"/>
                  </a:cubicBezTo>
                  <a:close/>
                  <a:moveTo>
                    <a:pt x="4548" y="1"/>
                  </a:moveTo>
                  <a:cubicBezTo>
                    <a:pt x="2720" y="1"/>
                    <a:pt x="1355" y="418"/>
                    <a:pt x="1" y="497"/>
                  </a:cubicBezTo>
                  <a:cubicBezTo>
                    <a:pt x="57" y="678"/>
                    <a:pt x="113" y="881"/>
                    <a:pt x="170" y="1106"/>
                  </a:cubicBezTo>
                  <a:cubicBezTo>
                    <a:pt x="1468" y="994"/>
                    <a:pt x="2799" y="610"/>
                    <a:pt x="4548" y="610"/>
                  </a:cubicBezTo>
                  <a:cubicBezTo>
                    <a:pt x="4661" y="610"/>
                    <a:pt x="4785" y="610"/>
                    <a:pt x="4909" y="621"/>
                  </a:cubicBezTo>
                  <a:cubicBezTo>
                    <a:pt x="4977" y="407"/>
                    <a:pt x="5045" y="204"/>
                    <a:pt x="5124" y="12"/>
                  </a:cubicBezTo>
                  <a:lnTo>
                    <a:pt x="4920" y="12"/>
                  </a:lnTo>
                  <a:cubicBezTo>
                    <a:pt x="4796" y="1"/>
                    <a:pt x="4672" y="1"/>
                    <a:pt x="45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8" name="Google Shape;12298;p124"/>
            <p:cNvSpPr/>
            <p:nvPr/>
          </p:nvSpPr>
          <p:spPr>
            <a:xfrm>
              <a:off x="7057675" y="2893650"/>
              <a:ext cx="12175" cy="16100"/>
            </a:xfrm>
            <a:custGeom>
              <a:avLst/>
              <a:gdLst/>
              <a:ahLst/>
              <a:cxnLst/>
              <a:rect l="l" t="t" r="r" b="b"/>
              <a:pathLst>
                <a:path w="487" h="644" extrusionOk="0">
                  <a:moveTo>
                    <a:pt x="452" y="0"/>
                  </a:moveTo>
                  <a:cubicBezTo>
                    <a:pt x="306" y="11"/>
                    <a:pt x="148" y="23"/>
                    <a:pt x="1" y="34"/>
                  </a:cubicBezTo>
                  <a:cubicBezTo>
                    <a:pt x="12" y="237"/>
                    <a:pt x="12" y="440"/>
                    <a:pt x="23" y="643"/>
                  </a:cubicBezTo>
                  <a:cubicBezTo>
                    <a:pt x="181" y="632"/>
                    <a:pt x="339" y="621"/>
                    <a:pt x="486" y="609"/>
                  </a:cubicBezTo>
                  <a:lnTo>
                    <a:pt x="45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9" name="Google Shape;12299;p124"/>
            <p:cNvSpPr/>
            <p:nvPr/>
          </p:nvSpPr>
          <p:spPr>
            <a:xfrm>
              <a:off x="6753300" y="2890525"/>
              <a:ext cx="75900" cy="20900"/>
            </a:xfrm>
            <a:custGeom>
              <a:avLst/>
              <a:gdLst/>
              <a:ahLst/>
              <a:cxnLst/>
              <a:rect l="l" t="t" r="r" b="b"/>
              <a:pathLst>
                <a:path w="3036" h="836" extrusionOk="0">
                  <a:moveTo>
                    <a:pt x="215" y="1"/>
                  </a:moveTo>
                  <a:cubicBezTo>
                    <a:pt x="136" y="193"/>
                    <a:pt x="68" y="396"/>
                    <a:pt x="0" y="610"/>
                  </a:cubicBezTo>
                  <a:lnTo>
                    <a:pt x="11" y="610"/>
                  </a:lnTo>
                  <a:cubicBezTo>
                    <a:pt x="1004" y="644"/>
                    <a:pt x="2020" y="734"/>
                    <a:pt x="3036" y="836"/>
                  </a:cubicBezTo>
                  <a:cubicBezTo>
                    <a:pt x="2957" y="610"/>
                    <a:pt x="2889" y="407"/>
                    <a:pt x="2810" y="204"/>
                  </a:cubicBezTo>
                  <a:cubicBezTo>
                    <a:pt x="1941" y="114"/>
                    <a:pt x="1072" y="35"/>
                    <a:pt x="21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0" name="Google Shape;12300;p124"/>
            <p:cNvSpPr/>
            <p:nvPr/>
          </p:nvSpPr>
          <p:spPr>
            <a:xfrm>
              <a:off x="6585725" y="2902100"/>
              <a:ext cx="25400" cy="16100"/>
            </a:xfrm>
            <a:custGeom>
              <a:avLst/>
              <a:gdLst/>
              <a:ahLst/>
              <a:cxnLst/>
              <a:rect l="l" t="t" r="r" b="b"/>
              <a:pathLst>
                <a:path w="1016" h="644" extrusionOk="0">
                  <a:moveTo>
                    <a:pt x="12" y="1"/>
                  </a:moveTo>
                  <a:lnTo>
                    <a:pt x="12" y="12"/>
                  </a:lnTo>
                  <a:cubicBezTo>
                    <a:pt x="12" y="215"/>
                    <a:pt x="0" y="418"/>
                    <a:pt x="0" y="621"/>
                  </a:cubicBezTo>
                  <a:cubicBezTo>
                    <a:pt x="316" y="632"/>
                    <a:pt x="610" y="644"/>
                    <a:pt x="892" y="644"/>
                  </a:cubicBezTo>
                  <a:cubicBezTo>
                    <a:pt x="937" y="418"/>
                    <a:pt x="971" y="215"/>
                    <a:pt x="1016" y="34"/>
                  </a:cubicBezTo>
                  <a:cubicBezTo>
                    <a:pt x="711" y="34"/>
                    <a:pt x="373" y="23"/>
                    <a:pt x="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1" name="Google Shape;12301;p124"/>
            <p:cNvSpPr/>
            <p:nvPr/>
          </p:nvSpPr>
          <p:spPr>
            <a:xfrm>
              <a:off x="6573300" y="2901825"/>
              <a:ext cx="12725" cy="15825"/>
            </a:xfrm>
            <a:custGeom>
              <a:avLst/>
              <a:gdLst/>
              <a:ahLst/>
              <a:cxnLst/>
              <a:rect l="l" t="t" r="r" b="b"/>
              <a:pathLst>
                <a:path w="509" h="633" extrusionOk="0">
                  <a:moveTo>
                    <a:pt x="1" y="0"/>
                  </a:moveTo>
                  <a:lnTo>
                    <a:pt x="1" y="610"/>
                  </a:lnTo>
                  <a:cubicBezTo>
                    <a:pt x="170" y="621"/>
                    <a:pt x="339" y="621"/>
                    <a:pt x="497" y="632"/>
                  </a:cubicBezTo>
                  <a:cubicBezTo>
                    <a:pt x="497" y="429"/>
                    <a:pt x="509" y="226"/>
                    <a:pt x="509" y="23"/>
                  </a:cubicBezTo>
                  <a:cubicBezTo>
                    <a:pt x="351" y="12"/>
                    <a:pt x="181" y="0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2" name="Google Shape;12302;p124"/>
            <p:cNvSpPr/>
            <p:nvPr/>
          </p:nvSpPr>
          <p:spPr>
            <a:xfrm>
              <a:off x="6608000" y="2902675"/>
              <a:ext cx="26825" cy="15825"/>
            </a:xfrm>
            <a:custGeom>
              <a:avLst/>
              <a:gdLst/>
              <a:ahLst/>
              <a:cxnLst/>
              <a:rect l="l" t="t" r="r" b="b"/>
              <a:pathLst>
                <a:path w="1073" h="633" extrusionOk="0">
                  <a:moveTo>
                    <a:pt x="904" y="0"/>
                  </a:moveTo>
                  <a:cubicBezTo>
                    <a:pt x="746" y="11"/>
                    <a:pt x="588" y="23"/>
                    <a:pt x="441" y="23"/>
                  </a:cubicBezTo>
                  <a:cubicBezTo>
                    <a:pt x="339" y="23"/>
                    <a:pt x="238" y="23"/>
                    <a:pt x="125" y="11"/>
                  </a:cubicBezTo>
                  <a:cubicBezTo>
                    <a:pt x="80" y="192"/>
                    <a:pt x="46" y="395"/>
                    <a:pt x="1" y="632"/>
                  </a:cubicBezTo>
                  <a:lnTo>
                    <a:pt x="441" y="632"/>
                  </a:lnTo>
                  <a:cubicBezTo>
                    <a:pt x="644" y="632"/>
                    <a:pt x="858" y="621"/>
                    <a:pt x="1073" y="609"/>
                  </a:cubicBezTo>
                  <a:cubicBezTo>
                    <a:pt x="1016" y="384"/>
                    <a:pt x="960" y="181"/>
                    <a:pt x="90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3" name="Google Shape;12303;p124"/>
            <p:cNvSpPr/>
            <p:nvPr/>
          </p:nvSpPr>
          <p:spPr>
            <a:xfrm>
              <a:off x="7070650" y="2920450"/>
              <a:ext cx="1175" cy="6225"/>
            </a:xfrm>
            <a:custGeom>
              <a:avLst/>
              <a:gdLst/>
              <a:ahLst/>
              <a:cxnLst/>
              <a:rect l="l" t="t" r="r" b="b"/>
              <a:pathLst>
                <a:path w="47" h="249" extrusionOk="0">
                  <a:moveTo>
                    <a:pt x="1" y="0"/>
                  </a:moveTo>
                  <a:lnTo>
                    <a:pt x="1" y="11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1" y="0"/>
                  </a:lnTo>
                  <a:close/>
                  <a:moveTo>
                    <a:pt x="3" y="22"/>
                  </a:moveTo>
                  <a:lnTo>
                    <a:pt x="24" y="248"/>
                  </a:lnTo>
                  <a:lnTo>
                    <a:pt x="46" y="248"/>
                  </a:lnTo>
                  <a:lnTo>
                    <a:pt x="3" y="22"/>
                  </a:lnTo>
                  <a:close/>
                </a:path>
              </a:pathLst>
            </a:custGeom>
            <a:solidFill>
              <a:srgbClr val="FFDD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4" name="Google Shape;12304;p124"/>
            <p:cNvSpPr/>
            <p:nvPr/>
          </p:nvSpPr>
          <p:spPr>
            <a:xfrm>
              <a:off x="6637350" y="2916775"/>
              <a:ext cx="421200" cy="18350"/>
            </a:xfrm>
            <a:custGeom>
              <a:avLst/>
              <a:gdLst/>
              <a:ahLst/>
              <a:cxnLst/>
              <a:rect l="l" t="t" r="r" b="b"/>
              <a:pathLst>
                <a:path w="16848" h="734" extrusionOk="0">
                  <a:moveTo>
                    <a:pt x="16848" y="170"/>
                  </a:moveTo>
                  <a:cubicBezTo>
                    <a:pt x="15087" y="282"/>
                    <a:pt x="12921" y="452"/>
                    <a:pt x="11476" y="474"/>
                  </a:cubicBezTo>
                  <a:lnTo>
                    <a:pt x="11296" y="474"/>
                  </a:lnTo>
                  <a:cubicBezTo>
                    <a:pt x="10145" y="474"/>
                    <a:pt x="8983" y="361"/>
                    <a:pt x="7820" y="249"/>
                  </a:cubicBezTo>
                  <a:lnTo>
                    <a:pt x="7820" y="249"/>
                  </a:lnTo>
                  <a:cubicBezTo>
                    <a:pt x="7843" y="339"/>
                    <a:pt x="7877" y="418"/>
                    <a:pt x="7899" y="508"/>
                  </a:cubicBezTo>
                  <a:cubicBezTo>
                    <a:pt x="9039" y="621"/>
                    <a:pt x="10167" y="723"/>
                    <a:pt x="11296" y="723"/>
                  </a:cubicBezTo>
                  <a:lnTo>
                    <a:pt x="11476" y="723"/>
                  </a:lnTo>
                  <a:cubicBezTo>
                    <a:pt x="12921" y="711"/>
                    <a:pt x="15087" y="531"/>
                    <a:pt x="16848" y="429"/>
                  </a:cubicBezTo>
                  <a:cubicBezTo>
                    <a:pt x="16848" y="339"/>
                    <a:pt x="16848" y="260"/>
                    <a:pt x="16848" y="170"/>
                  </a:cubicBezTo>
                  <a:close/>
                  <a:moveTo>
                    <a:pt x="4300" y="0"/>
                  </a:moveTo>
                  <a:cubicBezTo>
                    <a:pt x="2584" y="0"/>
                    <a:pt x="1276" y="361"/>
                    <a:pt x="0" y="486"/>
                  </a:cubicBezTo>
                  <a:cubicBezTo>
                    <a:pt x="12" y="565"/>
                    <a:pt x="34" y="644"/>
                    <a:pt x="57" y="734"/>
                  </a:cubicBezTo>
                  <a:cubicBezTo>
                    <a:pt x="1309" y="610"/>
                    <a:pt x="2607" y="260"/>
                    <a:pt x="4300" y="260"/>
                  </a:cubicBezTo>
                  <a:lnTo>
                    <a:pt x="4424" y="260"/>
                  </a:lnTo>
                  <a:cubicBezTo>
                    <a:pt x="4446" y="170"/>
                    <a:pt x="4469" y="91"/>
                    <a:pt x="44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5" name="Google Shape;12305;p124"/>
            <p:cNvSpPr/>
            <p:nvPr/>
          </p:nvSpPr>
          <p:spPr>
            <a:xfrm>
              <a:off x="7058525" y="2920450"/>
              <a:ext cx="12725" cy="7075"/>
            </a:xfrm>
            <a:custGeom>
              <a:avLst/>
              <a:gdLst/>
              <a:ahLst/>
              <a:cxnLst/>
              <a:rect l="l" t="t" r="r" b="b"/>
              <a:pathLst>
                <a:path w="509" h="283" extrusionOk="0">
                  <a:moveTo>
                    <a:pt x="486" y="0"/>
                  </a:moveTo>
                  <a:cubicBezTo>
                    <a:pt x="328" y="11"/>
                    <a:pt x="170" y="11"/>
                    <a:pt x="1" y="23"/>
                  </a:cubicBezTo>
                  <a:cubicBezTo>
                    <a:pt x="1" y="113"/>
                    <a:pt x="1" y="192"/>
                    <a:pt x="1" y="282"/>
                  </a:cubicBezTo>
                  <a:cubicBezTo>
                    <a:pt x="170" y="271"/>
                    <a:pt x="339" y="260"/>
                    <a:pt x="509" y="248"/>
                  </a:cubicBezTo>
                  <a:lnTo>
                    <a:pt x="4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6" name="Google Shape;12306;p124"/>
            <p:cNvSpPr/>
            <p:nvPr/>
          </p:nvSpPr>
          <p:spPr>
            <a:xfrm>
              <a:off x="6747925" y="2917050"/>
              <a:ext cx="86925" cy="12450"/>
            </a:xfrm>
            <a:custGeom>
              <a:avLst/>
              <a:gdLst/>
              <a:ahLst/>
              <a:cxnLst/>
              <a:rect l="l" t="t" r="r" b="b"/>
              <a:pathLst>
                <a:path w="3477" h="498" extrusionOk="0">
                  <a:moveTo>
                    <a:pt x="80" y="1"/>
                  </a:moveTo>
                  <a:cubicBezTo>
                    <a:pt x="46" y="80"/>
                    <a:pt x="23" y="159"/>
                    <a:pt x="1" y="249"/>
                  </a:cubicBezTo>
                  <a:lnTo>
                    <a:pt x="260" y="249"/>
                  </a:lnTo>
                  <a:cubicBezTo>
                    <a:pt x="1321" y="283"/>
                    <a:pt x="2393" y="396"/>
                    <a:pt x="3476" y="497"/>
                  </a:cubicBezTo>
                  <a:cubicBezTo>
                    <a:pt x="3454" y="418"/>
                    <a:pt x="3431" y="328"/>
                    <a:pt x="3397" y="238"/>
                  </a:cubicBezTo>
                  <a:cubicBezTo>
                    <a:pt x="2348" y="136"/>
                    <a:pt x="1298" y="34"/>
                    <a:pt x="2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7" name="Google Shape;12307;p124"/>
            <p:cNvSpPr/>
            <p:nvPr/>
          </p:nvSpPr>
          <p:spPr>
            <a:xfrm>
              <a:off x="6585450" y="2928900"/>
              <a:ext cx="20600" cy="7075"/>
            </a:xfrm>
            <a:custGeom>
              <a:avLst/>
              <a:gdLst/>
              <a:ahLst/>
              <a:cxnLst/>
              <a:rect l="l" t="t" r="r" b="b"/>
              <a:pathLst>
                <a:path w="824" h="283" extrusionOk="0">
                  <a:moveTo>
                    <a:pt x="0" y="1"/>
                  </a:moveTo>
                  <a:cubicBezTo>
                    <a:pt x="0" y="80"/>
                    <a:pt x="0" y="170"/>
                    <a:pt x="0" y="249"/>
                  </a:cubicBezTo>
                  <a:cubicBezTo>
                    <a:pt x="282" y="260"/>
                    <a:pt x="542" y="271"/>
                    <a:pt x="790" y="283"/>
                  </a:cubicBezTo>
                  <a:cubicBezTo>
                    <a:pt x="801" y="192"/>
                    <a:pt x="813" y="113"/>
                    <a:pt x="824" y="23"/>
                  </a:cubicBezTo>
                  <a:cubicBezTo>
                    <a:pt x="564" y="23"/>
                    <a:pt x="293" y="1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8" name="Google Shape;12308;p124"/>
            <p:cNvSpPr/>
            <p:nvPr/>
          </p:nvSpPr>
          <p:spPr>
            <a:xfrm>
              <a:off x="6573300" y="2928350"/>
              <a:ext cx="12175" cy="6775"/>
            </a:xfrm>
            <a:custGeom>
              <a:avLst/>
              <a:gdLst/>
              <a:ahLst/>
              <a:cxnLst/>
              <a:rect l="l" t="t" r="r" b="b"/>
              <a:pathLst>
                <a:path w="487" h="271" extrusionOk="0">
                  <a:moveTo>
                    <a:pt x="1" y="0"/>
                  </a:moveTo>
                  <a:lnTo>
                    <a:pt x="1" y="260"/>
                  </a:lnTo>
                  <a:cubicBezTo>
                    <a:pt x="170" y="260"/>
                    <a:pt x="328" y="271"/>
                    <a:pt x="486" y="271"/>
                  </a:cubicBezTo>
                  <a:cubicBezTo>
                    <a:pt x="486" y="192"/>
                    <a:pt x="486" y="102"/>
                    <a:pt x="486" y="23"/>
                  </a:cubicBezTo>
                  <a:cubicBezTo>
                    <a:pt x="328" y="11"/>
                    <a:pt x="170" y="1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9" name="Google Shape;12309;p124"/>
            <p:cNvSpPr/>
            <p:nvPr/>
          </p:nvSpPr>
          <p:spPr>
            <a:xfrm>
              <a:off x="6605175" y="2928900"/>
              <a:ext cx="33600" cy="7350"/>
            </a:xfrm>
            <a:custGeom>
              <a:avLst/>
              <a:gdLst/>
              <a:ahLst/>
              <a:cxnLst/>
              <a:rect l="l" t="t" r="r" b="b"/>
              <a:pathLst>
                <a:path w="1344" h="294" extrusionOk="0">
                  <a:moveTo>
                    <a:pt x="1287" y="1"/>
                  </a:moveTo>
                  <a:cubicBezTo>
                    <a:pt x="1039" y="23"/>
                    <a:pt x="802" y="34"/>
                    <a:pt x="554" y="34"/>
                  </a:cubicBezTo>
                  <a:cubicBezTo>
                    <a:pt x="396" y="34"/>
                    <a:pt x="227" y="34"/>
                    <a:pt x="35" y="23"/>
                  </a:cubicBezTo>
                  <a:cubicBezTo>
                    <a:pt x="24" y="113"/>
                    <a:pt x="12" y="192"/>
                    <a:pt x="1" y="283"/>
                  </a:cubicBezTo>
                  <a:cubicBezTo>
                    <a:pt x="204" y="283"/>
                    <a:pt x="385" y="294"/>
                    <a:pt x="554" y="294"/>
                  </a:cubicBezTo>
                  <a:cubicBezTo>
                    <a:pt x="813" y="294"/>
                    <a:pt x="1084" y="271"/>
                    <a:pt x="1344" y="249"/>
                  </a:cubicBezTo>
                  <a:cubicBezTo>
                    <a:pt x="1321" y="159"/>
                    <a:pt x="1310" y="80"/>
                    <a:pt x="12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10" name="Google Shape;12310;p124"/>
          <p:cNvGrpSpPr/>
          <p:nvPr/>
        </p:nvGrpSpPr>
        <p:grpSpPr>
          <a:xfrm>
            <a:off x="7535324" y="4194535"/>
            <a:ext cx="943951" cy="414045"/>
            <a:chOff x="6277350" y="2757650"/>
            <a:chExt cx="477225" cy="209325"/>
          </a:xfrm>
        </p:grpSpPr>
        <p:sp>
          <p:nvSpPr>
            <p:cNvPr id="12311" name="Google Shape;12311;p124"/>
            <p:cNvSpPr/>
            <p:nvPr/>
          </p:nvSpPr>
          <p:spPr>
            <a:xfrm>
              <a:off x="6645950" y="2778225"/>
              <a:ext cx="77325" cy="188750"/>
            </a:xfrm>
            <a:custGeom>
              <a:avLst/>
              <a:gdLst/>
              <a:ahLst/>
              <a:cxnLst/>
              <a:rect l="l" t="t" r="r" b="b"/>
              <a:pathLst>
                <a:path w="3093" h="7550" extrusionOk="0">
                  <a:moveTo>
                    <a:pt x="181" y="1"/>
                  </a:moveTo>
                  <a:lnTo>
                    <a:pt x="0" y="7550"/>
                  </a:lnTo>
                  <a:lnTo>
                    <a:pt x="3092" y="7550"/>
                  </a:lnTo>
                  <a:lnTo>
                    <a:pt x="29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2" name="Google Shape;12312;p124"/>
            <p:cNvSpPr/>
            <p:nvPr/>
          </p:nvSpPr>
          <p:spPr>
            <a:xfrm>
              <a:off x="6714500" y="2778225"/>
              <a:ext cx="40075" cy="188750"/>
            </a:xfrm>
            <a:custGeom>
              <a:avLst/>
              <a:gdLst/>
              <a:ahLst/>
              <a:cxnLst/>
              <a:rect l="l" t="t" r="r" b="b"/>
              <a:pathLst>
                <a:path w="1603" h="7550" extrusionOk="0">
                  <a:moveTo>
                    <a:pt x="147" y="1"/>
                  </a:moveTo>
                  <a:lnTo>
                    <a:pt x="0" y="7550"/>
                  </a:lnTo>
                  <a:lnTo>
                    <a:pt x="1603" y="7550"/>
                  </a:lnTo>
                  <a:lnTo>
                    <a:pt x="1591" y="215"/>
                  </a:lnTo>
                  <a:lnTo>
                    <a:pt x="1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3" name="Google Shape;12313;p124"/>
            <p:cNvSpPr/>
            <p:nvPr/>
          </p:nvSpPr>
          <p:spPr>
            <a:xfrm>
              <a:off x="6648200" y="2825050"/>
              <a:ext cx="31625" cy="141925"/>
            </a:xfrm>
            <a:custGeom>
              <a:avLst/>
              <a:gdLst/>
              <a:ahLst/>
              <a:cxnLst/>
              <a:rect l="l" t="t" r="r" b="b"/>
              <a:pathLst>
                <a:path w="1265" h="5677" extrusionOk="0">
                  <a:moveTo>
                    <a:pt x="0" y="1"/>
                  </a:moveTo>
                  <a:lnTo>
                    <a:pt x="136" y="5677"/>
                  </a:lnTo>
                  <a:lnTo>
                    <a:pt x="1264" y="5677"/>
                  </a:lnTo>
                  <a:lnTo>
                    <a:pt x="120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4" name="Google Shape;12314;p124"/>
            <p:cNvSpPr/>
            <p:nvPr/>
          </p:nvSpPr>
          <p:spPr>
            <a:xfrm>
              <a:off x="6671325" y="2825050"/>
              <a:ext cx="37825" cy="141925"/>
            </a:xfrm>
            <a:custGeom>
              <a:avLst/>
              <a:gdLst/>
              <a:ahLst/>
              <a:cxnLst/>
              <a:rect l="l" t="t" r="r" b="b"/>
              <a:pathLst>
                <a:path w="1513" h="5677" extrusionOk="0">
                  <a:moveTo>
                    <a:pt x="68" y="1"/>
                  </a:moveTo>
                  <a:lnTo>
                    <a:pt x="1" y="5677"/>
                  </a:lnTo>
                  <a:lnTo>
                    <a:pt x="1355" y="5677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5" name="Google Shape;12315;p124"/>
            <p:cNvSpPr/>
            <p:nvPr/>
          </p:nvSpPr>
          <p:spPr>
            <a:xfrm>
              <a:off x="6610950" y="2773425"/>
              <a:ext cx="35875" cy="193550"/>
            </a:xfrm>
            <a:custGeom>
              <a:avLst/>
              <a:gdLst/>
              <a:ahLst/>
              <a:cxnLst/>
              <a:rect l="l" t="t" r="r" b="b"/>
              <a:pathLst>
                <a:path w="1435" h="7742" extrusionOk="0">
                  <a:moveTo>
                    <a:pt x="1287" y="1"/>
                  </a:moveTo>
                  <a:lnTo>
                    <a:pt x="1" y="136"/>
                  </a:lnTo>
                  <a:lnTo>
                    <a:pt x="46" y="7742"/>
                  </a:lnTo>
                  <a:lnTo>
                    <a:pt x="1434" y="7742"/>
                  </a:lnTo>
                  <a:lnTo>
                    <a:pt x="12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6" name="Google Shape;12316;p124"/>
            <p:cNvSpPr/>
            <p:nvPr/>
          </p:nvSpPr>
          <p:spPr>
            <a:xfrm>
              <a:off x="6637750" y="2773425"/>
              <a:ext cx="29950" cy="193550"/>
            </a:xfrm>
            <a:custGeom>
              <a:avLst/>
              <a:gdLst/>
              <a:ahLst/>
              <a:cxnLst/>
              <a:rect l="l" t="t" r="r" b="b"/>
              <a:pathLst>
                <a:path w="1198" h="7742" extrusionOk="0">
                  <a:moveTo>
                    <a:pt x="125" y="1"/>
                  </a:moveTo>
                  <a:lnTo>
                    <a:pt x="1" y="7742"/>
                  </a:lnTo>
                  <a:lnTo>
                    <a:pt x="1163" y="7742"/>
                  </a:lnTo>
                  <a:lnTo>
                    <a:pt x="1197" y="57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7" name="Google Shape;12317;p124"/>
            <p:cNvSpPr/>
            <p:nvPr/>
          </p:nvSpPr>
          <p:spPr>
            <a:xfrm>
              <a:off x="6537625" y="2757650"/>
              <a:ext cx="80425" cy="209325"/>
            </a:xfrm>
            <a:custGeom>
              <a:avLst/>
              <a:gdLst/>
              <a:ahLst/>
              <a:cxnLst/>
              <a:rect l="l" t="t" r="r" b="b"/>
              <a:pathLst>
                <a:path w="3217" h="8373" extrusionOk="0">
                  <a:moveTo>
                    <a:pt x="0" y="0"/>
                  </a:moveTo>
                  <a:lnTo>
                    <a:pt x="124" y="8373"/>
                  </a:lnTo>
                  <a:lnTo>
                    <a:pt x="3058" y="8373"/>
                  </a:lnTo>
                  <a:lnTo>
                    <a:pt x="3216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8" name="Google Shape;12318;p124"/>
            <p:cNvSpPr/>
            <p:nvPr/>
          </p:nvSpPr>
          <p:spPr>
            <a:xfrm>
              <a:off x="6610675" y="2757650"/>
              <a:ext cx="22600" cy="209325"/>
            </a:xfrm>
            <a:custGeom>
              <a:avLst/>
              <a:gdLst/>
              <a:ahLst/>
              <a:cxnLst/>
              <a:rect l="l" t="t" r="r" b="b"/>
              <a:pathLst>
                <a:path w="904" h="8373" extrusionOk="0">
                  <a:moveTo>
                    <a:pt x="193" y="0"/>
                  </a:moveTo>
                  <a:lnTo>
                    <a:pt x="1" y="8373"/>
                  </a:lnTo>
                  <a:lnTo>
                    <a:pt x="870" y="8373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9" name="Google Shape;12319;p124"/>
            <p:cNvSpPr/>
            <p:nvPr/>
          </p:nvSpPr>
          <p:spPr>
            <a:xfrm>
              <a:off x="6486550" y="2763275"/>
              <a:ext cx="87475" cy="203700"/>
            </a:xfrm>
            <a:custGeom>
              <a:avLst/>
              <a:gdLst/>
              <a:ahLst/>
              <a:cxnLst/>
              <a:rect l="l" t="t" r="r" b="b"/>
              <a:pathLst>
                <a:path w="3499" h="8148" extrusionOk="0">
                  <a:moveTo>
                    <a:pt x="1" y="1"/>
                  </a:moveTo>
                  <a:lnTo>
                    <a:pt x="102" y="8148"/>
                  </a:lnTo>
                  <a:lnTo>
                    <a:pt x="3499" y="8148"/>
                  </a:lnTo>
                  <a:lnTo>
                    <a:pt x="3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0" name="Google Shape;12320;p124"/>
            <p:cNvSpPr/>
            <p:nvPr/>
          </p:nvSpPr>
          <p:spPr>
            <a:xfrm>
              <a:off x="6559325" y="2763275"/>
              <a:ext cx="45725" cy="203700"/>
            </a:xfrm>
            <a:custGeom>
              <a:avLst/>
              <a:gdLst/>
              <a:ahLst/>
              <a:cxnLst/>
              <a:rect l="l" t="t" r="r" b="b"/>
              <a:pathLst>
                <a:path w="1829" h="8148" extrusionOk="0">
                  <a:moveTo>
                    <a:pt x="193" y="1"/>
                  </a:moveTo>
                  <a:lnTo>
                    <a:pt x="1" y="8148"/>
                  </a:lnTo>
                  <a:lnTo>
                    <a:pt x="1773" y="8148"/>
                  </a:lnTo>
                  <a:lnTo>
                    <a:pt x="1829" y="193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1" name="Google Shape;12321;p124"/>
            <p:cNvSpPr/>
            <p:nvPr/>
          </p:nvSpPr>
          <p:spPr>
            <a:xfrm>
              <a:off x="6615475" y="2955100"/>
              <a:ext cx="13000" cy="7925"/>
            </a:xfrm>
            <a:custGeom>
              <a:avLst/>
              <a:gdLst/>
              <a:ahLst/>
              <a:cxnLst/>
              <a:rect l="l" t="t" r="r" b="b"/>
              <a:pathLst>
                <a:path w="520" h="317" extrusionOk="0">
                  <a:moveTo>
                    <a:pt x="1" y="1"/>
                  </a:moveTo>
                  <a:lnTo>
                    <a:pt x="1" y="317"/>
                  </a:lnTo>
                  <a:lnTo>
                    <a:pt x="520" y="317"/>
                  </a:lnTo>
                  <a:lnTo>
                    <a:pt x="5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2" name="Google Shape;12322;p124"/>
            <p:cNvSpPr/>
            <p:nvPr/>
          </p:nvSpPr>
          <p:spPr>
            <a:xfrm>
              <a:off x="6621125" y="2764975"/>
              <a:ext cx="7350" cy="7650"/>
            </a:xfrm>
            <a:custGeom>
              <a:avLst/>
              <a:gdLst/>
              <a:ahLst/>
              <a:cxnLst/>
              <a:rect l="l" t="t" r="r" b="b"/>
              <a:pathLst>
                <a:path w="294" h="306" extrusionOk="0">
                  <a:moveTo>
                    <a:pt x="0" y="0"/>
                  </a:moveTo>
                  <a:lnTo>
                    <a:pt x="0" y="305"/>
                  </a:lnTo>
                  <a:lnTo>
                    <a:pt x="294" y="305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3" name="Google Shape;12323;p124"/>
            <p:cNvSpPr/>
            <p:nvPr/>
          </p:nvSpPr>
          <p:spPr>
            <a:xfrm>
              <a:off x="6570900" y="2950875"/>
              <a:ext cx="29650" cy="11025"/>
            </a:xfrm>
            <a:custGeom>
              <a:avLst/>
              <a:gdLst/>
              <a:ahLst/>
              <a:cxnLst/>
              <a:rect l="l" t="t" r="r" b="b"/>
              <a:pathLst>
                <a:path w="1186" h="441" extrusionOk="0">
                  <a:moveTo>
                    <a:pt x="1" y="1"/>
                  </a:moveTo>
                  <a:lnTo>
                    <a:pt x="1" y="441"/>
                  </a:lnTo>
                  <a:lnTo>
                    <a:pt x="1185" y="441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4" name="Google Shape;12324;p124"/>
            <p:cNvSpPr/>
            <p:nvPr/>
          </p:nvSpPr>
          <p:spPr>
            <a:xfrm>
              <a:off x="6685425" y="2855250"/>
              <a:ext cx="9075" cy="84925"/>
            </a:xfrm>
            <a:custGeom>
              <a:avLst/>
              <a:gdLst/>
              <a:ahLst/>
              <a:cxnLst/>
              <a:rect l="l" t="t" r="r" b="b"/>
              <a:pathLst>
                <a:path w="363" h="3397" extrusionOk="0">
                  <a:moveTo>
                    <a:pt x="46" y="0"/>
                  </a:moveTo>
                  <a:lnTo>
                    <a:pt x="1" y="3397"/>
                  </a:lnTo>
                  <a:lnTo>
                    <a:pt x="317" y="3397"/>
                  </a:lnTo>
                  <a:lnTo>
                    <a:pt x="3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5" name="Google Shape;12325;p124"/>
            <p:cNvSpPr/>
            <p:nvPr/>
          </p:nvSpPr>
          <p:spPr>
            <a:xfrm>
              <a:off x="6681775" y="2832125"/>
              <a:ext cx="19200" cy="11025"/>
            </a:xfrm>
            <a:custGeom>
              <a:avLst/>
              <a:gdLst/>
              <a:ahLst/>
              <a:cxnLst/>
              <a:rect l="l" t="t" r="r" b="b"/>
              <a:pathLst>
                <a:path w="768" h="441" extrusionOk="0">
                  <a:moveTo>
                    <a:pt x="0" y="0"/>
                  </a:moveTo>
                  <a:lnTo>
                    <a:pt x="0" y="440"/>
                  </a:lnTo>
                  <a:lnTo>
                    <a:pt x="768" y="440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6" name="Google Shape;12326;p124"/>
            <p:cNvSpPr/>
            <p:nvPr/>
          </p:nvSpPr>
          <p:spPr>
            <a:xfrm>
              <a:off x="6643400" y="2950325"/>
              <a:ext cx="20625" cy="11025"/>
            </a:xfrm>
            <a:custGeom>
              <a:avLst/>
              <a:gdLst/>
              <a:ahLst/>
              <a:cxnLst/>
              <a:rect l="l" t="t" r="r" b="b"/>
              <a:pathLst>
                <a:path w="825" h="441" extrusionOk="0">
                  <a:moveTo>
                    <a:pt x="1" y="0"/>
                  </a:moveTo>
                  <a:lnTo>
                    <a:pt x="1" y="440"/>
                  </a:lnTo>
                  <a:lnTo>
                    <a:pt x="824" y="440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7" name="Google Shape;12327;p124"/>
            <p:cNvSpPr/>
            <p:nvPr/>
          </p:nvSpPr>
          <p:spPr>
            <a:xfrm>
              <a:off x="6645375" y="2779650"/>
              <a:ext cx="19500" cy="12150"/>
            </a:xfrm>
            <a:custGeom>
              <a:avLst/>
              <a:gdLst/>
              <a:ahLst/>
              <a:cxnLst/>
              <a:rect l="l" t="t" r="r" b="b"/>
              <a:pathLst>
                <a:path w="780" h="486" extrusionOk="0">
                  <a:moveTo>
                    <a:pt x="1" y="0"/>
                  </a:moveTo>
                  <a:lnTo>
                    <a:pt x="1" y="452"/>
                  </a:lnTo>
                  <a:lnTo>
                    <a:pt x="779" y="485"/>
                  </a:lnTo>
                  <a:lnTo>
                    <a:pt x="779" y="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8" name="Google Shape;12328;p124"/>
            <p:cNvSpPr/>
            <p:nvPr/>
          </p:nvSpPr>
          <p:spPr>
            <a:xfrm>
              <a:off x="6677825" y="2950325"/>
              <a:ext cx="23150" cy="11025"/>
            </a:xfrm>
            <a:custGeom>
              <a:avLst/>
              <a:gdLst/>
              <a:ahLst/>
              <a:cxnLst/>
              <a:rect l="l" t="t" r="r" b="b"/>
              <a:pathLst>
                <a:path w="926" h="441" extrusionOk="0">
                  <a:moveTo>
                    <a:pt x="0" y="0"/>
                  </a:moveTo>
                  <a:lnTo>
                    <a:pt x="0" y="440"/>
                  </a:lnTo>
                  <a:lnTo>
                    <a:pt x="926" y="440"/>
                  </a:lnTo>
                  <a:lnTo>
                    <a:pt x="9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9" name="Google Shape;12329;p124"/>
            <p:cNvSpPr/>
            <p:nvPr/>
          </p:nvSpPr>
          <p:spPr>
            <a:xfrm>
              <a:off x="6720700" y="2950875"/>
              <a:ext cx="29650" cy="11025"/>
            </a:xfrm>
            <a:custGeom>
              <a:avLst/>
              <a:gdLst/>
              <a:ahLst/>
              <a:cxnLst/>
              <a:rect l="l" t="t" r="r" b="b"/>
              <a:pathLst>
                <a:path w="1186" h="441" extrusionOk="0">
                  <a:moveTo>
                    <a:pt x="1" y="1"/>
                  </a:moveTo>
                  <a:lnTo>
                    <a:pt x="1" y="441"/>
                  </a:lnTo>
                  <a:lnTo>
                    <a:pt x="1185" y="441"/>
                  </a:lnTo>
                  <a:lnTo>
                    <a:pt x="11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0" name="Google Shape;12330;p124"/>
            <p:cNvSpPr/>
            <p:nvPr/>
          </p:nvSpPr>
          <p:spPr>
            <a:xfrm>
              <a:off x="6570900" y="2929450"/>
              <a:ext cx="29650" cy="7925"/>
            </a:xfrm>
            <a:custGeom>
              <a:avLst/>
              <a:gdLst/>
              <a:ahLst/>
              <a:cxnLst/>
              <a:rect l="l" t="t" r="r" b="b"/>
              <a:pathLst>
                <a:path w="1186" h="317" extrusionOk="0">
                  <a:moveTo>
                    <a:pt x="1" y="0"/>
                  </a:moveTo>
                  <a:lnTo>
                    <a:pt x="1" y="316"/>
                  </a:lnTo>
                  <a:lnTo>
                    <a:pt x="1185" y="316"/>
                  </a:lnTo>
                  <a:lnTo>
                    <a:pt x="118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1" name="Google Shape;12331;p124"/>
            <p:cNvSpPr/>
            <p:nvPr/>
          </p:nvSpPr>
          <p:spPr>
            <a:xfrm>
              <a:off x="6579650" y="2773150"/>
              <a:ext cx="20900" cy="7925"/>
            </a:xfrm>
            <a:custGeom>
              <a:avLst/>
              <a:gdLst/>
              <a:ahLst/>
              <a:cxnLst/>
              <a:rect l="l" t="t" r="r" b="b"/>
              <a:pathLst>
                <a:path w="836" h="317" extrusionOk="0">
                  <a:moveTo>
                    <a:pt x="0" y="1"/>
                  </a:moveTo>
                  <a:lnTo>
                    <a:pt x="0" y="317"/>
                  </a:lnTo>
                  <a:lnTo>
                    <a:pt x="835" y="317"/>
                  </a:lnTo>
                  <a:lnTo>
                    <a:pt x="8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2" name="Google Shape;12332;p124"/>
            <p:cNvSpPr/>
            <p:nvPr/>
          </p:nvSpPr>
          <p:spPr>
            <a:xfrm>
              <a:off x="6575700" y="2791500"/>
              <a:ext cx="24850" cy="7925"/>
            </a:xfrm>
            <a:custGeom>
              <a:avLst/>
              <a:gdLst/>
              <a:ahLst/>
              <a:cxnLst/>
              <a:rect l="l" t="t" r="r" b="b"/>
              <a:pathLst>
                <a:path w="994" h="317" extrusionOk="0">
                  <a:moveTo>
                    <a:pt x="0" y="0"/>
                  </a:moveTo>
                  <a:lnTo>
                    <a:pt x="0" y="316"/>
                  </a:lnTo>
                  <a:lnTo>
                    <a:pt x="993" y="316"/>
                  </a:lnTo>
                  <a:lnTo>
                    <a:pt x="9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3" name="Google Shape;12333;p124"/>
            <p:cNvSpPr/>
            <p:nvPr/>
          </p:nvSpPr>
          <p:spPr>
            <a:xfrm>
              <a:off x="6620550" y="2941850"/>
              <a:ext cx="5950" cy="7925"/>
            </a:xfrm>
            <a:custGeom>
              <a:avLst/>
              <a:gdLst/>
              <a:ahLst/>
              <a:cxnLst/>
              <a:rect l="l" t="t" r="r" b="b"/>
              <a:pathLst>
                <a:path w="238" h="317" extrusionOk="0">
                  <a:moveTo>
                    <a:pt x="1" y="1"/>
                  </a:moveTo>
                  <a:lnTo>
                    <a:pt x="1" y="317"/>
                  </a:lnTo>
                  <a:lnTo>
                    <a:pt x="238" y="317"/>
                  </a:lnTo>
                  <a:lnTo>
                    <a:pt x="2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4" name="Google Shape;12334;p124"/>
            <p:cNvSpPr/>
            <p:nvPr/>
          </p:nvSpPr>
          <p:spPr>
            <a:xfrm>
              <a:off x="6447350" y="2762725"/>
              <a:ext cx="70250" cy="204250"/>
            </a:xfrm>
            <a:custGeom>
              <a:avLst/>
              <a:gdLst/>
              <a:ahLst/>
              <a:cxnLst/>
              <a:rect l="l" t="t" r="r" b="b"/>
              <a:pathLst>
                <a:path w="2810" h="8170" extrusionOk="0">
                  <a:moveTo>
                    <a:pt x="0" y="0"/>
                  </a:moveTo>
                  <a:lnTo>
                    <a:pt x="113" y="8170"/>
                  </a:lnTo>
                  <a:lnTo>
                    <a:pt x="2810" y="8170"/>
                  </a:lnTo>
                  <a:lnTo>
                    <a:pt x="272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5" name="Google Shape;12335;p124"/>
            <p:cNvSpPr/>
            <p:nvPr/>
          </p:nvSpPr>
          <p:spPr>
            <a:xfrm>
              <a:off x="6393450" y="2783025"/>
              <a:ext cx="67450" cy="183950"/>
            </a:xfrm>
            <a:custGeom>
              <a:avLst/>
              <a:gdLst/>
              <a:ahLst/>
              <a:cxnLst/>
              <a:rect l="l" t="t" r="r" b="b"/>
              <a:pathLst>
                <a:path w="2698" h="7358" extrusionOk="0">
                  <a:moveTo>
                    <a:pt x="396" y="1"/>
                  </a:moveTo>
                  <a:lnTo>
                    <a:pt x="1" y="7358"/>
                  </a:lnTo>
                  <a:lnTo>
                    <a:pt x="2698" y="7358"/>
                  </a:lnTo>
                  <a:lnTo>
                    <a:pt x="26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6" name="Google Shape;12336;p124"/>
            <p:cNvSpPr/>
            <p:nvPr/>
          </p:nvSpPr>
          <p:spPr>
            <a:xfrm>
              <a:off x="6322375" y="2762725"/>
              <a:ext cx="95075" cy="204250"/>
            </a:xfrm>
            <a:custGeom>
              <a:avLst/>
              <a:gdLst/>
              <a:ahLst/>
              <a:cxnLst/>
              <a:rect l="l" t="t" r="r" b="b"/>
              <a:pathLst>
                <a:path w="3803" h="8170" extrusionOk="0">
                  <a:moveTo>
                    <a:pt x="124" y="0"/>
                  </a:moveTo>
                  <a:lnTo>
                    <a:pt x="0" y="8170"/>
                  </a:lnTo>
                  <a:lnTo>
                    <a:pt x="3464" y="8170"/>
                  </a:lnTo>
                  <a:lnTo>
                    <a:pt x="38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7" name="Google Shape;12337;p124"/>
            <p:cNvSpPr/>
            <p:nvPr/>
          </p:nvSpPr>
          <p:spPr>
            <a:xfrm>
              <a:off x="6506300" y="2762725"/>
              <a:ext cx="38100" cy="204250"/>
            </a:xfrm>
            <a:custGeom>
              <a:avLst/>
              <a:gdLst/>
              <a:ahLst/>
              <a:cxnLst/>
              <a:rect l="l" t="t" r="r" b="b"/>
              <a:pathLst>
                <a:path w="1524" h="8170" extrusionOk="0">
                  <a:moveTo>
                    <a:pt x="316" y="0"/>
                  </a:moveTo>
                  <a:lnTo>
                    <a:pt x="1" y="8170"/>
                  </a:lnTo>
                  <a:lnTo>
                    <a:pt x="1467" y="8170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8" name="Google Shape;12338;p124"/>
            <p:cNvSpPr/>
            <p:nvPr/>
          </p:nvSpPr>
          <p:spPr>
            <a:xfrm>
              <a:off x="6452125" y="2783025"/>
              <a:ext cx="50250" cy="183950"/>
            </a:xfrm>
            <a:custGeom>
              <a:avLst/>
              <a:gdLst/>
              <a:ahLst/>
              <a:cxnLst/>
              <a:rect l="l" t="t" r="r" b="b"/>
              <a:pathLst>
                <a:path w="2010" h="7358" extrusionOk="0">
                  <a:moveTo>
                    <a:pt x="182" y="1"/>
                  </a:moveTo>
                  <a:lnTo>
                    <a:pt x="1" y="7358"/>
                  </a:lnTo>
                  <a:lnTo>
                    <a:pt x="1919" y="7358"/>
                  </a:lnTo>
                  <a:lnTo>
                    <a:pt x="201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9" name="Google Shape;12339;p124"/>
            <p:cNvSpPr/>
            <p:nvPr/>
          </p:nvSpPr>
          <p:spPr>
            <a:xfrm>
              <a:off x="6391775" y="2762725"/>
              <a:ext cx="50225" cy="204250"/>
            </a:xfrm>
            <a:custGeom>
              <a:avLst/>
              <a:gdLst/>
              <a:ahLst/>
              <a:cxnLst/>
              <a:rect l="l" t="t" r="r" b="b"/>
              <a:pathLst>
                <a:path w="2009" h="8170" extrusionOk="0">
                  <a:moveTo>
                    <a:pt x="0" y="0"/>
                  </a:moveTo>
                  <a:lnTo>
                    <a:pt x="181" y="8170"/>
                  </a:lnTo>
                  <a:lnTo>
                    <a:pt x="2009" y="8170"/>
                  </a:lnTo>
                  <a:lnTo>
                    <a:pt x="19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0" name="Google Shape;12340;p124"/>
            <p:cNvSpPr/>
            <p:nvPr/>
          </p:nvSpPr>
          <p:spPr>
            <a:xfrm>
              <a:off x="6515900" y="2928300"/>
              <a:ext cx="20325" cy="12450"/>
            </a:xfrm>
            <a:custGeom>
              <a:avLst/>
              <a:gdLst/>
              <a:ahLst/>
              <a:cxnLst/>
              <a:rect l="l" t="t" r="r" b="b"/>
              <a:pathLst>
                <a:path w="813" h="498" extrusionOk="0">
                  <a:moveTo>
                    <a:pt x="0" y="1"/>
                  </a:moveTo>
                  <a:lnTo>
                    <a:pt x="0" y="497"/>
                  </a:lnTo>
                  <a:lnTo>
                    <a:pt x="813" y="497"/>
                  </a:lnTo>
                  <a:lnTo>
                    <a:pt x="8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1" name="Google Shape;12341;p124"/>
            <p:cNvSpPr/>
            <p:nvPr/>
          </p:nvSpPr>
          <p:spPr>
            <a:xfrm>
              <a:off x="6515900" y="2948350"/>
              <a:ext cx="20325" cy="12700"/>
            </a:xfrm>
            <a:custGeom>
              <a:avLst/>
              <a:gdLst/>
              <a:ahLst/>
              <a:cxnLst/>
              <a:rect l="l" t="t" r="r" b="b"/>
              <a:pathLst>
                <a:path w="813" h="508" extrusionOk="0">
                  <a:moveTo>
                    <a:pt x="0" y="0"/>
                  </a:moveTo>
                  <a:lnTo>
                    <a:pt x="0" y="508"/>
                  </a:lnTo>
                  <a:lnTo>
                    <a:pt x="813" y="508"/>
                  </a:lnTo>
                  <a:lnTo>
                    <a:pt x="8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2" name="Google Shape;12342;p124"/>
            <p:cNvSpPr/>
            <p:nvPr/>
          </p:nvSpPr>
          <p:spPr>
            <a:xfrm>
              <a:off x="6459750" y="2928300"/>
              <a:ext cx="36975" cy="12450"/>
            </a:xfrm>
            <a:custGeom>
              <a:avLst/>
              <a:gdLst/>
              <a:ahLst/>
              <a:cxnLst/>
              <a:rect l="l" t="t" r="r" b="b"/>
              <a:pathLst>
                <a:path w="1479" h="498" extrusionOk="0">
                  <a:moveTo>
                    <a:pt x="1" y="1"/>
                  </a:moveTo>
                  <a:lnTo>
                    <a:pt x="1" y="497"/>
                  </a:lnTo>
                  <a:lnTo>
                    <a:pt x="1479" y="497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3" name="Google Shape;12343;p124"/>
            <p:cNvSpPr/>
            <p:nvPr/>
          </p:nvSpPr>
          <p:spPr>
            <a:xfrm>
              <a:off x="6459750" y="2948350"/>
              <a:ext cx="36975" cy="12700"/>
            </a:xfrm>
            <a:custGeom>
              <a:avLst/>
              <a:gdLst/>
              <a:ahLst/>
              <a:cxnLst/>
              <a:rect l="l" t="t" r="r" b="b"/>
              <a:pathLst>
                <a:path w="1479" h="508" extrusionOk="0">
                  <a:moveTo>
                    <a:pt x="1" y="0"/>
                  </a:moveTo>
                  <a:lnTo>
                    <a:pt x="1" y="508"/>
                  </a:lnTo>
                  <a:lnTo>
                    <a:pt x="1479" y="508"/>
                  </a:lnTo>
                  <a:lnTo>
                    <a:pt x="147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4" name="Google Shape;12344;p124"/>
            <p:cNvSpPr/>
            <p:nvPr/>
          </p:nvSpPr>
          <p:spPr>
            <a:xfrm>
              <a:off x="6399100" y="2767225"/>
              <a:ext cx="36425" cy="21175"/>
            </a:xfrm>
            <a:custGeom>
              <a:avLst/>
              <a:gdLst/>
              <a:ahLst/>
              <a:cxnLst/>
              <a:rect l="l" t="t" r="r" b="b"/>
              <a:pathLst>
                <a:path w="1457" h="847" extrusionOk="0">
                  <a:moveTo>
                    <a:pt x="1456" y="1"/>
                  </a:moveTo>
                  <a:lnTo>
                    <a:pt x="1" y="46"/>
                  </a:lnTo>
                  <a:lnTo>
                    <a:pt x="1" y="847"/>
                  </a:lnTo>
                  <a:lnTo>
                    <a:pt x="1456" y="802"/>
                  </a:lnTo>
                  <a:lnTo>
                    <a:pt x="14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5" name="Google Shape;12345;p124"/>
            <p:cNvSpPr/>
            <p:nvPr/>
          </p:nvSpPr>
          <p:spPr>
            <a:xfrm>
              <a:off x="6404175" y="2939325"/>
              <a:ext cx="31900" cy="21175"/>
            </a:xfrm>
            <a:custGeom>
              <a:avLst/>
              <a:gdLst/>
              <a:ahLst/>
              <a:cxnLst/>
              <a:rect l="l" t="t" r="r" b="b"/>
              <a:pathLst>
                <a:path w="1276" h="847" extrusionOk="0">
                  <a:moveTo>
                    <a:pt x="1276" y="0"/>
                  </a:moveTo>
                  <a:lnTo>
                    <a:pt x="1" y="45"/>
                  </a:lnTo>
                  <a:lnTo>
                    <a:pt x="1" y="846"/>
                  </a:lnTo>
                  <a:lnTo>
                    <a:pt x="1276" y="801"/>
                  </a:ln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6" name="Google Shape;12346;p124"/>
            <p:cNvSpPr/>
            <p:nvPr/>
          </p:nvSpPr>
          <p:spPr>
            <a:xfrm>
              <a:off x="6471325" y="2794875"/>
              <a:ext cx="14700" cy="17525"/>
            </a:xfrm>
            <a:custGeom>
              <a:avLst/>
              <a:gdLst/>
              <a:ahLst/>
              <a:cxnLst/>
              <a:rect l="l" t="t" r="r" b="b"/>
              <a:pathLst>
                <a:path w="588" h="701" extrusionOk="0">
                  <a:moveTo>
                    <a:pt x="294" y="1"/>
                  </a:moveTo>
                  <a:cubicBezTo>
                    <a:pt x="136" y="1"/>
                    <a:pt x="0" y="158"/>
                    <a:pt x="0" y="350"/>
                  </a:cubicBezTo>
                  <a:cubicBezTo>
                    <a:pt x="0" y="542"/>
                    <a:pt x="136" y="700"/>
                    <a:pt x="294" y="700"/>
                  </a:cubicBezTo>
                  <a:cubicBezTo>
                    <a:pt x="452" y="700"/>
                    <a:pt x="587" y="542"/>
                    <a:pt x="587" y="350"/>
                  </a:cubicBezTo>
                  <a:cubicBezTo>
                    <a:pt x="587" y="158"/>
                    <a:pt x="452" y="1"/>
                    <a:pt x="2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7" name="Google Shape;12347;p124"/>
            <p:cNvSpPr/>
            <p:nvPr/>
          </p:nvSpPr>
          <p:spPr>
            <a:xfrm>
              <a:off x="6522675" y="2770325"/>
              <a:ext cx="14400" cy="17525"/>
            </a:xfrm>
            <a:custGeom>
              <a:avLst/>
              <a:gdLst/>
              <a:ahLst/>
              <a:cxnLst/>
              <a:rect l="l" t="t" r="r" b="b"/>
              <a:pathLst>
                <a:path w="576" h="701" extrusionOk="0">
                  <a:moveTo>
                    <a:pt x="293" y="1"/>
                  </a:moveTo>
                  <a:cubicBezTo>
                    <a:pt x="135" y="1"/>
                    <a:pt x="0" y="159"/>
                    <a:pt x="0" y="351"/>
                  </a:cubicBezTo>
                  <a:cubicBezTo>
                    <a:pt x="0" y="542"/>
                    <a:pt x="135" y="700"/>
                    <a:pt x="293" y="700"/>
                  </a:cubicBezTo>
                  <a:cubicBezTo>
                    <a:pt x="451" y="700"/>
                    <a:pt x="576" y="542"/>
                    <a:pt x="576" y="351"/>
                  </a:cubicBezTo>
                  <a:cubicBezTo>
                    <a:pt x="576" y="159"/>
                    <a:pt x="451" y="1"/>
                    <a:pt x="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8" name="Google Shape;12348;p124"/>
            <p:cNvSpPr/>
            <p:nvPr/>
          </p:nvSpPr>
          <p:spPr>
            <a:xfrm>
              <a:off x="6277350" y="2757650"/>
              <a:ext cx="80425" cy="209325"/>
            </a:xfrm>
            <a:custGeom>
              <a:avLst/>
              <a:gdLst/>
              <a:ahLst/>
              <a:cxnLst/>
              <a:rect l="l" t="t" r="r" b="b"/>
              <a:pathLst>
                <a:path w="3217" h="8373" extrusionOk="0">
                  <a:moveTo>
                    <a:pt x="0" y="0"/>
                  </a:moveTo>
                  <a:lnTo>
                    <a:pt x="125" y="8373"/>
                  </a:lnTo>
                  <a:lnTo>
                    <a:pt x="3059" y="8373"/>
                  </a:lnTo>
                  <a:lnTo>
                    <a:pt x="32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9" name="Google Shape;12349;p124"/>
            <p:cNvSpPr/>
            <p:nvPr/>
          </p:nvSpPr>
          <p:spPr>
            <a:xfrm>
              <a:off x="6351450" y="2757650"/>
              <a:ext cx="22575" cy="209325"/>
            </a:xfrm>
            <a:custGeom>
              <a:avLst/>
              <a:gdLst/>
              <a:ahLst/>
              <a:cxnLst/>
              <a:rect l="l" t="t" r="r" b="b"/>
              <a:pathLst>
                <a:path w="903" h="8373" extrusionOk="0">
                  <a:moveTo>
                    <a:pt x="192" y="0"/>
                  </a:moveTo>
                  <a:lnTo>
                    <a:pt x="0" y="8373"/>
                  </a:lnTo>
                  <a:lnTo>
                    <a:pt x="869" y="8373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0" name="Google Shape;12350;p124"/>
            <p:cNvSpPr/>
            <p:nvPr/>
          </p:nvSpPr>
          <p:spPr>
            <a:xfrm>
              <a:off x="6354925" y="2955100"/>
              <a:ext cx="13300" cy="7925"/>
            </a:xfrm>
            <a:custGeom>
              <a:avLst/>
              <a:gdLst/>
              <a:ahLst/>
              <a:cxnLst/>
              <a:rect l="l" t="t" r="r" b="b"/>
              <a:pathLst>
                <a:path w="532" h="317" extrusionOk="0">
                  <a:moveTo>
                    <a:pt x="1" y="1"/>
                  </a:moveTo>
                  <a:lnTo>
                    <a:pt x="1" y="317"/>
                  </a:lnTo>
                  <a:lnTo>
                    <a:pt x="531" y="317"/>
                  </a:lnTo>
                  <a:lnTo>
                    <a:pt x="5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1" name="Google Shape;12351;p124"/>
            <p:cNvSpPr/>
            <p:nvPr/>
          </p:nvSpPr>
          <p:spPr>
            <a:xfrm>
              <a:off x="6360850" y="2764975"/>
              <a:ext cx="7375" cy="7650"/>
            </a:xfrm>
            <a:custGeom>
              <a:avLst/>
              <a:gdLst/>
              <a:ahLst/>
              <a:cxnLst/>
              <a:rect l="l" t="t" r="r" b="b"/>
              <a:pathLst>
                <a:path w="295" h="306" extrusionOk="0">
                  <a:moveTo>
                    <a:pt x="1" y="0"/>
                  </a:moveTo>
                  <a:lnTo>
                    <a:pt x="1" y="305"/>
                  </a:lnTo>
                  <a:lnTo>
                    <a:pt x="294" y="305"/>
                  </a:lnTo>
                  <a:lnTo>
                    <a:pt x="2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52" name="Google Shape;12352;p124"/>
          <p:cNvGrpSpPr/>
          <p:nvPr/>
        </p:nvGrpSpPr>
        <p:grpSpPr>
          <a:xfrm>
            <a:off x="6573290" y="4194922"/>
            <a:ext cx="1021494" cy="413356"/>
            <a:chOff x="6282025" y="3155488"/>
            <a:chExt cx="449700" cy="181975"/>
          </a:xfrm>
        </p:grpSpPr>
        <p:sp>
          <p:nvSpPr>
            <p:cNvPr id="12353" name="Google Shape;12353;p124"/>
            <p:cNvSpPr/>
            <p:nvPr/>
          </p:nvSpPr>
          <p:spPr>
            <a:xfrm>
              <a:off x="6309950" y="3159988"/>
              <a:ext cx="73375" cy="177475"/>
            </a:xfrm>
            <a:custGeom>
              <a:avLst/>
              <a:gdLst/>
              <a:ahLst/>
              <a:cxnLst/>
              <a:rect l="l" t="t" r="r" b="b"/>
              <a:pathLst>
                <a:path w="2935" h="7099" extrusionOk="0">
                  <a:moveTo>
                    <a:pt x="90" y="1"/>
                  </a:moveTo>
                  <a:lnTo>
                    <a:pt x="0" y="7099"/>
                  </a:lnTo>
                  <a:lnTo>
                    <a:pt x="2821" y="7099"/>
                  </a:lnTo>
                  <a:lnTo>
                    <a:pt x="29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4" name="Google Shape;12354;p124"/>
            <p:cNvSpPr/>
            <p:nvPr/>
          </p:nvSpPr>
          <p:spPr>
            <a:xfrm>
              <a:off x="6369175" y="3177488"/>
              <a:ext cx="70550" cy="159975"/>
            </a:xfrm>
            <a:custGeom>
              <a:avLst/>
              <a:gdLst/>
              <a:ahLst/>
              <a:cxnLst/>
              <a:rect l="l" t="t" r="r" b="b"/>
              <a:pathLst>
                <a:path w="2822" h="6399" extrusionOk="0">
                  <a:moveTo>
                    <a:pt x="91" y="1"/>
                  </a:moveTo>
                  <a:lnTo>
                    <a:pt x="1" y="6399"/>
                  </a:lnTo>
                  <a:lnTo>
                    <a:pt x="2822" y="6399"/>
                  </a:lnTo>
                  <a:lnTo>
                    <a:pt x="241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5" name="Google Shape;12355;p124"/>
            <p:cNvSpPr/>
            <p:nvPr/>
          </p:nvSpPr>
          <p:spPr>
            <a:xfrm>
              <a:off x="6414600" y="3159988"/>
              <a:ext cx="99900" cy="177475"/>
            </a:xfrm>
            <a:custGeom>
              <a:avLst/>
              <a:gdLst/>
              <a:ahLst/>
              <a:cxnLst/>
              <a:rect l="l" t="t" r="r" b="b"/>
              <a:pathLst>
                <a:path w="3996" h="7099" extrusionOk="0">
                  <a:moveTo>
                    <a:pt x="1" y="1"/>
                  </a:moveTo>
                  <a:lnTo>
                    <a:pt x="362" y="7099"/>
                  </a:lnTo>
                  <a:lnTo>
                    <a:pt x="3995" y="7099"/>
                  </a:lnTo>
                  <a:lnTo>
                    <a:pt x="38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6" name="Google Shape;12356;p124"/>
            <p:cNvSpPr/>
            <p:nvPr/>
          </p:nvSpPr>
          <p:spPr>
            <a:xfrm>
              <a:off x="6484000" y="3173538"/>
              <a:ext cx="81000" cy="163925"/>
            </a:xfrm>
            <a:custGeom>
              <a:avLst/>
              <a:gdLst/>
              <a:ahLst/>
              <a:cxnLst/>
              <a:rect l="l" t="t" r="r" b="b"/>
              <a:pathLst>
                <a:path w="3240" h="6557" extrusionOk="0">
                  <a:moveTo>
                    <a:pt x="192" y="1"/>
                  </a:moveTo>
                  <a:lnTo>
                    <a:pt x="1" y="6557"/>
                  </a:lnTo>
                  <a:lnTo>
                    <a:pt x="3239" y="6557"/>
                  </a:lnTo>
                  <a:lnTo>
                    <a:pt x="30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7" name="Google Shape;12357;p124"/>
            <p:cNvSpPr/>
            <p:nvPr/>
          </p:nvSpPr>
          <p:spPr>
            <a:xfrm>
              <a:off x="6282025" y="3159988"/>
              <a:ext cx="39500" cy="177475"/>
            </a:xfrm>
            <a:custGeom>
              <a:avLst/>
              <a:gdLst/>
              <a:ahLst/>
              <a:cxnLst/>
              <a:rect l="l" t="t" r="r" b="b"/>
              <a:pathLst>
                <a:path w="1580" h="7099" extrusionOk="0">
                  <a:moveTo>
                    <a:pt x="0" y="1"/>
                  </a:moveTo>
                  <a:lnTo>
                    <a:pt x="56" y="7099"/>
                  </a:lnTo>
                  <a:lnTo>
                    <a:pt x="1580" y="7099"/>
                  </a:lnTo>
                  <a:lnTo>
                    <a:pt x="1253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8" name="Google Shape;12358;p124"/>
            <p:cNvSpPr/>
            <p:nvPr/>
          </p:nvSpPr>
          <p:spPr>
            <a:xfrm>
              <a:off x="6325750" y="3177488"/>
              <a:ext cx="52775" cy="159975"/>
            </a:xfrm>
            <a:custGeom>
              <a:avLst/>
              <a:gdLst/>
              <a:ahLst/>
              <a:cxnLst/>
              <a:rect l="l" t="t" r="r" b="b"/>
              <a:pathLst>
                <a:path w="2111" h="6399" extrusionOk="0">
                  <a:moveTo>
                    <a:pt x="0" y="1"/>
                  </a:moveTo>
                  <a:lnTo>
                    <a:pt x="102" y="6399"/>
                  </a:lnTo>
                  <a:lnTo>
                    <a:pt x="2110" y="6399"/>
                  </a:lnTo>
                  <a:lnTo>
                    <a:pt x="1918" y="1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9" name="Google Shape;12359;p124"/>
            <p:cNvSpPr/>
            <p:nvPr/>
          </p:nvSpPr>
          <p:spPr>
            <a:xfrm>
              <a:off x="6389225" y="3159988"/>
              <a:ext cx="52475" cy="177475"/>
            </a:xfrm>
            <a:custGeom>
              <a:avLst/>
              <a:gdLst/>
              <a:ahLst/>
              <a:cxnLst/>
              <a:rect l="l" t="t" r="r" b="b"/>
              <a:pathLst>
                <a:path w="2099" h="7099" extrusionOk="0">
                  <a:moveTo>
                    <a:pt x="68" y="1"/>
                  </a:moveTo>
                  <a:lnTo>
                    <a:pt x="0" y="7099"/>
                  </a:lnTo>
                  <a:lnTo>
                    <a:pt x="1907" y="7099"/>
                  </a:lnTo>
                  <a:lnTo>
                    <a:pt x="20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0" name="Google Shape;12360;p124"/>
            <p:cNvSpPr/>
            <p:nvPr/>
          </p:nvSpPr>
          <p:spPr>
            <a:xfrm>
              <a:off x="6451275" y="3173538"/>
              <a:ext cx="42050" cy="163925"/>
            </a:xfrm>
            <a:custGeom>
              <a:avLst/>
              <a:gdLst/>
              <a:ahLst/>
              <a:cxnLst/>
              <a:rect l="l" t="t" r="r" b="b"/>
              <a:pathLst>
                <a:path w="1682" h="6557" extrusionOk="0">
                  <a:moveTo>
                    <a:pt x="1524" y="1"/>
                  </a:moveTo>
                  <a:lnTo>
                    <a:pt x="12" y="192"/>
                  </a:lnTo>
                  <a:lnTo>
                    <a:pt x="1" y="6557"/>
                  </a:lnTo>
                  <a:lnTo>
                    <a:pt x="1682" y="6557"/>
                  </a:lnTo>
                  <a:lnTo>
                    <a:pt x="152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1" name="Google Shape;12361;p124"/>
            <p:cNvSpPr/>
            <p:nvPr/>
          </p:nvSpPr>
          <p:spPr>
            <a:xfrm>
              <a:off x="6529700" y="3214163"/>
              <a:ext cx="33025" cy="123300"/>
            </a:xfrm>
            <a:custGeom>
              <a:avLst/>
              <a:gdLst/>
              <a:ahLst/>
              <a:cxnLst/>
              <a:rect l="l" t="t" r="r" b="b"/>
              <a:pathLst>
                <a:path w="1321" h="4932" extrusionOk="0">
                  <a:moveTo>
                    <a:pt x="57" y="1"/>
                  </a:moveTo>
                  <a:lnTo>
                    <a:pt x="1" y="4932"/>
                  </a:lnTo>
                  <a:lnTo>
                    <a:pt x="1174" y="4932"/>
                  </a:lnTo>
                  <a:lnTo>
                    <a:pt x="132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2" name="Google Shape;12362;p124"/>
            <p:cNvSpPr/>
            <p:nvPr/>
          </p:nvSpPr>
          <p:spPr>
            <a:xfrm>
              <a:off x="6498950" y="3214163"/>
              <a:ext cx="39525" cy="123300"/>
            </a:xfrm>
            <a:custGeom>
              <a:avLst/>
              <a:gdLst/>
              <a:ahLst/>
              <a:cxnLst/>
              <a:rect l="l" t="t" r="r" b="b"/>
              <a:pathLst>
                <a:path w="1581" h="4932" extrusionOk="0">
                  <a:moveTo>
                    <a:pt x="1" y="1"/>
                  </a:moveTo>
                  <a:lnTo>
                    <a:pt x="170" y="4932"/>
                  </a:lnTo>
                  <a:lnTo>
                    <a:pt x="1580" y="4932"/>
                  </a:lnTo>
                  <a:lnTo>
                    <a:pt x="15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3" name="Google Shape;12363;p124"/>
            <p:cNvSpPr/>
            <p:nvPr/>
          </p:nvSpPr>
          <p:spPr>
            <a:xfrm>
              <a:off x="6564125" y="3169313"/>
              <a:ext cx="37550" cy="168150"/>
            </a:xfrm>
            <a:custGeom>
              <a:avLst/>
              <a:gdLst/>
              <a:ahLst/>
              <a:cxnLst/>
              <a:rect l="l" t="t" r="r" b="b"/>
              <a:pathLst>
                <a:path w="1502" h="6726" extrusionOk="0">
                  <a:moveTo>
                    <a:pt x="158" y="0"/>
                  </a:moveTo>
                  <a:lnTo>
                    <a:pt x="0" y="6726"/>
                  </a:lnTo>
                  <a:lnTo>
                    <a:pt x="1456" y="6726"/>
                  </a:lnTo>
                  <a:lnTo>
                    <a:pt x="1501" y="113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4" name="Google Shape;12364;p124"/>
            <p:cNvSpPr/>
            <p:nvPr/>
          </p:nvSpPr>
          <p:spPr>
            <a:xfrm>
              <a:off x="6542125" y="3169313"/>
              <a:ext cx="31600" cy="168150"/>
            </a:xfrm>
            <a:custGeom>
              <a:avLst/>
              <a:gdLst/>
              <a:ahLst/>
              <a:cxnLst/>
              <a:rect l="l" t="t" r="r" b="b"/>
              <a:pathLst>
                <a:path w="1264" h="6726" extrusionOk="0">
                  <a:moveTo>
                    <a:pt x="1129" y="0"/>
                  </a:moveTo>
                  <a:lnTo>
                    <a:pt x="0" y="45"/>
                  </a:lnTo>
                  <a:lnTo>
                    <a:pt x="45" y="6726"/>
                  </a:lnTo>
                  <a:lnTo>
                    <a:pt x="1264" y="6726"/>
                  </a:lnTo>
                  <a:lnTo>
                    <a:pt x="112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5" name="Google Shape;12365;p124"/>
            <p:cNvSpPr/>
            <p:nvPr/>
          </p:nvSpPr>
          <p:spPr>
            <a:xfrm>
              <a:off x="6594300" y="3155488"/>
              <a:ext cx="84100" cy="181975"/>
            </a:xfrm>
            <a:custGeom>
              <a:avLst/>
              <a:gdLst/>
              <a:ahLst/>
              <a:cxnLst/>
              <a:rect l="l" t="t" r="r" b="b"/>
              <a:pathLst>
                <a:path w="3364" h="7279" extrusionOk="0">
                  <a:moveTo>
                    <a:pt x="1" y="0"/>
                  </a:moveTo>
                  <a:lnTo>
                    <a:pt x="159" y="7279"/>
                  </a:lnTo>
                  <a:lnTo>
                    <a:pt x="3239" y="7279"/>
                  </a:lnTo>
                  <a:lnTo>
                    <a:pt x="33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6" name="Google Shape;12366;p124"/>
            <p:cNvSpPr/>
            <p:nvPr/>
          </p:nvSpPr>
          <p:spPr>
            <a:xfrm>
              <a:off x="6578225" y="3155488"/>
              <a:ext cx="23725" cy="181975"/>
            </a:xfrm>
            <a:custGeom>
              <a:avLst/>
              <a:gdLst/>
              <a:ahLst/>
              <a:cxnLst/>
              <a:rect l="l" t="t" r="r" b="b"/>
              <a:pathLst>
                <a:path w="949" h="7279" extrusionOk="0">
                  <a:moveTo>
                    <a:pt x="0" y="0"/>
                  </a:moveTo>
                  <a:lnTo>
                    <a:pt x="34" y="7279"/>
                  </a:lnTo>
                  <a:lnTo>
                    <a:pt x="948" y="7279"/>
                  </a:lnTo>
                  <a:lnTo>
                    <a:pt x="745" y="0"/>
                  </a:lnTo>
                  <a:close/>
                </a:path>
              </a:pathLst>
            </a:custGeom>
            <a:solidFill>
              <a:schemeClr val="hlink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7" name="Google Shape;12367;p124"/>
            <p:cNvSpPr/>
            <p:nvPr/>
          </p:nvSpPr>
          <p:spPr>
            <a:xfrm>
              <a:off x="6640575" y="3160563"/>
              <a:ext cx="91150" cy="176900"/>
            </a:xfrm>
            <a:custGeom>
              <a:avLst/>
              <a:gdLst/>
              <a:ahLst/>
              <a:cxnLst/>
              <a:rect l="l" t="t" r="r" b="b"/>
              <a:pathLst>
                <a:path w="3646" h="7076" extrusionOk="0">
                  <a:moveTo>
                    <a:pt x="384" y="1"/>
                  </a:moveTo>
                  <a:lnTo>
                    <a:pt x="0" y="7076"/>
                  </a:lnTo>
                  <a:lnTo>
                    <a:pt x="3544" y="7076"/>
                  </a:lnTo>
                  <a:lnTo>
                    <a:pt x="36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8" name="Google Shape;12368;p124"/>
            <p:cNvSpPr/>
            <p:nvPr/>
          </p:nvSpPr>
          <p:spPr>
            <a:xfrm>
              <a:off x="6607850" y="3160563"/>
              <a:ext cx="47975" cy="176900"/>
            </a:xfrm>
            <a:custGeom>
              <a:avLst/>
              <a:gdLst/>
              <a:ahLst/>
              <a:cxnLst/>
              <a:rect l="l" t="t" r="r" b="b"/>
              <a:pathLst>
                <a:path w="1919" h="7076" extrusionOk="0">
                  <a:moveTo>
                    <a:pt x="1716" y="1"/>
                  </a:moveTo>
                  <a:lnTo>
                    <a:pt x="0" y="170"/>
                  </a:lnTo>
                  <a:lnTo>
                    <a:pt x="57" y="7076"/>
                  </a:lnTo>
                  <a:lnTo>
                    <a:pt x="1919" y="7076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9" name="Google Shape;12369;p124"/>
            <p:cNvSpPr/>
            <p:nvPr/>
          </p:nvSpPr>
          <p:spPr>
            <a:xfrm>
              <a:off x="6290200" y="3303588"/>
              <a:ext cx="21450" cy="11025"/>
            </a:xfrm>
            <a:custGeom>
              <a:avLst/>
              <a:gdLst/>
              <a:ahLst/>
              <a:cxnLst/>
              <a:rect l="l" t="t" r="r" b="b"/>
              <a:pathLst>
                <a:path w="858" h="441" extrusionOk="0">
                  <a:moveTo>
                    <a:pt x="0" y="1"/>
                  </a:moveTo>
                  <a:lnTo>
                    <a:pt x="0" y="441"/>
                  </a:lnTo>
                  <a:lnTo>
                    <a:pt x="858" y="441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0" name="Google Shape;12370;p124"/>
            <p:cNvSpPr/>
            <p:nvPr/>
          </p:nvSpPr>
          <p:spPr>
            <a:xfrm>
              <a:off x="6290200" y="3321363"/>
              <a:ext cx="21450" cy="11025"/>
            </a:xfrm>
            <a:custGeom>
              <a:avLst/>
              <a:gdLst/>
              <a:ahLst/>
              <a:cxnLst/>
              <a:rect l="l" t="t" r="r" b="b"/>
              <a:pathLst>
                <a:path w="858" h="441" extrusionOk="0">
                  <a:moveTo>
                    <a:pt x="0" y="1"/>
                  </a:moveTo>
                  <a:lnTo>
                    <a:pt x="0" y="441"/>
                  </a:lnTo>
                  <a:lnTo>
                    <a:pt x="858" y="441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1" name="Google Shape;12371;p124"/>
            <p:cNvSpPr/>
            <p:nvPr/>
          </p:nvSpPr>
          <p:spPr>
            <a:xfrm>
              <a:off x="6331950" y="3303588"/>
              <a:ext cx="38400" cy="11025"/>
            </a:xfrm>
            <a:custGeom>
              <a:avLst/>
              <a:gdLst/>
              <a:ahLst/>
              <a:cxnLst/>
              <a:rect l="l" t="t" r="r" b="b"/>
              <a:pathLst>
                <a:path w="1536" h="441" extrusionOk="0">
                  <a:moveTo>
                    <a:pt x="0" y="1"/>
                  </a:moveTo>
                  <a:lnTo>
                    <a:pt x="0" y="441"/>
                  </a:lnTo>
                  <a:lnTo>
                    <a:pt x="1535" y="441"/>
                  </a:lnTo>
                  <a:lnTo>
                    <a:pt x="15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2" name="Google Shape;12372;p124"/>
            <p:cNvSpPr/>
            <p:nvPr/>
          </p:nvSpPr>
          <p:spPr>
            <a:xfrm>
              <a:off x="6331950" y="3321363"/>
              <a:ext cx="38400" cy="11025"/>
            </a:xfrm>
            <a:custGeom>
              <a:avLst/>
              <a:gdLst/>
              <a:ahLst/>
              <a:cxnLst/>
              <a:rect l="l" t="t" r="r" b="b"/>
              <a:pathLst>
                <a:path w="1536" h="441" extrusionOk="0">
                  <a:moveTo>
                    <a:pt x="0" y="1"/>
                  </a:moveTo>
                  <a:lnTo>
                    <a:pt x="0" y="441"/>
                  </a:lnTo>
                  <a:lnTo>
                    <a:pt x="1535" y="441"/>
                  </a:lnTo>
                  <a:lnTo>
                    <a:pt x="15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3" name="Google Shape;12373;p124"/>
            <p:cNvSpPr/>
            <p:nvPr/>
          </p:nvSpPr>
          <p:spPr>
            <a:xfrm>
              <a:off x="6583300" y="3327288"/>
              <a:ext cx="13850" cy="6525"/>
            </a:xfrm>
            <a:custGeom>
              <a:avLst/>
              <a:gdLst/>
              <a:ahLst/>
              <a:cxnLst/>
              <a:rect l="l" t="t" r="r" b="b"/>
              <a:pathLst>
                <a:path w="554" h="261" extrusionOk="0">
                  <a:moveTo>
                    <a:pt x="1" y="0"/>
                  </a:moveTo>
                  <a:lnTo>
                    <a:pt x="1" y="260"/>
                  </a:lnTo>
                  <a:lnTo>
                    <a:pt x="554" y="260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4" name="Google Shape;12374;p124"/>
            <p:cNvSpPr/>
            <p:nvPr/>
          </p:nvSpPr>
          <p:spPr>
            <a:xfrm>
              <a:off x="6612650" y="3323338"/>
              <a:ext cx="31050" cy="9625"/>
            </a:xfrm>
            <a:custGeom>
              <a:avLst/>
              <a:gdLst/>
              <a:ahLst/>
              <a:cxnLst/>
              <a:rect l="l" t="t" r="r" b="b"/>
              <a:pathLst>
                <a:path w="1242" h="385" extrusionOk="0">
                  <a:moveTo>
                    <a:pt x="0" y="1"/>
                  </a:moveTo>
                  <a:lnTo>
                    <a:pt x="0" y="384"/>
                  </a:lnTo>
                  <a:lnTo>
                    <a:pt x="1241" y="384"/>
                  </a:lnTo>
                  <a:lnTo>
                    <a:pt x="1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5" name="Google Shape;12375;p124"/>
            <p:cNvSpPr/>
            <p:nvPr/>
          </p:nvSpPr>
          <p:spPr>
            <a:xfrm>
              <a:off x="6514175" y="3240388"/>
              <a:ext cx="9625" cy="73675"/>
            </a:xfrm>
            <a:custGeom>
              <a:avLst/>
              <a:gdLst/>
              <a:ahLst/>
              <a:cxnLst/>
              <a:rect l="l" t="t" r="r" b="b"/>
              <a:pathLst>
                <a:path w="385" h="2947" extrusionOk="0">
                  <a:moveTo>
                    <a:pt x="1" y="1"/>
                  </a:moveTo>
                  <a:lnTo>
                    <a:pt x="57" y="2946"/>
                  </a:lnTo>
                  <a:lnTo>
                    <a:pt x="385" y="2946"/>
                  </a:lnTo>
                  <a:lnTo>
                    <a:pt x="3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6" name="Google Shape;12376;p124"/>
            <p:cNvSpPr/>
            <p:nvPr/>
          </p:nvSpPr>
          <p:spPr>
            <a:xfrm>
              <a:off x="6507425" y="3220088"/>
              <a:ext cx="20050" cy="9625"/>
            </a:xfrm>
            <a:custGeom>
              <a:avLst/>
              <a:gdLst/>
              <a:ahLst/>
              <a:cxnLst/>
              <a:rect l="l" t="t" r="r" b="b"/>
              <a:pathLst>
                <a:path w="802" h="385" extrusionOk="0">
                  <a:moveTo>
                    <a:pt x="0" y="1"/>
                  </a:moveTo>
                  <a:lnTo>
                    <a:pt x="0" y="384"/>
                  </a:lnTo>
                  <a:lnTo>
                    <a:pt x="801" y="384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7" name="Google Shape;12377;p124"/>
            <p:cNvSpPr/>
            <p:nvPr/>
          </p:nvSpPr>
          <p:spPr>
            <a:xfrm>
              <a:off x="6546075" y="3323063"/>
              <a:ext cx="21725" cy="9600"/>
            </a:xfrm>
            <a:custGeom>
              <a:avLst/>
              <a:gdLst/>
              <a:ahLst/>
              <a:cxnLst/>
              <a:rect l="l" t="t" r="r" b="b"/>
              <a:pathLst>
                <a:path w="869" h="384" extrusionOk="0">
                  <a:moveTo>
                    <a:pt x="0" y="0"/>
                  </a:moveTo>
                  <a:lnTo>
                    <a:pt x="0" y="384"/>
                  </a:lnTo>
                  <a:lnTo>
                    <a:pt x="869" y="384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8" name="Google Shape;12378;p124"/>
            <p:cNvSpPr/>
            <p:nvPr/>
          </p:nvSpPr>
          <p:spPr>
            <a:xfrm>
              <a:off x="6507425" y="3323063"/>
              <a:ext cx="24275" cy="9600"/>
            </a:xfrm>
            <a:custGeom>
              <a:avLst/>
              <a:gdLst/>
              <a:ahLst/>
              <a:cxnLst/>
              <a:rect l="l" t="t" r="r" b="b"/>
              <a:pathLst>
                <a:path w="971" h="384" extrusionOk="0">
                  <a:moveTo>
                    <a:pt x="0" y="0"/>
                  </a:moveTo>
                  <a:lnTo>
                    <a:pt x="0" y="384"/>
                  </a:lnTo>
                  <a:lnTo>
                    <a:pt x="971" y="384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9" name="Google Shape;12379;p124"/>
            <p:cNvSpPr/>
            <p:nvPr/>
          </p:nvSpPr>
          <p:spPr>
            <a:xfrm>
              <a:off x="6455800" y="3323338"/>
              <a:ext cx="31050" cy="9625"/>
            </a:xfrm>
            <a:custGeom>
              <a:avLst/>
              <a:gdLst/>
              <a:ahLst/>
              <a:cxnLst/>
              <a:rect l="l" t="t" r="r" b="b"/>
              <a:pathLst>
                <a:path w="1242" h="385" extrusionOk="0">
                  <a:moveTo>
                    <a:pt x="0" y="1"/>
                  </a:moveTo>
                  <a:lnTo>
                    <a:pt x="0" y="384"/>
                  </a:lnTo>
                  <a:lnTo>
                    <a:pt x="1241" y="384"/>
                  </a:lnTo>
                  <a:lnTo>
                    <a:pt x="1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0" name="Google Shape;12380;p124"/>
            <p:cNvSpPr/>
            <p:nvPr/>
          </p:nvSpPr>
          <p:spPr>
            <a:xfrm>
              <a:off x="6395700" y="3163938"/>
              <a:ext cx="38400" cy="18375"/>
            </a:xfrm>
            <a:custGeom>
              <a:avLst/>
              <a:gdLst/>
              <a:ahLst/>
              <a:cxnLst/>
              <a:rect l="l" t="t" r="r" b="b"/>
              <a:pathLst>
                <a:path w="1536" h="735" extrusionOk="0">
                  <a:moveTo>
                    <a:pt x="1" y="1"/>
                  </a:moveTo>
                  <a:lnTo>
                    <a:pt x="1" y="689"/>
                  </a:lnTo>
                  <a:lnTo>
                    <a:pt x="1535" y="734"/>
                  </a:lnTo>
                  <a:lnTo>
                    <a:pt x="1535" y="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1" name="Google Shape;12381;p124"/>
            <p:cNvSpPr/>
            <p:nvPr/>
          </p:nvSpPr>
          <p:spPr>
            <a:xfrm>
              <a:off x="6395425" y="3313463"/>
              <a:ext cx="33300" cy="18375"/>
            </a:xfrm>
            <a:custGeom>
              <a:avLst/>
              <a:gdLst/>
              <a:ahLst/>
              <a:cxnLst/>
              <a:rect l="l" t="t" r="r" b="b"/>
              <a:pathLst>
                <a:path w="1332" h="735" extrusionOk="0">
                  <a:moveTo>
                    <a:pt x="0" y="1"/>
                  </a:moveTo>
                  <a:lnTo>
                    <a:pt x="0" y="689"/>
                  </a:lnTo>
                  <a:lnTo>
                    <a:pt x="1332" y="734"/>
                  </a:lnTo>
                  <a:lnTo>
                    <a:pt x="1332" y="3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2" name="Google Shape;12382;p124"/>
            <p:cNvSpPr/>
            <p:nvPr/>
          </p:nvSpPr>
          <p:spPr>
            <a:xfrm>
              <a:off x="6612650" y="3304713"/>
              <a:ext cx="31050" cy="7075"/>
            </a:xfrm>
            <a:custGeom>
              <a:avLst/>
              <a:gdLst/>
              <a:ahLst/>
              <a:cxnLst/>
              <a:rect l="l" t="t" r="r" b="b"/>
              <a:pathLst>
                <a:path w="1242" h="283" extrusionOk="0">
                  <a:moveTo>
                    <a:pt x="0" y="1"/>
                  </a:moveTo>
                  <a:lnTo>
                    <a:pt x="0" y="283"/>
                  </a:lnTo>
                  <a:lnTo>
                    <a:pt x="1241" y="283"/>
                  </a:lnTo>
                  <a:lnTo>
                    <a:pt x="1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3" name="Google Shape;12383;p124"/>
            <p:cNvSpPr/>
            <p:nvPr/>
          </p:nvSpPr>
          <p:spPr>
            <a:xfrm>
              <a:off x="6343225" y="3188213"/>
              <a:ext cx="14975" cy="14975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294" y="0"/>
                  </a:moveTo>
                  <a:cubicBezTo>
                    <a:pt x="125" y="0"/>
                    <a:pt x="1" y="125"/>
                    <a:pt x="1" y="294"/>
                  </a:cubicBezTo>
                  <a:cubicBezTo>
                    <a:pt x="1" y="463"/>
                    <a:pt x="125" y="598"/>
                    <a:pt x="294" y="598"/>
                  </a:cubicBezTo>
                  <a:cubicBezTo>
                    <a:pt x="463" y="598"/>
                    <a:pt x="599" y="463"/>
                    <a:pt x="599" y="294"/>
                  </a:cubicBezTo>
                  <a:cubicBezTo>
                    <a:pt x="599" y="125"/>
                    <a:pt x="463" y="0"/>
                    <a:pt x="2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4" name="Google Shape;12384;p124"/>
            <p:cNvSpPr/>
            <p:nvPr/>
          </p:nvSpPr>
          <p:spPr>
            <a:xfrm>
              <a:off x="6620550" y="3180588"/>
              <a:ext cx="15250" cy="14975"/>
            </a:xfrm>
            <a:custGeom>
              <a:avLst/>
              <a:gdLst/>
              <a:ahLst/>
              <a:cxnLst/>
              <a:rect l="l" t="t" r="r" b="b"/>
              <a:pathLst>
                <a:path w="610" h="599" extrusionOk="0">
                  <a:moveTo>
                    <a:pt x="305" y="1"/>
                  </a:moveTo>
                  <a:cubicBezTo>
                    <a:pt x="136" y="1"/>
                    <a:pt x="0" y="136"/>
                    <a:pt x="0" y="305"/>
                  </a:cubicBezTo>
                  <a:cubicBezTo>
                    <a:pt x="0" y="463"/>
                    <a:pt x="136" y="599"/>
                    <a:pt x="305" y="599"/>
                  </a:cubicBezTo>
                  <a:cubicBezTo>
                    <a:pt x="474" y="599"/>
                    <a:pt x="609" y="463"/>
                    <a:pt x="609" y="305"/>
                  </a:cubicBezTo>
                  <a:cubicBezTo>
                    <a:pt x="609" y="136"/>
                    <a:pt x="474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5" name="Google Shape;12385;p124"/>
            <p:cNvSpPr/>
            <p:nvPr/>
          </p:nvSpPr>
          <p:spPr>
            <a:xfrm>
              <a:off x="6289350" y="3166763"/>
              <a:ext cx="15250" cy="14975"/>
            </a:xfrm>
            <a:custGeom>
              <a:avLst/>
              <a:gdLst/>
              <a:ahLst/>
              <a:cxnLst/>
              <a:rect l="l" t="t" r="r" b="b"/>
              <a:pathLst>
                <a:path w="610" h="599" extrusionOk="0">
                  <a:moveTo>
                    <a:pt x="305" y="1"/>
                  </a:moveTo>
                  <a:cubicBezTo>
                    <a:pt x="136" y="1"/>
                    <a:pt x="0" y="136"/>
                    <a:pt x="0" y="294"/>
                  </a:cubicBezTo>
                  <a:cubicBezTo>
                    <a:pt x="0" y="463"/>
                    <a:pt x="136" y="599"/>
                    <a:pt x="305" y="599"/>
                  </a:cubicBezTo>
                  <a:cubicBezTo>
                    <a:pt x="474" y="599"/>
                    <a:pt x="610" y="463"/>
                    <a:pt x="610" y="294"/>
                  </a:cubicBezTo>
                  <a:cubicBezTo>
                    <a:pt x="610" y="136"/>
                    <a:pt x="474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7CB77A03-78FF-ED0E-6CEB-957FA81340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tional Library Workers Day XL by Slidesgo">
  <a:themeElements>
    <a:clrScheme name="Simple Light">
      <a:dk1>
        <a:srgbClr val="421B1A"/>
      </a:dk1>
      <a:lt1>
        <a:srgbClr val="FFF0D7"/>
      </a:lt1>
      <a:dk2>
        <a:srgbClr val="C13633"/>
      </a:dk2>
      <a:lt2>
        <a:srgbClr val="893128"/>
      </a:lt2>
      <a:accent1>
        <a:srgbClr val="722420"/>
      </a:accent1>
      <a:accent2>
        <a:srgbClr val="904D9E"/>
      </a:accent2>
      <a:accent3>
        <a:srgbClr val="3D7391"/>
      </a:accent3>
      <a:accent4>
        <a:srgbClr val="D88445"/>
      </a:accent4>
      <a:accent5>
        <a:srgbClr val="827423"/>
      </a:accent5>
      <a:accent6>
        <a:srgbClr val="C13633"/>
      </a:accent6>
      <a:hlink>
        <a:srgbClr val="FFBE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433</Words>
  <Application>Microsoft Office PowerPoint</Application>
  <PresentationFormat>Presentación en pantalla (16:9)</PresentationFormat>
  <Paragraphs>47</Paragraphs>
  <Slides>25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Abril Fatface</vt:lpstr>
      <vt:lpstr>Calibri</vt:lpstr>
      <vt:lpstr>Inter</vt:lpstr>
      <vt:lpstr>Arial</vt:lpstr>
      <vt:lpstr>Anaheim</vt:lpstr>
      <vt:lpstr>Times New Roman</vt:lpstr>
      <vt:lpstr>National Library Workers Day XL by Slidesgo</vt:lpstr>
      <vt:lpstr>Review BookHub</vt:lpstr>
      <vt:lpstr>Introducción</vt:lpstr>
      <vt:lpstr>Aquitectura Del  Sistema</vt:lpstr>
      <vt:lpstr>BackEnd</vt:lpstr>
      <vt:lpstr>Arquitectura de Folders</vt:lpstr>
      <vt:lpstr>APIS</vt:lpstr>
      <vt:lpstr>FrontEnd</vt:lpstr>
      <vt:lpstr>Arquitectura de Folders</vt:lpstr>
      <vt:lpstr>Login</vt:lpstr>
      <vt:lpstr>La ventana de Login es la primera interfaz que los usuarios encuentran al acceder a Review BookHub. </vt:lpstr>
      <vt:lpstr>Formulario de registro de usuario</vt:lpstr>
      <vt:lpstr>La ventana de Registro es la interfaz que permite a nuevos usuarios inscribirse en Review BookHub. </vt:lpstr>
      <vt:lpstr>Home</vt:lpstr>
      <vt:lpstr>La ventana de Inicio es la interfaz principal de Review BookHub, proporcionando acceso a funcionalidades clave y presentando información relevante. </vt:lpstr>
      <vt:lpstr>Presentación de PowerPoint</vt:lpstr>
      <vt:lpstr>Presentación de PowerPoint</vt:lpstr>
      <vt:lpstr>Información / Reseña</vt:lpstr>
      <vt:lpstr>La ventana de Libro en Review BookHub proporciona información detallada sobre un libro específico y permite a los usuarios leer y escribir reseñas. </vt:lpstr>
      <vt:lpstr>Custom </vt:lpstr>
      <vt:lpstr>La ventana Personalizada en Review BookHub permite a los usuarios gestionar y ver información específica sobre los libros que han agregado.</vt:lpstr>
      <vt:lpstr>Formulario de Registrar de libro</vt:lpstr>
      <vt:lpstr>La ventana de Registro de Libro en Review BookHub permite a los usuarios agregar nuevos libros a la plataforma.</vt:lpstr>
      <vt:lpstr>Perfil</vt:lpstr>
      <vt:lpstr>La ventana de Perfil en Review BookHub proporciona información detallada sobre el usuario actualmente autenticado.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BookHub</dc:title>
  <cp:lastModifiedBy>ANGELO JAHIR VILLAMAR MERCHAN</cp:lastModifiedBy>
  <cp:revision>14</cp:revision>
  <dcterms:modified xsi:type="dcterms:W3CDTF">2024-05-08T01:14:37Z</dcterms:modified>
</cp:coreProperties>
</file>